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41d27c5ee94a09" /><Relationship Type="http://schemas.openxmlformats.org/officeDocument/2006/relationships/extended-properties" Target="/docProps/app.xml" Id="R98d958f1d4e24c14" /><Relationship Type="http://schemas.openxmlformats.org/officeDocument/2006/relationships/officeDocument" Target="/ppt/presentation.xml" Id="R80f02727eb274f32" /></Relationships>
</file>

<file path=ppt/presentation.xml><?xml version="1.0" encoding="utf-8"?>
<p:presentation xmlns:p="http://schemas.openxmlformats.org/presentationml/2006/main">
  <p:sldMasterIdLst>
    <p:sldMasterId xmlns:r="http://schemas.openxmlformats.org/officeDocument/2006/relationships" id="2147483648" r:id="R446f71d3e569438e"/>
  </p:sldMasterIdLst>
  <p:notesMasterIdLst>
    <p:notesMasterId xmlns:r="http://schemas.openxmlformats.org/officeDocument/2006/relationships" r:id="R097608587b6a47c8"/>
  </p:notesMasterIdLst>
  <p:sldIdLst>
    <p:sldId xmlns:r="http://schemas.openxmlformats.org/officeDocument/2006/relationships" id="256" r:id="Rcb1c1ba9047e482a"/>
    <p:sldId xmlns:r="http://schemas.openxmlformats.org/officeDocument/2006/relationships" id="257" r:id="Rd4e0138f098041fd"/>
    <p:sldId xmlns:r="http://schemas.openxmlformats.org/officeDocument/2006/relationships" id="258" r:id="R6fded25fc7574500"/>
    <p:sldId xmlns:r="http://schemas.openxmlformats.org/officeDocument/2006/relationships" id="259" r:id="Ra702415c1d854e3a"/>
    <p:sldId xmlns:r="http://schemas.openxmlformats.org/officeDocument/2006/relationships" id="260" r:id="R1b33d1bccbb54d67"/>
    <p:sldId xmlns:r="http://schemas.openxmlformats.org/officeDocument/2006/relationships" id="261" r:id="Re3115d39f2634a69"/>
    <p:sldId xmlns:r="http://schemas.openxmlformats.org/officeDocument/2006/relationships" id="262" r:id="R0465ed3a60564693"/>
    <p:sldId xmlns:r="http://schemas.openxmlformats.org/officeDocument/2006/relationships" id="263" r:id="Ra0299c8ebc344965"/>
    <p:sldId xmlns:r="http://schemas.openxmlformats.org/officeDocument/2006/relationships" id="264" r:id="Rafbf94e8266c403d"/>
    <p:sldId xmlns:r="http://schemas.openxmlformats.org/officeDocument/2006/relationships" id="265" r:id="Re17959cb31674ae3"/>
    <p:sldId xmlns:r="http://schemas.openxmlformats.org/officeDocument/2006/relationships" id="266" r:id="R02427fd4ead145f0"/>
    <p:sldId xmlns:r="http://schemas.openxmlformats.org/officeDocument/2006/relationships" id="267" r:id="Reae9b9c1289d4426"/>
    <p:sldId xmlns:r="http://schemas.openxmlformats.org/officeDocument/2006/relationships" id="268" r:id="Ref82c384b04e4aad"/>
    <p:sldId xmlns:r="http://schemas.openxmlformats.org/officeDocument/2006/relationships" id="269" r:id="R1d959c1433b24933"/>
    <p:sldId xmlns:r="http://schemas.openxmlformats.org/officeDocument/2006/relationships" id="270" r:id="R520ae2f230dc4a91"/>
    <p:sldId xmlns:r="http://schemas.openxmlformats.org/officeDocument/2006/relationships" id="271" r:id="Rf49b6190735c4ffc"/>
    <p:sldId xmlns:r="http://schemas.openxmlformats.org/officeDocument/2006/relationships" id="272" r:id="Rb6df15b99dea48cc"/>
    <p:sldId xmlns:r="http://schemas.openxmlformats.org/officeDocument/2006/relationships" id="273" r:id="R4af565134db24bd4"/>
    <p:sldId xmlns:r="http://schemas.openxmlformats.org/officeDocument/2006/relationships" id="274" r:id="Rda1aab73dd8f4be4"/>
    <p:sldId xmlns:r="http://schemas.openxmlformats.org/officeDocument/2006/relationships" id="275" r:id="Re442899069584590"/>
    <p:sldId xmlns:r="http://schemas.openxmlformats.org/officeDocument/2006/relationships" id="276" r:id="Ra7228cb03d104303"/>
    <p:sldId xmlns:r="http://schemas.openxmlformats.org/officeDocument/2006/relationships" id="277" r:id="Rb23cf28ca6f6496b"/>
    <p:sldId xmlns:r="http://schemas.openxmlformats.org/officeDocument/2006/relationships" id="278" r:id="R52d763316f9942ca"/>
    <p:sldId xmlns:r="http://schemas.openxmlformats.org/officeDocument/2006/relationships" id="279" r:id="Rf0124a5443ee43fb"/>
    <p:sldId xmlns:r="http://schemas.openxmlformats.org/officeDocument/2006/relationships" id="280" r:id="Rc4b00570b8504f8c"/>
    <p:sldId xmlns:r="http://schemas.openxmlformats.org/officeDocument/2006/relationships" id="281" r:id="Rdfac5b67b6a54895"/>
    <p:sldId xmlns:r="http://schemas.openxmlformats.org/officeDocument/2006/relationships" id="282" r:id="R0a17f7e725694886"/>
    <p:sldId xmlns:r="http://schemas.openxmlformats.org/officeDocument/2006/relationships" id="283" r:id="Rac37805737954a63"/>
    <p:sldId xmlns:r="http://schemas.openxmlformats.org/officeDocument/2006/relationships" id="284" r:id="R133748376d7b4b17"/>
    <p:sldId xmlns:r="http://schemas.openxmlformats.org/officeDocument/2006/relationships" id="285" r:id="R66b880971a584038"/>
    <p:sldId xmlns:r="http://schemas.openxmlformats.org/officeDocument/2006/relationships" id="286" r:id="R92c67832983447f1"/>
    <p:sldId xmlns:r="http://schemas.openxmlformats.org/officeDocument/2006/relationships" id="287" r:id="R084789c7af784911"/>
    <p:sldId xmlns:r="http://schemas.openxmlformats.org/officeDocument/2006/relationships" id="288" r:id="R8ffbc0b1521842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3b594f3515465d" /><Relationship Type="http://schemas.openxmlformats.org/officeDocument/2006/relationships/slideMaster" Target="/ppt/slideMasters/slideMaster1.xml" Id="R446f71d3e569438e" /><Relationship Type="http://schemas.openxmlformats.org/officeDocument/2006/relationships/notesMaster" Target="/ppt/notesMasters/notesMaster1.xml" Id="R097608587b6a47c8" /><Relationship Type="http://schemas.openxmlformats.org/officeDocument/2006/relationships/presProps" Target="/ppt/presProps.xml" Id="Rb28d8ae11b804b20" /><Relationship Type="http://schemas.openxmlformats.org/officeDocument/2006/relationships/tableStyles" Target="/ppt/tableStyles.xml" Id="Raedcb6faab3f4fb1" /><Relationship Type="http://schemas.openxmlformats.org/officeDocument/2006/relationships/slide" Target="/ppt/slides/slide1.xml" Id="Rcb1c1ba9047e482a" /><Relationship Type="http://schemas.openxmlformats.org/officeDocument/2006/relationships/slide" Target="/ppt/slides/slide2.xml" Id="Rd4e0138f098041fd" /><Relationship Type="http://schemas.openxmlformats.org/officeDocument/2006/relationships/slide" Target="/ppt/slides/slide3.xml" Id="R6fded25fc7574500" /><Relationship Type="http://schemas.openxmlformats.org/officeDocument/2006/relationships/slide" Target="/ppt/slides/slide4.xml" Id="Ra702415c1d854e3a" /><Relationship Type="http://schemas.openxmlformats.org/officeDocument/2006/relationships/slide" Target="/ppt/slides/slide5.xml" Id="R1b33d1bccbb54d67" /><Relationship Type="http://schemas.openxmlformats.org/officeDocument/2006/relationships/slide" Target="/ppt/slides/slide6.xml" Id="Re3115d39f2634a69" /><Relationship Type="http://schemas.openxmlformats.org/officeDocument/2006/relationships/slide" Target="/ppt/slides/slide7.xml" Id="R0465ed3a60564693" /><Relationship Type="http://schemas.openxmlformats.org/officeDocument/2006/relationships/slide" Target="/ppt/slides/slide8.xml" Id="Ra0299c8ebc344965" /><Relationship Type="http://schemas.openxmlformats.org/officeDocument/2006/relationships/slide" Target="/ppt/slides/slide9.xml" Id="Rafbf94e8266c403d" /><Relationship Type="http://schemas.openxmlformats.org/officeDocument/2006/relationships/slide" Target="/ppt/slides/slide10.xml" Id="Re17959cb31674ae3" /><Relationship Type="http://schemas.openxmlformats.org/officeDocument/2006/relationships/slide" Target="/ppt/slides/slide11.xml" Id="R02427fd4ead145f0" /><Relationship Type="http://schemas.openxmlformats.org/officeDocument/2006/relationships/slide" Target="/ppt/slides/slide12.xml" Id="Reae9b9c1289d4426" /><Relationship Type="http://schemas.openxmlformats.org/officeDocument/2006/relationships/slide" Target="/ppt/slides/slide13.xml" Id="Ref82c384b04e4aad" /><Relationship Type="http://schemas.openxmlformats.org/officeDocument/2006/relationships/slide" Target="/ppt/slides/slide14.xml" Id="R1d959c1433b24933" /><Relationship Type="http://schemas.openxmlformats.org/officeDocument/2006/relationships/slide" Target="/ppt/slides/slide15.xml" Id="R520ae2f230dc4a91" /><Relationship Type="http://schemas.openxmlformats.org/officeDocument/2006/relationships/slide" Target="/ppt/slides/slide16.xml" Id="Rf49b6190735c4ffc" /><Relationship Type="http://schemas.openxmlformats.org/officeDocument/2006/relationships/slide" Target="/ppt/slides/slide17.xml" Id="Rb6df15b99dea48cc" /><Relationship Type="http://schemas.openxmlformats.org/officeDocument/2006/relationships/slide" Target="/ppt/slides/slide18.xml" Id="R4af565134db24bd4" /><Relationship Type="http://schemas.openxmlformats.org/officeDocument/2006/relationships/slide" Target="/ppt/slides/slide19.xml" Id="Rda1aab73dd8f4be4" /><Relationship Type="http://schemas.openxmlformats.org/officeDocument/2006/relationships/slide" Target="/ppt/slides/slide20.xml" Id="Re442899069584590" /><Relationship Type="http://schemas.openxmlformats.org/officeDocument/2006/relationships/slide" Target="/ppt/slides/slide21.xml" Id="Ra7228cb03d104303" /><Relationship Type="http://schemas.openxmlformats.org/officeDocument/2006/relationships/slide" Target="/ppt/slides/slide22.xml" Id="Rb23cf28ca6f6496b" /><Relationship Type="http://schemas.openxmlformats.org/officeDocument/2006/relationships/slide" Target="/ppt/slides/slide23.xml" Id="R52d763316f9942ca" /><Relationship Type="http://schemas.openxmlformats.org/officeDocument/2006/relationships/slide" Target="/ppt/slides/slide24.xml" Id="Rf0124a5443ee43fb" /><Relationship Type="http://schemas.openxmlformats.org/officeDocument/2006/relationships/slide" Target="/ppt/slides/slide25.xml" Id="Rc4b00570b8504f8c" /><Relationship Type="http://schemas.openxmlformats.org/officeDocument/2006/relationships/slide" Target="/ppt/slides/slide26.xml" Id="Rdfac5b67b6a54895" /><Relationship Type="http://schemas.openxmlformats.org/officeDocument/2006/relationships/slide" Target="/ppt/slides/slide27.xml" Id="R0a17f7e725694886" /><Relationship Type="http://schemas.openxmlformats.org/officeDocument/2006/relationships/slide" Target="/ppt/slides/slide28.xml" Id="Rac37805737954a63" /><Relationship Type="http://schemas.openxmlformats.org/officeDocument/2006/relationships/slide" Target="/ppt/slides/slide29.xml" Id="R133748376d7b4b17" /><Relationship Type="http://schemas.openxmlformats.org/officeDocument/2006/relationships/slide" Target="/ppt/slides/slide30.xml" Id="R66b880971a584038" /><Relationship Type="http://schemas.openxmlformats.org/officeDocument/2006/relationships/slide" Target="/ppt/slides/slide31.xml" Id="R92c67832983447f1" /><Relationship Type="http://schemas.openxmlformats.org/officeDocument/2006/relationships/slide" Target="/ppt/slides/slide32.xml" Id="R084789c7af784911" /><Relationship Type="http://schemas.openxmlformats.org/officeDocument/2006/relationships/slide" Target="/ppt/slides/slide33.xml" Id="R8ffbc0b1521842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b4db980f1b4c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da4a3b679c45a5" /><Relationship Type="http://schemas.openxmlformats.org/officeDocument/2006/relationships/notesMaster" Target="/ppt/notesMasters/notesMaster1.xml" Id="R858a16e0bfb146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2ee52c3b3944f2" /><Relationship Type="http://schemas.openxmlformats.org/officeDocument/2006/relationships/notesMaster" Target="/ppt/notesMasters/notesMaster1.xml" Id="R514fd3ceb3f247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06db46f4264a91" /><Relationship Type="http://schemas.openxmlformats.org/officeDocument/2006/relationships/notesMaster" Target="/ppt/notesMasters/notesMaster1.xml" Id="R5c86e2e13f5e4b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70ed2c31344654" /><Relationship Type="http://schemas.openxmlformats.org/officeDocument/2006/relationships/notesMaster" Target="/ppt/notesMasters/notesMaster1.xml" Id="Rcaabd617aaa64e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110951646c427e" /><Relationship Type="http://schemas.openxmlformats.org/officeDocument/2006/relationships/notesMaster" Target="/ppt/notesMasters/notesMaster1.xml" Id="R614a58f859b34b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aa569c66dc4b29" /><Relationship Type="http://schemas.openxmlformats.org/officeDocument/2006/relationships/notesMaster" Target="/ppt/notesMasters/notesMaster1.xml" Id="Rfc075899ca9947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8affd39ebd4335" /><Relationship Type="http://schemas.openxmlformats.org/officeDocument/2006/relationships/notesMaster" Target="/ppt/notesMasters/notesMaster1.xml" Id="R1716ba7f6ba04c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8445f2e11c4d3e" /><Relationship Type="http://schemas.openxmlformats.org/officeDocument/2006/relationships/notesMaster" Target="/ppt/notesMasters/notesMaster1.xml" Id="Rd3a0c62ce72d4b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7a9b05973f4e68" /><Relationship Type="http://schemas.openxmlformats.org/officeDocument/2006/relationships/notesMaster" Target="/ppt/notesMasters/notesMaster1.xml" Id="R9fce5440f5814e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a8e28cfb3541a1" /><Relationship Type="http://schemas.openxmlformats.org/officeDocument/2006/relationships/notesMaster" Target="/ppt/notesMasters/notesMaster1.xml" Id="R40d3e65b53b841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b5ab12e997487b" /><Relationship Type="http://schemas.openxmlformats.org/officeDocument/2006/relationships/notesMaster" Target="/ppt/notesMasters/notesMaster1.xml" Id="Rb7f841639bd347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6abed682ed4ee5" /><Relationship Type="http://schemas.openxmlformats.org/officeDocument/2006/relationships/notesMaster" Target="/ppt/notesMasters/notesMaster1.xml" Id="R413d5ca9b0934b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b1171339e04874" /><Relationship Type="http://schemas.openxmlformats.org/officeDocument/2006/relationships/notesMaster" Target="/ppt/notesMasters/notesMaster1.xml" Id="R3a939bcd65a54e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e0c632773f41b5" /><Relationship Type="http://schemas.openxmlformats.org/officeDocument/2006/relationships/notesMaster" Target="/ppt/notesMasters/notesMaster1.xml" Id="R1eda0bcefd3940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9cea056be6444b" /><Relationship Type="http://schemas.openxmlformats.org/officeDocument/2006/relationships/notesMaster" Target="/ppt/notesMasters/notesMaster1.xml" Id="R6bddc7f419ea47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41819a702044cb" /><Relationship Type="http://schemas.openxmlformats.org/officeDocument/2006/relationships/notesMaster" Target="/ppt/notesMasters/notesMaster1.xml" Id="R376c2f1a17fe4f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38dc5d16584870" /><Relationship Type="http://schemas.openxmlformats.org/officeDocument/2006/relationships/notesMaster" Target="/ppt/notesMasters/notesMaster1.xml" Id="R1df28d424cfd4e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5c5ea92c784f41" /><Relationship Type="http://schemas.openxmlformats.org/officeDocument/2006/relationships/notesMaster" Target="/ppt/notesMasters/notesMaster1.xml" Id="Recdbaa1aed2240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0ee9347f4a4e31" /><Relationship Type="http://schemas.openxmlformats.org/officeDocument/2006/relationships/notesMaster" Target="/ppt/notesMasters/notesMaster1.xml" Id="Rdbfac9ca45fc4a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cfc9672edd4477" /><Relationship Type="http://schemas.openxmlformats.org/officeDocument/2006/relationships/notesMaster" Target="/ppt/notesMasters/notesMaster1.xml" Id="R103679fe1c5e4a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f551e216184597" /><Relationship Type="http://schemas.openxmlformats.org/officeDocument/2006/relationships/notesMaster" Target="/ppt/notesMasters/notesMaster1.xml" Id="R36fa18fcca02436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5ba009fe3a493b" /><Relationship Type="http://schemas.openxmlformats.org/officeDocument/2006/relationships/notesMaster" Target="/ppt/notesMasters/notesMaster1.xml" Id="R44c8504b0e5e4bd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5709874a0e4251" /><Relationship Type="http://schemas.openxmlformats.org/officeDocument/2006/relationships/notesMaster" Target="/ppt/notesMasters/notesMaster1.xml" Id="Rd24f1c75867146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c426f6efe44123" /><Relationship Type="http://schemas.openxmlformats.org/officeDocument/2006/relationships/notesMaster" Target="/ppt/notesMasters/notesMaster1.xml" Id="R1792913ef1a043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6572c759af4159" /><Relationship Type="http://schemas.openxmlformats.org/officeDocument/2006/relationships/notesMaster" Target="/ppt/notesMasters/notesMaster1.xml" Id="R1647230434bd469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3f24e324f064efb" /><Relationship Type="http://schemas.openxmlformats.org/officeDocument/2006/relationships/notesMaster" Target="/ppt/notesMasters/notesMaster1.xml" Id="R3cd069600fb24c3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83cf427b164452" /><Relationship Type="http://schemas.openxmlformats.org/officeDocument/2006/relationships/notesMaster" Target="/ppt/notesMasters/notesMaster1.xml" Id="Rcf0ea581123248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6df065d8dd74d86" /><Relationship Type="http://schemas.openxmlformats.org/officeDocument/2006/relationships/notesMaster" Target="/ppt/notesMasters/notesMaster1.xml" Id="R848cf9aae68743c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3e3244c45b40b0" /><Relationship Type="http://schemas.openxmlformats.org/officeDocument/2006/relationships/notesMaster" Target="/ppt/notesMasters/notesMaster1.xml" Id="Rb19c82a760b74ab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f68106647a944c1" /><Relationship Type="http://schemas.openxmlformats.org/officeDocument/2006/relationships/notesMaster" Target="/ppt/notesMasters/notesMaster1.xml" Id="R60f45033fecc49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94b403d8dc4118" /><Relationship Type="http://schemas.openxmlformats.org/officeDocument/2006/relationships/notesMaster" Target="/ppt/notesMasters/notesMaster1.xml" Id="R858ac9c5f5f94a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e325023eec44d7" /><Relationship Type="http://schemas.openxmlformats.org/officeDocument/2006/relationships/notesMaster" Target="/ppt/notesMasters/notesMaster1.xml" Id="Ra686dad1fb7945a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9c05ca0894842b3" /><Relationship Type="http://schemas.openxmlformats.org/officeDocument/2006/relationships/notesMaster" Target="/ppt/notesMasters/notesMaster1.xml" Id="R49c4bc083c5f47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اشرح للمتدرب أن كل مثال يربط الإدخال بالنتيجة. يمكن فتح العرض كمرجع مستقل، أو استخدام ملاحظات مقدم العرض لتدريب الفريق. اللقطات الموجودة في الفصلين التاليين أرشيفية من المشروع، وقد يختلف إطار التنقل عن الواجهة الحالية.</a:t>
            </a:r>
          </a:p>
          <a:p xmlns:a="http://schemas.openxmlformats.org/drawingml/2006/main">
            <a:r>
              <a:t/>
            </a:r>
          </a:p>
          <a:p xmlns:a="http://schemas.openxmlformats.org/drawingml/2006/main">
            <a:r>
              <a:t>مرجع السلوك: مسارات صفحات المشروع المحلية</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دع العميل يشرح النتيجة المتوقعة قبل الضغط على حفظ. لا ينفذ الأمثلة المالية على بيانات تشغيل حقيقية.</a:t>
            </a:r>
          </a:p>
          <a:p xmlns:a="http://schemas.openxmlformats.org/drawingml/2006/main">
            <a:r>
              <a:t/>
            </a:r>
          </a:p>
          <a:p xmlns:a="http://schemas.openxmlformats.org/drawingml/2006/main">
            <a:r>
              <a:t>مرجع السلوك: مسارات صفحات المشروع المحلية</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بقية الصفحات: الإدارة للمشروعات والجهات، المرتبات للموظفين والسلف، موقف تكلفة المشروع للمقارنة، الإجراءات للمتابعة، المرفقات للعثور على الملفات، الحسابات للتحكم في الوصول.</a:t>
            </a:r>
          </a:p>
          <a:p xmlns:a="http://schemas.openxmlformats.org/drawingml/2006/main">
            <a:r>
              <a:t/>
            </a:r>
          </a:p>
          <a:p xmlns:a="http://schemas.openxmlformats.org/drawingml/2006/main">
            <a:r>
              <a:t>مرجع السلوك: مسارات صفحات المشروع المحلية</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تفترض أن اسم الدور يكفي لتحديد كل ما يستطيع المستخدم رؤيته. راجع الصلاحيات الفعلية. البريد وبيانات الدخول لا تتغير من تعديل الاسم والصورة.</a:t>
            </a:r>
          </a:p>
          <a:p xmlns:a="http://schemas.openxmlformats.org/drawingml/2006/main">
            <a:r>
              <a:t/>
            </a:r>
          </a:p>
          <a:p xmlns:a="http://schemas.openxmlformats.org/drawingml/2006/main">
            <a:r>
              <a:t>مرجع السلوك: src/components/app-shell.tsx + src/app/(protected)/profile/page.tsx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الهدف من الرئيسية تحديد أين توجد مشكلة ثم الانتقال إلى سجلها. لا تستنتج أن قيمة العقود تمثل نقدًا محصلًا.</a:t>
            </a:r>
          </a:p>
          <a:p xmlns:a="http://schemas.openxmlformats.org/drawingml/2006/main">
            <a:r>
              <a:t/>
            </a:r>
          </a:p>
          <a:p xmlns:a="http://schemas.openxmlformats.org/drawingml/2006/main">
            <a:r>
              <a:t>مرجع السلوك: src/app/(protected)/page.tsx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المستخلص التراكمي يحتفظ بقيمة الأعمال حتى مرحلته. راجع آخر مستخلص محصل والفروق عن السابق.</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اشرح الفرق بين قيمة العقد والمقايسة. تعديل قيمة العقد له مسار مذكرة خفض أو رفع في الختامي.</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أشر إلى اسم العقد ورقمه في أعلى النموذج، ثم المشروع وقيمة الأصل، ثم المقايسة أسفلها. لا تعتبر الأرقام الظاهرة بيانات العميل.</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النظام يشترط أن تكون القيمة بين السابق واللاحق وألا تتجاوز العقد. هذا المثال للأعمال قبل تفاصيل الخامات والتحصيل.</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شهادة خامات مرتبطة بمستخلص الجهة المالكة. تختلف عن استلام فاتورة مورد في المخزن. لا تعد إدخال الشهادات السابقة في الشهادة الجديدة.</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يتحقق النظام أيضًا من تأثير الشهادة في المستخلصات اللاحقة، وليس المستخلص الحالي فقط. لو كانت العملية مقفلة ماليًا يلزم الرجوع الموثق.</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مذكرة مالية لتعديل قيمة العقد وليست مجرد ملاحظة نصية أو ملف عام. بعد الختامي لا يضاف جاري جديد ولا يحول الختامي المحفوظ إلى جاري.</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اسأل العميل: لو أدخلت 100,000 للختامي بعد هذه المذكرة ماذا يحدث؟ يرفض النظام لأن القيمة لا تساوي 112,000. جميع الأرقام مثال تدريبي.</a:t>
            </a:r>
          </a:p>
          <a:p xmlns:a="http://schemas.openxmlformats.org/drawingml/2006/main">
            <a:r>
              <a:t/>
            </a:r>
          </a:p>
          <a:p xmlns:a="http://schemas.openxmlformats.org/drawingml/2006/main">
            <a:r>
              <a:t>مرجع السلوك: src/components/incoming-center.tsx + src/app/api/incoming/route.ts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مراحل الاعتماد في src/lib/expenses.ts: TECHNICAL ثم SITE ثم EXECUTIVE ثم ACCOUNTING. المرجع المالي للأعمال يعتمد على الحالات المعتمدة.</a:t>
            </a:r>
          </a:p>
          <a:p xmlns:a="http://schemas.openxmlformats.org/drawingml/2006/main">
            <a:r>
              <a:t/>
            </a:r>
          </a:p>
          <a:p xmlns:a="http://schemas.openxmlformats.org/drawingml/2006/main">
            <a:r>
              <a:t>مرجع السلوك: src/lib/expenses.ts + src/components/expense-sheet.tsx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فرق بين كمية الأعمال الحالية والكمية التراكمية. اقرأ ملخص المستحق بعد مراجعة التأمينات والخصومات.</a:t>
            </a:r>
          </a:p>
          <a:p xmlns:a="http://schemas.openxmlformats.org/drawingml/2006/main">
            <a:r>
              <a:t/>
            </a:r>
          </a:p>
          <a:p xmlns:a="http://schemas.openxmlformats.org/drawingml/2006/main">
            <a:r>
              <a:t>مرجع السلوك: src/lib/expenses.ts + src/components/expense-sheet.tsx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استخدم مثالًا تدريبيًا بسيطًا وراجع المعاينة قبل الطباعة. تحقق من أن نسخة المقاول تعرض البيانات المطلوبة دون تغيير الحسابات الأساسية.</a:t>
            </a:r>
          </a:p>
          <a:p xmlns:a="http://schemas.openxmlformats.org/drawingml/2006/main">
            <a:r>
              <a:t/>
            </a:r>
          </a:p>
          <a:p xmlns:a="http://schemas.openxmlformats.org/drawingml/2006/main">
            <a:r>
              <a:t>مرجع السلوك: src/components/expenses-center.tsx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تسمية صندوق النثريات ما زالت ظاهرة في مصدر الصرف في نموذج المشتريات. لا تختَر المصدر لمجرد أنه القيمة الافتراضية.</a:t>
            </a:r>
          </a:p>
          <a:p xmlns:a="http://schemas.openxmlformats.org/drawingml/2006/main">
            <a:r>
              <a:t/>
            </a:r>
          </a:p>
          <a:p xmlns:a="http://schemas.openxmlformats.org/drawingml/2006/main">
            <a:r>
              <a:t>مرجع السلوك: src/components/purchase-invoice-page.tsx + src/app/api/purchases/route.ts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يفحص النظام كفاية رصيد صندوق النثريات عند الحفظ. مثال قبل أي مرتجعات أو إلغاءات. راجع المرجع المرتبط بالدفعة في حركة الخزنة.</a:t>
            </a:r>
          </a:p>
          <a:p xmlns:a="http://schemas.openxmlformats.org/drawingml/2006/main">
            <a:r>
              <a:t/>
            </a:r>
          </a:p>
          <a:p xmlns:a="http://schemas.openxmlformats.org/drawingml/2006/main">
            <a:r>
              <a:t>مرجع السلوك: src/components/purchase-invoice-page.tsx + src/app/api/purchases/route.ts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تسمح العملية بدفعة تتجاوز المتبقي. بعض الفواتير التاريخية تحتاج مسار تهيئة تتبع السداد قبل إضافة دفعات جديدة.</a:t>
            </a:r>
          </a:p>
          <a:p xmlns:a="http://schemas.openxmlformats.org/drawingml/2006/main">
            <a:r>
              <a:t/>
            </a:r>
          </a:p>
          <a:p xmlns:a="http://schemas.openxmlformats.org/drawingml/2006/main">
            <a:r>
              <a:t>مرجع السلوك: src/components/purchase-invoice-page.tsx + src/app/api/purchases/route.ts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اختيار مسار صحيح يمنع الخلط بين شراء خدمة وشراء صنف مادي. أرقام الكمية والفاتورة والاستلام تتبع الحدث الفعلي.</a:t>
            </a:r>
          </a:p>
          <a:p xmlns:a="http://schemas.openxmlformats.org/drawingml/2006/main">
            <a:r>
              <a:t/>
            </a:r>
          </a:p>
          <a:p xmlns:a="http://schemas.openxmlformats.org/drawingml/2006/main">
            <a:r>
              <a:t>مرجع السلوك: src/components/purchase-invoice-page.tsx + src/app/api/purchases/route.ts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افترض صنفًا واحدًا بلا حركات أخرى أثناء المثال. التحويل بين مخازن الشركة يغير مكان الرصيد فقط. هذا الفرق جوهري لفهم تكلفة المشروع.</a:t>
            </a:r>
          </a:p>
          <a:p xmlns:a="http://schemas.openxmlformats.org/drawingml/2006/main">
            <a:r>
              <a:t/>
            </a:r>
          </a:p>
          <a:p xmlns:a="http://schemas.openxmlformats.org/drawingml/2006/main">
            <a:r>
              <a:t>مرجع السلوك: src/components/warehouse-center.tsx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تصف أي رصيد راكد بأنه تالف تلقائيًا. التحقق من صلاحية الخامات وعمرها يحتاج بيانات فعلية وسياسة تشغيل.</a:t>
            </a:r>
          </a:p>
          <a:p xmlns:a="http://schemas.openxmlformats.org/drawingml/2006/main">
            <a:r>
              <a:t/>
            </a:r>
          </a:p>
          <a:p xmlns:a="http://schemas.openxmlformats.org/drawingml/2006/main">
            <a:r>
              <a:t>مرجع السلوك: src/components/warehouse-center.tsx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عند التسليم لا تدخل تحميل مشروع أو تصنيف مصروف. النظام يقصرهما على المصروف الفعلي.</a:t>
            </a:r>
          </a:p>
          <a:p xmlns:a="http://schemas.openxmlformats.org/drawingml/2006/main">
            <a:r>
              <a:t/>
            </a:r>
          </a:p>
          <a:p xmlns:a="http://schemas.openxmlformats.org/drawingml/2006/main">
            <a:r>
              <a:t>مرجع السلوك: src/components/petty-cash-center.tsx + src/app/api/petty-cash/route.ts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اشرح عمليًا أن الموظف يسلم إثبات المصروف ثم يسجل المحاسب مصروف العهدة. بعدها يرد الموظف 1,200. يصبح رصيد العهدة صفرًا وتزيد الخزنة بالمبلغ المسترد.</a:t>
            </a:r>
          </a:p>
          <a:p xmlns:a="http://schemas.openxmlformats.org/drawingml/2006/main">
            <a:r>
              <a:t/>
            </a:r>
          </a:p>
          <a:p xmlns:a="http://schemas.openxmlformats.org/drawingml/2006/main">
            <a:r>
              <a:t>مرجع السلوك: src/components/petty-cash-center.tsx + src/app/api/petty-cash/route.ts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تدخل تسوية عشوائية لتغطية فرق. ابحث أولًا عن دفعة مكررة أو عهدة لم ترد أو مستند لم يسجل.</a:t>
            </a:r>
          </a:p>
          <a:p xmlns:a="http://schemas.openxmlformats.org/drawingml/2006/main">
            <a:r>
              <a:t/>
            </a:r>
          </a:p>
          <a:p xmlns:a="http://schemas.openxmlformats.org/drawingml/2006/main">
            <a:r>
              <a:t>مرجع السلوك: src/components/petty-cash-center.tsx + src/app/api/petty-cash/route.ts</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المصروف اليدوي يحتاج تصنيفًا، والإيداع اليدوي يحتاج الحساب المقابل. راجع تمويلات المالك مقابل الإيراد ولا تخلط بينهما.</a:t>
            </a:r>
          </a:p>
          <a:p xmlns:a="http://schemas.openxmlformats.org/drawingml/2006/main">
            <a:r>
              <a:t/>
            </a:r>
          </a:p>
          <a:p xmlns:a="http://schemas.openxmlformats.org/drawingml/2006/main">
            <a:r>
              <a:t>مرجع السلوك: src/components/bank-center.tsx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السلفة تختلف عن عهدة مصروفات. استخدم صفحة السلف للخصم من الراتب ولا تسجل نفس المبلغ في مسارين.</a:t>
            </a:r>
          </a:p>
          <a:p xmlns:a="http://schemas.openxmlformats.org/drawingml/2006/main">
            <a:r>
              <a:t/>
            </a:r>
          </a:p>
          <a:p xmlns:a="http://schemas.openxmlformats.org/drawingml/2006/main">
            <a:r>
              <a:t>مرجع السلوك: src/components/salaries-center.tsx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فرّق بين تكلفة الفترة والرصيد حتى نهاية التاريخ. إقفال الفترة يمنع ترحيلات جديدة داخلها وفق صلاحيات وقواعد الإقفال.</a:t>
            </a:r>
          </a:p>
          <a:p xmlns:a="http://schemas.openxmlformats.org/drawingml/2006/main">
            <a:r>
              <a:t/>
            </a:r>
          </a:p>
          <a:p xmlns:a="http://schemas.openxmlformats.org/drawingml/2006/main">
            <a:r>
              <a:t>مرجع السلوك: src/components/accounting-center.tsx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تسوق العرض على أنه وكيل يتنبأ بالهندسة أو تلف الخامات. ناقش فقط الإمكانات المثبتة في الشاشة الحالية.</a:t>
            </a:r>
          </a:p>
          <a:p xmlns:a="http://schemas.openxmlformats.org/drawingml/2006/main">
            <a:r>
              <a:t/>
            </a:r>
          </a:p>
          <a:p xmlns:a="http://schemas.openxmlformats.org/drawingml/2006/main">
            <a:r>
              <a:t>مرجع السلوك: src/components/project-cost-control-center.tsx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المرفق لا ينشئ بذاته صرفًا أو توريدًا أو تعديل قيمة. لا تفترض وجود نموذج مذكرة مستقل إذا لم تعرضه الصفحة.</a:t>
            </a:r>
          </a:p>
          <a:p xmlns:a="http://schemas.openxmlformats.org/drawingml/2006/main">
            <a:r>
              <a:t/>
            </a:r>
          </a:p>
          <a:p xmlns:a="http://schemas.openxmlformats.org/drawingml/2006/main">
            <a:r>
              <a:t>مرجع السلوك: src/components/attachments-directory.tsx + src/components/incoming-center.tsx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التركيز على التنبيه الذي يخص صلاحية المستخدم ومشروعه. سجل النشاط يوثق الفعل، وصفحة الإجراءات تعرض الحالات القائمة.</a:t>
            </a:r>
          </a:p>
          <a:p xmlns:a="http://schemas.openxmlformats.org/drawingml/2006/main">
            <a:r>
              <a:t/>
            </a:r>
          </a:p>
          <a:p xmlns:a="http://schemas.openxmlformats.org/drawingml/2006/main">
            <a:r>
              <a:t>مرجع السلوك: src/app/(protected)/attention/page.tsx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الفصل مقصود به تهيئة البيانات المرجعية. لا تستخدم حساب المدير لاختبار أن مهندس الموقع يرى النطاق الصحيح.</a:t>
            </a:r>
          </a:p>
          <a:p xmlns:a="http://schemas.openxmlformats.org/drawingml/2006/main">
            <a:r>
              <a:t/>
            </a:r>
          </a:p>
          <a:p xmlns:a="http://schemas.openxmlformats.org/drawingml/2006/main">
            <a:r>
              <a:t>مرجع السلوك: src/app/(protected)/management/page.tsx + src/app/(protected)/admin/accounts/page.tsx</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اطلب من المتدرب تحديد مكان إدخال كل عملية ومكان مراجعة نتيجتها. اطلب منه تفسير لماذا لا يضيف صرفًا يدويًا ثانيًا لفاتورة المورد ولماذا لا يرد 500 فقط من العهدة.</a:t>
            </a:r>
          </a:p>
          <a:p xmlns:a="http://schemas.openxmlformats.org/drawingml/2006/main">
            <a:r>
              <a:t/>
            </a:r>
          </a:p>
          <a:p xmlns:a="http://schemas.openxmlformats.org/drawingml/2006/main">
            <a:r>
              <a:t>مرجع السلوك: مسارات صفحات المشروع المحلية</a:t>
            </a:r>
          </a:p>
          <a:p xmlns:a="http://schemas.openxmlformats.org/drawingml/2006/main">
            <a:r>
              <a:t>الأرقام أمثلة تدريبية وليست بيانات عميل.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4afd87d6d241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aedc39521740f9" /><Relationship Type="http://schemas.openxmlformats.org/officeDocument/2006/relationships/slideLayout" Target="/ppt/slideLayouts/slideLayout1.xml" Id="R655f63e1e3294b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5f63e1e3294b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599f73de0d4692" /><Relationship Type="http://schemas.openxmlformats.org/officeDocument/2006/relationships/notesSlide" Target="/ppt/notesSlides/notesSlide1.xml" Id="R59f25b6fa0544b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881f8eca984e3a" /><Relationship Type="http://schemas.openxmlformats.org/officeDocument/2006/relationships/notesSlide" Target="/ppt/notesSlides/notesSlide2.xml" Id="R09055d14bcc94c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efefa371124d3b" /><Relationship Type="http://schemas.openxmlformats.org/officeDocument/2006/relationships/notesSlide" Target="/ppt/notesSlides/notesSlide3.xml" Id="Rbe2d3879649c43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bd235b61374c1e" /><Relationship Type="http://schemas.openxmlformats.org/officeDocument/2006/relationships/notesSlide" Target="/ppt/notesSlides/notesSlide4.xml" Id="R31fa2c3faaf347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f1ab36a2244b26" /><Relationship Type="http://schemas.openxmlformats.org/officeDocument/2006/relationships/notesSlide" Target="/ppt/notesSlides/notesSlide5.xml" Id="R1c22785dfde24d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1ec92f18204573" /><Relationship Type="http://schemas.openxmlformats.org/officeDocument/2006/relationships/notesSlide" Target="/ppt/notesSlides/notesSlide6.xml" Id="R97e109fae3074a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a71afee5d64b21" /><Relationship Type="http://schemas.openxmlformats.org/officeDocument/2006/relationships/notesSlide" Target="/ppt/notesSlides/notesSlide7.xml" Id="R57467513142248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e9467df69e4226" /><Relationship Type="http://schemas.openxmlformats.org/officeDocument/2006/relationships/image" Target="/ppt/media/image.jpeg" Id="R5898378fe98e446a" /><Relationship Type="http://schemas.openxmlformats.org/officeDocument/2006/relationships/notesSlide" Target="/ppt/notesSlides/notesSlide8.xml" Id="R1ef819f4ac9844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2041d58cf845f3" /><Relationship Type="http://schemas.openxmlformats.org/officeDocument/2006/relationships/notesSlide" Target="/ppt/notesSlides/notesSlide9.xml" Id="Re991fcf52ff64a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8565b9fc5641bb" /><Relationship Type="http://schemas.openxmlformats.org/officeDocument/2006/relationships/notesSlide" Target="/ppt/notesSlides/notesSlide10.xml" Id="Rbe89e1fadf0a40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df2443052b456c" /><Relationship Type="http://schemas.openxmlformats.org/officeDocument/2006/relationships/notesSlide" Target="/ppt/notesSlides/notesSlide11.xml" Id="R7ae349aebe7b43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8dcab095404cc1" /><Relationship Type="http://schemas.openxmlformats.org/officeDocument/2006/relationships/notesSlide" Target="/ppt/notesSlides/notesSlide12.xml" Id="R379cabae156a43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597cea71b2483d" /><Relationship Type="http://schemas.openxmlformats.org/officeDocument/2006/relationships/notesSlide" Target="/ppt/notesSlides/notesSlide13.xml" Id="Rfa963c5eee724f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6a3eed406e4bc8" /><Relationship Type="http://schemas.openxmlformats.org/officeDocument/2006/relationships/notesSlide" Target="/ppt/notesSlides/notesSlide14.xml" Id="R937ab60a931f43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d12fcd18cdc49de" /><Relationship Type="http://schemas.openxmlformats.org/officeDocument/2006/relationships/image" Target="/ppt/media/image2.jpeg" Id="R459022b33ba646f2" /><Relationship Type="http://schemas.openxmlformats.org/officeDocument/2006/relationships/notesSlide" Target="/ppt/notesSlides/notesSlide15.xml" Id="Rae87751dc62b4f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b8247f6ee114eee" /><Relationship Type="http://schemas.openxmlformats.org/officeDocument/2006/relationships/notesSlide" Target="/ppt/notesSlides/notesSlide16.xml" Id="Rba4eb1b540774d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5f2e44d299d48f5" /><Relationship Type="http://schemas.openxmlformats.org/officeDocument/2006/relationships/notesSlide" Target="/ppt/notesSlides/notesSlide17.xml" Id="Rc596232a585644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1aa2f2bbfd2402f" /><Relationship Type="http://schemas.openxmlformats.org/officeDocument/2006/relationships/notesSlide" Target="/ppt/notesSlides/notesSlide18.xml" Id="R0eb312ac011d44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621fee3d9774cc9" /><Relationship Type="http://schemas.openxmlformats.org/officeDocument/2006/relationships/notesSlide" Target="/ppt/notesSlides/notesSlide19.xml" Id="R7f8e69758ef646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eff69fbd96c465f" /><Relationship Type="http://schemas.openxmlformats.org/officeDocument/2006/relationships/notesSlide" Target="/ppt/notesSlides/notesSlide20.xml" Id="R01c3814cc10a4e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0012b5e850649be" /><Relationship Type="http://schemas.openxmlformats.org/officeDocument/2006/relationships/notesSlide" Target="/ppt/notesSlides/notesSlide21.xml" Id="Rab115713648a4a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032f8d533f14643" /><Relationship Type="http://schemas.openxmlformats.org/officeDocument/2006/relationships/notesSlide" Target="/ppt/notesSlides/notesSlide22.xml" Id="R9b135c6804624d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b0892b64537474f" /><Relationship Type="http://schemas.openxmlformats.org/officeDocument/2006/relationships/notesSlide" Target="/ppt/notesSlides/notesSlide23.xml" Id="Ra3ec88a94f1541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21a31bc91b54db9" /><Relationship Type="http://schemas.openxmlformats.org/officeDocument/2006/relationships/notesSlide" Target="/ppt/notesSlides/notesSlide24.xml" Id="R664a492f93314f3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91d67bd2dd54079" /><Relationship Type="http://schemas.openxmlformats.org/officeDocument/2006/relationships/notesSlide" Target="/ppt/notesSlides/notesSlide25.xml" Id="Ra6c8414809954f5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9d1fc06fe74d12" /><Relationship Type="http://schemas.openxmlformats.org/officeDocument/2006/relationships/notesSlide" Target="/ppt/notesSlides/notesSlide26.xml" Id="R46f6f498e1fe44c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fd4f940d18a4118" /><Relationship Type="http://schemas.openxmlformats.org/officeDocument/2006/relationships/notesSlide" Target="/ppt/notesSlides/notesSlide27.xml" Id="R89ad27a08710463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8e2b54e4e004bf0" /><Relationship Type="http://schemas.openxmlformats.org/officeDocument/2006/relationships/notesSlide" Target="/ppt/notesSlides/notesSlide28.xml" Id="R1b07e409c6a34c9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3d13508cad24f44" /><Relationship Type="http://schemas.openxmlformats.org/officeDocument/2006/relationships/notesSlide" Target="/ppt/notesSlides/notesSlide29.xml" Id="R55629d70b853441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ba3c5d4a10a4869" /><Relationship Type="http://schemas.openxmlformats.org/officeDocument/2006/relationships/notesSlide" Target="/ppt/notesSlides/notesSlide30.xml" Id="R95987fbb38df49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ad359eab3f44ad7" /><Relationship Type="http://schemas.openxmlformats.org/officeDocument/2006/relationships/notesSlide" Target="/ppt/notesSlides/notesSlide31.xml" Id="Ra02e1acc296745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d85f70fad2845ed" /><Relationship Type="http://schemas.openxmlformats.org/officeDocument/2006/relationships/notesSlide" Target="/ppt/notesSlides/notesSlide32.xml" Id="R61501b899cca46a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33cc3ba503e4dc9" /><Relationship Type="http://schemas.openxmlformats.org/officeDocument/2006/relationships/notesSlide" Target="/ppt/notesSlides/notesSlide33.xml" Id="R8e7ea0357a5c4136" /></Relationships>
</file>

<file path=ppt/slides/slide1.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DCF7C0C-B049-4503-A954-6E0827BA6C38}"/>
              </a:ext>
            </a:extLst>
          </p:cNvPr>
          <p:cNvSpPr>
            <a:spLocks xmlns:a="http://schemas.openxmlformats.org/drawingml/2006/main" noGrp="1"/>
          </p:cNvSpPr>
          <p:nvPr/>
        </p:nvSpPr>
        <p:spPr>
          <a:xfrm xmlns:a="http://schemas.openxmlformats.org/drawingml/2006/main">
            <a:off x="11287125" y="333375"/>
            <a:ext cx="2857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دليل</a:t>
            </a:r>
          </a:p>
        </p:txBody>
      </p:sp>
      <p:sp>
        <p:nvSpPr>
          <p:cNvPr id="2" name="">
            <a:extLst xmlns:a="http://schemas.openxmlformats.org/drawingml/2006/main">
              <a:ext uri="{FF2B5EF4-FFF2-40B4-BE49-F238E27FC236}">
                <a16:creationId xmlns:a16="http://schemas.microsoft.com/office/drawing/2014/main" id="{A6749431-9AFC-46A4-8FF1-0EB9A9E5B776}"/>
              </a:ext>
            </a:extLst>
          </p:cNvPr>
          <p:cNvSpPr>
            <a:spLocks xmlns:a="http://schemas.openxmlformats.org/drawingml/2006/main" noGrp="1"/>
          </p:cNvSpPr>
          <p:nvPr/>
        </p:nvSpPr>
        <p:spPr>
          <a:xfrm xmlns:a="http://schemas.openxmlformats.org/drawingml/2006/main">
            <a:off x="10835640"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تدريب</a:t>
            </a:r>
          </a:p>
        </p:txBody>
      </p:sp>
      <p:sp>
        <p:nvSpPr>
          <p:cNvPr id="3" name="">
            <a:extLst xmlns:a="http://schemas.openxmlformats.org/drawingml/2006/main">
              <a:ext uri="{FF2B5EF4-FFF2-40B4-BE49-F238E27FC236}">
                <a16:creationId xmlns:a16="http://schemas.microsoft.com/office/drawing/2014/main" id="{B6F5F714-453E-43EC-806D-8D12A5E0DEA9}"/>
              </a:ext>
            </a:extLst>
          </p:cNvPr>
          <p:cNvSpPr>
            <a:spLocks xmlns:a="http://schemas.openxmlformats.org/drawingml/2006/main" noGrp="1"/>
          </p:cNvSpPr>
          <p:nvPr/>
        </p:nvSpPr>
        <p:spPr>
          <a:xfrm xmlns:a="http://schemas.openxmlformats.org/drawingml/2006/main">
            <a:off x="10384155"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للعميل</a:t>
            </a:r>
          </a:p>
        </p:txBody>
      </p:sp>
      <p:sp>
        <p:nvSpPr>
          <p:cNvPr id="4" name="">
            <a:extLst xmlns:a="http://schemas.openxmlformats.org/drawingml/2006/main">
              <a:ext uri="{FF2B5EF4-FFF2-40B4-BE49-F238E27FC236}">
                <a16:creationId xmlns:a16="http://schemas.microsoft.com/office/drawing/2014/main" id="{E818A178-ADC7-4779-9E18-175EB913E044}"/>
              </a:ext>
            </a:extLst>
          </p:cNvPr>
          <p:cNvSpPr>
            <a:spLocks xmlns:a="http://schemas.openxmlformats.org/drawingml/2006/main" noGrp="1"/>
          </p:cNvSpPr>
          <p:nvPr/>
        </p:nvSpPr>
        <p:spPr>
          <a:xfrm xmlns:a="http://schemas.openxmlformats.org/drawingml/2006/main">
            <a:off x="10991850" y="781050"/>
            <a:ext cx="5810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دليل</a:t>
            </a:r>
          </a:p>
        </p:txBody>
      </p:sp>
      <p:sp>
        <p:nvSpPr>
          <p:cNvPr id="5" name="">
            <a:extLst xmlns:a="http://schemas.openxmlformats.org/drawingml/2006/main">
              <a:ext uri="{FF2B5EF4-FFF2-40B4-BE49-F238E27FC236}">
                <a16:creationId xmlns:a16="http://schemas.microsoft.com/office/drawing/2014/main" id="{EBA46699-5EE4-453C-9111-90F336380BF5}"/>
              </a:ext>
            </a:extLst>
          </p:cNvPr>
          <p:cNvSpPr>
            <a:spLocks xmlns:a="http://schemas.openxmlformats.org/drawingml/2006/main" noGrp="1"/>
          </p:cNvSpPr>
          <p:nvPr/>
        </p:nvSpPr>
        <p:spPr>
          <a:xfrm xmlns:a="http://schemas.openxmlformats.org/drawingml/2006/main">
            <a:off x="10024110" y="781050"/>
            <a:ext cx="847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تشغيل</a:t>
            </a:r>
          </a:p>
        </p:txBody>
      </p:sp>
      <p:sp>
        <p:nvSpPr>
          <p:cNvPr id="6" name="">
            <a:extLst xmlns:a="http://schemas.openxmlformats.org/drawingml/2006/main">
              <a:ext uri="{FF2B5EF4-FFF2-40B4-BE49-F238E27FC236}">
                <a16:creationId xmlns:a16="http://schemas.microsoft.com/office/drawing/2014/main" id="{7088705B-F812-4A86-9E5E-DF18AE651C30}"/>
              </a:ext>
            </a:extLst>
          </p:cNvPr>
          <p:cNvSpPr>
            <a:spLocks xmlns:a="http://schemas.openxmlformats.org/drawingml/2006/main" noGrp="1"/>
          </p:cNvSpPr>
          <p:nvPr/>
        </p:nvSpPr>
        <p:spPr>
          <a:xfrm xmlns:a="http://schemas.openxmlformats.org/drawingml/2006/main">
            <a:off x="8846820" y="781050"/>
            <a:ext cx="10572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منظومة</a:t>
            </a:r>
          </a:p>
        </p:txBody>
      </p:sp>
      <p:sp>
        <p:nvSpPr>
          <p:cNvPr id="7" name="">
            <a:extLst xmlns:a="http://schemas.openxmlformats.org/drawingml/2006/main">
              <a:ext uri="{FF2B5EF4-FFF2-40B4-BE49-F238E27FC236}">
                <a16:creationId xmlns:a16="http://schemas.microsoft.com/office/drawing/2014/main" id="{92934C52-CA2F-4303-B0F8-42AEC60E9A2C}"/>
              </a:ext>
            </a:extLst>
          </p:cNvPr>
          <p:cNvSpPr>
            <a:spLocks xmlns:a="http://schemas.openxmlformats.org/drawingml/2006/main" noGrp="1"/>
          </p:cNvSpPr>
          <p:nvPr/>
        </p:nvSpPr>
        <p:spPr>
          <a:xfrm xmlns:a="http://schemas.openxmlformats.org/drawingml/2006/main">
            <a:off x="7688580" y="781050"/>
            <a:ext cx="10382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السلامة</a:t>
            </a:r>
          </a:p>
        </p:txBody>
      </p:sp>
      <p:sp>
        <p:nvSpPr>
          <p:cNvPr id="8" name="">
            <a:extLst xmlns:a="http://schemas.openxmlformats.org/drawingml/2006/main">
              <a:ext uri="{FF2B5EF4-FFF2-40B4-BE49-F238E27FC236}">
                <a16:creationId xmlns:a16="http://schemas.microsoft.com/office/drawing/2014/main" id="{053D2257-D3A5-4201-8FC0-E94B1A778700}"/>
              </a:ext>
            </a:extLst>
          </p:cNvPr>
          <p:cNvSpPr>
            <a:spLocks xmlns:a="http://schemas.openxmlformats.org/drawingml/2006/main" noGrp="1"/>
          </p:cNvSpPr>
          <p:nvPr/>
        </p:nvSpPr>
        <p:spPr>
          <a:xfrm xmlns:a="http://schemas.openxmlformats.org/drawingml/2006/main">
            <a:off x="6682740" y="781050"/>
            <a:ext cx="8858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جروب</a:t>
            </a:r>
          </a:p>
        </p:txBody>
      </p:sp>
      <p:sp>
        <p:nvSpPr>
          <p:cNvPr id="9" name="">
            <a:extLst xmlns:a="http://schemas.openxmlformats.org/drawingml/2006/main">
              <a:ext uri="{FF2B5EF4-FFF2-40B4-BE49-F238E27FC236}">
                <a16:creationId xmlns:a16="http://schemas.microsoft.com/office/drawing/2014/main" id="{3E50A443-09DD-49CE-9EB4-A85EECC69CA9}"/>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20BADE0B-5B53-4A6B-B96A-A73BF604D9C0}"/>
              </a:ext>
            </a:extLst>
          </p:cNvPr>
          <p:cNvSpPr>
            <a:spLocks xmlns:a="http://schemas.openxmlformats.org/drawingml/2006/main" noGrp="1"/>
          </p:cNvSpPr>
          <p:nvPr/>
        </p:nvSpPr>
        <p:spPr>
          <a:xfrm xmlns:a="http://schemas.openxmlformats.org/drawingml/2006/main">
            <a:off x="10353675" y="2381250"/>
            <a:ext cx="1123950"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خطوات</a:t>
            </a:r>
          </a:p>
        </p:txBody>
      </p:sp>
      <p:sp>
        <p:nvSpPr>
          <p:cNvPr id="11" name="">
            <a:extLst xmlns:a="http://schemas.openxmlformats.org/drawingml/2006/main">
              <a:ext uri="{FF2B5EF4-FFF2-40B4-BE49-F238E27FC236}">
                <a16:creationId xmlns:a16="http://schemas.microsoft.com/office/drawing/2014/main" id="{D4B00883-DE14-4B02-AE10-01B5293A2CEE}"/>
              </a:ext>
            </a:extLst>
          </p:cNvPr>
          <p:cNvSpPr>
            <a:spLocks xmlns:a="http://schemas.openxmlformats.org/drawingml/2006/main" noGrp="1"/>
          </p:cNvSpPr>
          <p:nvPr/>
        </p:nvSpPr>
        <p:spPr>
          <a:xfrm xmlns:a="http://schemas.openxmlformats.org/drawingml/2006/main">
            <a:off x="9409748" y="2381250"/>
            <a:ext cx="809625"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العمل</a:t>
            </a:r>
          </a:p>
        </p:txBody>
      </p:sp>
      <p:sp>
        <p:nvSpPr>
          <p:cNvPr id="12" name="">
            <a:extLst xmlns:a="http://schemas.openxmlformats.org/drawingml/2006/main">
              <a:ext uri="{FF2B5EF4-FFF2-40B4-BE49-F238E27FC236}">
                <a16:creationId xmlns:a16="http://schemas.microsoft.com/office/drawing/2014/main" id="{5F3110E3-3A86-4EFE-9FA5-B0A3F86ABE91}"/>
              </a:ext>
            </a:extLst>
          </p:cNvPr>
          <p:cNvSpPr>
            <a:spLocks xmlns:a="http://schemas.openxmlformats.org/drawingml/2006/main" noGrp="1"/>
          </p:cNvSpPr>
          <p:nvPr/>
        </p:nvSpPr>
        <p:spPr>
          <a:xfrm xmlns:a="http://schemas.openxmlformats.org/drawingml/2006/main">
            <a:off x="8094345" y="2381250"/>
            <a:ext cx="1181100"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والنتائج</a:t>
            </a:r>
          </a:p>
        </p:txBody>
      </p:sp>
      <p:sp>
        <p:nvSpPr>
          <p:cNvPr id="13" name="">
            <a:extLst xmlns:a="http://schemas.openxmlformats.org/drawingml/2006/main">
              <a:ext uri="{FF2B5EF4-FFF2-40B4-BE49-F238E27FC236}">
                <a16:creationId xmlns:a16="http://schemas.microsoft.com/office/drawing/2014/main" id="{58C68056-B06F-49C5-8B64-E598FD6C8EC2}"/>
              </a:ext>
            </a:extLst>
          </p:cNvPr>
          <p:cNvSpPr>
            <a:spLocks xmlns:a="http://schemas.openxmlformats.org/drawingml/2006/main" noGrp="1"/>
          </p:cNvSpPr>
          <p:nvPr/>
        </p:nvSpPr>
        <p:spPr>
          <a:xfrm xmlns:a="http://schemas.openxmlformats.org/drawingml/2006/main">
            <a:off x="10163175" y="3030379"/>
            <a:ext cx="1314450"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والحالات</a:t>
            </a:r>
          </a:p>
        </p:txBody>
      </p:sp>
      <p:sp>
        <p:nvSpPr>
          <p:cNvPr id="14" name="">
            <a:extLst xmlns:a="http://schemas.openxmlformats.org/drawingml/2006/main">
              <a:ext uri="{FF2B5EF4-FFF2-40B4-BE49-F238E27FC236}">
                <a16:creationId xmlns:a16="http://schemas.microsoft.com/office/drawing/2014/main" id="{B8B6E369-F03C-48A2-BB5B-DB8E03F06A23}"/>
              </a:ext>
            </a:extLst>
          </p:cNvPr>
          <p:cNvSpPr>
            <a:spLocks xmlns:a="http://schemas.openxmlformats.org/drawingml/2006/main" noGrp="1"/>
          </p:cNvSpPr>
          <p:nvPr/>
        </p:nvSpPr>
        <p:spPr>
          <a:xfrm xmlns:a="http://schemas.openxmlformats.org/drawingml/2006/main">
            <a:off x="9381173" y="3030379"/>
            <a:ext cx="647700"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التي</a:t>
            </a:r>
          </a:p>
        </p:txBody>
      </p:sp>
      <p:sp>
        <p:nvSpPr>
          <p:cNvPr id="15" name="">
            <a:extLst xmlns:a="http://schemas.openxmlformats.org/drawingml/2006/main">
              <a:ext uri="{FF2B5EF4-FFF2-40B4-BE49-F238E27FC236}">
                <a16:creationId xmlns:a16="http://schemas.microsoft.com/office/drawing/2014/main" id="{23F5C49F-12AC-4155-9034-41CF25EF32B8}"/>
              </a:ext>
            </a:extLst>
          </p:cNvPr>
          <p:cNvSpPr>
            <a:spLocks xmlns:a="http://schemas.openxmlformats.org/drawingml/2006/main" noGrp="1"/>
          </p:cNvSpPr>
          <p:nvPr/>
        </p:nvSpPr>
        <p:spPr>
          <a:xfrm xmlns:a="http://schemas.openxmlformats.org/drawingml/2006/main">
            <a:off x="8341995" y="3030379"/>
            <a:ext cx="904875"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تحتاج</a:t>
            </a:r>
          </a:p>
        </p:txBody>
      </p:sp>
      <p:sp>
        <p:nvSpPr>
          <p:cNvPr id="16" name="">
            <a:extLst xmlns:a="http://schemas.openxmlformats.org/drawingml/2006/main">
              <a:ext uri="{FF2B5EF4-FFF2-40B4-BE49-F238E27FC236}">
                <a16:creationId xmlns:a16="http://schemas.microsoft.com/office/drawing/2014/main" id="{48B501D7-B369-40E0-ABA8-95582C119EF0}"/>
              </a:ext>
            </a:extLst>
          </p:cNvPr>
          <p:cNvSpPr>
            <a:spLocks xmlns:a="http://schemas.openxmlformats.org/drawingml/2006/main" noGrp="1"/>
          </p:cNvSpPr>
          <p:nvPr/>
        </p:nvSpPr>
        <p:spPr>
          <a:xfrm xmlns:a="http://schemas.openxmlformats.org/drawingml/2006/main">
            <a:off x="7426643" y="3030379"/>
            <a:ext cx="781050" cy="626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525" b="1">
                <a:solidFill>
                  <a:srgbClr val="10203E"/>
                </a:solidFill>
                <a:latin typeface="Arial"/>
                <a:ea typeface="Arial"/>
                <a:cs typeface="Arial"/>
              </a:defRPr>
            </a:pPr>
            <a:r>
              <a:rPr sz="3525" b="1">
                <a:solidFill>
                  <a:srgbClr val="10203E"/>
                </a:solidFill>
                <a:latin typeface="Arial"/>
                <a:ea typeface="Arial"/>
                <a:cs typeface="Arial"/>
              </a:rPr>
              <a:t>قرارًا</a:t>
            </a:r>
          </a:p>
        </p:txBody>
      </p:sp>
      <p:sp>
        <p:nvSpPr>
          <p:cNvPr id="17" name="">
            <a:extLst xmlns:a="http://schemas.openxmlformats.org/drawingml/2006/main">
              <a:ext uri="{FF2B5EF4-FFF2-40B4-BE49-F238E27FC236}">
                <a16:creationId xmlns:a16="http://schemas.microsoft.com/office/drawing/2014/main" id="{D60119A6-0014-43F1-ABE2-450E9F83EC0B}"/>
              </a:ext>
            </a:extLst>
          </p:cNvPr>
          <p:cNvSpPr>
            <a:spLocks xmlns:a="http://schemas.openxmlformats.org/drawingml/2006/main" noGrp="1"/>
          </p:cNvSpPr>
          <p:nvPr/>
        </p:nvSpPr>
        <p:spPr>
          <a:xfrm xmlns:a="http://schemas.openxmlformats.org/drawingml/2006/main">
            <a:off x="10925175" y="4457700"/>
            <a:ext cx="5524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العقود</a:t>
            </a:r>
          </a:p>
        </p:txBody>
      </p:sp>
      <p:sp>
        <p:nvSpPr>
          <p:cNvPr id="18" name="">
            <a:extLst xmlns:a="http://schemas.openxmlformats.org/drawingml/2006/main">
              <a:ext uri="{FF2B5EF4-FFF2-40B4-BE49-F238E27FC236}">
                <a16:creationId xmlns:a16="http://schemas.microsoft.com/office/drawing/2014/main" id="{B4FFE054-27B1-49AC-81E7-92EA1C8B2153}"/>
              </a:ext>
            </a:extLst>
          </p:cNvPr>
          <p:cNvSpPr>
            <a:spLocks xmlns:a="http://schemas.openxmlformats.org/drawingml/2006/main" noGrp="1"/>
          </p:cNvSpPr>
          <p:nvPr/>
        </p:nvSpPr>
        <p:spPr>
          <a:xfrm xmlns:a="http://schemas.openxmlformats.org/drawingml/2006/main">
            <a:off x="9483090" y="4457700"/>
            <a:ext cx="13620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والمستخلصات،</a:t>
            </a:r>
          </a:p>
        </p:txBody>
      </p:sp>
      <p:sp>
        <p:nvSpPr>
          <p:cNvPr id="19" name="">
            <a:extLst xmlns:a="http://schemas.openxmlformats.org/drawingml/2006/main">
              <a:ext uri="{FF2B5EF4-FFF2-40B4-BE49-F238E27FC236}">
                <a16:creationId xmlns:a16="http://schemas.microsoft.com/office/drawing/2014/main" id="{C7147932-5712-4476-9D81-2388900DD0F1}"/>
              </a:ext>
            </a:extLst>
          </p:cNvPr>
          <p:cNvSpPr>
            <a:spLocks xmlns:a="http://schemas.openxmlformats.org/drawingml/2006/main" noGrp="1"/>
          </p:cNvSpPr>
          <p:nvPr/>
        </p:nvSpPr>
        <p:spPr>
          <a:xfrm xmlns:a="http://schemas.openxmlformats.org/drawingml/2006/main">
            <a:off x="8383905" y="4457700"/>
            <a:ext cx="10191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المشتريات،</a:t>
            </a:r>
          </a:p>
        </p:txBody>
      </p:sp>
      <p:sp>
        <p:nvSpPr>
          <p:cNvPr id="20" name="">
            <a:extLst xmlns:a="http://schemas.openxmlformats.org/drawingml/2006/main">
              <a:ext uri="{FF2B5EF4-FFF2-40B4-BE49-F238E27FC236}">
                <a16:creationId xmlns:a16="http://schemas.microsoft.com/office/drawing/2014/main" id="{0B3FA844-CB10-4001-B0D0-3D6E863BDCF7}"/>
              </a:ext>
            </a:extLst>
          </p:cNvPr>
          <p:cNvSpPr>
            <a:spLocks xmlns:a="http://schemas.openxmlformats.org/drawingml/2006/main" noGrp="1"/>
          </p:cNvSpPr>
          <p:nvPr/>
        </p:nvSpPr>
        <p:spPr>
          <a:xfrm xmlns:a="http://schemas.openxmlformats.org/drawingml/2006/main">
            <a:off x="7532370" y="4457700"/>
            <a:ext cx="7715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المخزن،</a:t>
            </a:r>
          </a:p>
        </p:txBody>
      </p:sp>
      <p:sp>
        <p:nvSpPr>
          <p:cNvPr id="21" name="">
            <a:extLst xmlns:a="http://schemas.openxmlformats.org/drawingml/2006/main">
              <a:ext uri="{FF2B5EF4-FFF2-40B4-BE49-F238E27FC236}">
                <a16:creationId xmlns:a16="http://schemas.microsoft.com/office/drawing/2014/main" id="{2666665E-5B20-4C00-B03F-3AD7761A3AA0}"/>
              </a:ext>
            </a:extLst>
          </p:cNvPr>
          <p:cNvSpPr>
            <a:spLocks xmlns:a="http://schemas.openxmlformats.org/drawingml/2006/main" noGrp="1"/>
          </p:cNvSpPr>
          <p:nvPr/>
        </p:nvSpPr>
        <p:spPr>
          <a:xfrm xmlns:a="http://schemas.openxmlformats.org/drawingml/2006/main">
            <a:off x="6842760" y="4457700"/>
            <a:ext cx="6096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الخزنة</a:t>
            </a:r>
          </a:p>
        </p:txBody>
      </p:sp>
      <p:sp>
        <p:nvSpPr>
          <p:cNvPr id="22" name="">
            <a:extLst xmlns:a="http://schemas.openxmlformats.org/drawingml/2006/main">
              <a:ext uri="{FF2B5EF4-FFF2-40B4-BE49-F238E27FC236}">
                <a16:creationId xmlns:a16="http://schemas.microsoft.com/office/drawing/2014/main" id="{F64B4015-D3D1-4B83-9F8A-C2562CC35CAC}"/>
              </a:ext>
            </a:extLst>
          </p:cNvPr>
          <p:cNvSpPr>
            <a:spLocks xmlns:a="http://schemas.openxmlformats.org/drawingml/2006/main" noGrp="1"/>
          </p:cNvSpPr>
          <p:nvPr/>
        </p:nvSpPr>
        <p:spPr>
          <a:xfrm xmlns:a="http://schemas.openxmlformats.org/drawingml/2006/main">
            <a:off x="5857875" y="4457700"/>
            <a:ext cx="904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والمحاسبة</a:t>
            </a:r>
          </a:p>
        </p:txBody>
      </p:sp>
      <p:sp>
        <p:nvSpPr>
          <p:cNvPr id="23" name="">
            <a:extLst xmlns:a="http://schemas.openxmlformats.org/drawingml/2006/main">
              <a:ext uri="{FF2B5EF4-FFF2-40B4-BE49-F238E27FC236}">
                <a16:creationId xmlns:a16="http://schemas.microsoft.com/office/drawing/2014/main" id="{ACDCC5B5-36A6-4D20-8452-A4BC0E657231}"/>
              </a:ext>
            </a:extLst>
          </p:cNvPr>
          <p:cNvSpPr>
            <a:spLocks xmlns:a="http://schemas.openxmlformats.org/drawingml/2006/main" noGrp="1"/>
          </p:cNvSpPr>
          <p:nvPr/>
        </p:nvSpPr>
        <p:spPr>
          <a:xfrm xmlns:a="http://schemas.openxmlformats.org/drawingml/2006/main">
            <a:off x="11087100" y="5353050"/>
            <a:ext cx="390525"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أمثلة</a:t>
            </a:r>
          </a:p>
        </p:txBody>
      </p:sp>
      <p:sp>
        <p:nvSpPr>
          <p:cNvPr id="24" name="">
            <a:extLst xmlns:a="http://schemas.openxmlformats.org/drawingml/2006/main">
              <a:ext uri="{FF2B5EF4-FFF2-40B4-BE49-F238E27FC236}">
                <a16:creationId xmlns:a16="http://schemas.microsoft.com/office/drawing/2014/main" id="{9E6CB0D3-F7B9-4A1C-BB9B-5F5127ECE765}"/>
              </a:ext>
            </a:extLst>
          </p:cNvPr>
          <p:cNvSpPr>
            <a:spLocks xmlns:a="http://schemas.openxmlformats.org/drawingml/2006/main" noGrp="1"/>
          </p:cNvSpPr>
          <p:nvPr/>
        </p:nvSpPr>
        <p:spPr>
          <a:xfrm xmlns:a="http://schemas.openxmlformats.org/drawingml/2006/main">
            <a:off x="10551795" y="5353050"/>
            <a:ext cx="466725"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رقمية</a:t>
            </a:r>
          </a:p>
        </p:txBody>
      </p:sp>
      <p:sp>
        <p:nvSpPr>
          <p:cNvPr id="25" name="">
            <a:extLst xmlns:a="http://schemas.openxmlformats.org/drawingml/2006/main">
              <a:ext uri="{FF2B5EF4-FFF2-40B4-BE49-F238E27FC236}">
                <a16:creationId xmlns:a16="http://schemas.microsoft.com/office/drawing/2014/main" id="{BAAB47E1-67D0-4A7B-B07F-63045C267619}"/>
              </a:ext>
            </a:extLst>
          </p:cNvPr>
          <p:cNvSpPr>
            <a:spLocks xmlns:a="http://schemas.openxmlformats.org/drawingml/2006/main" noGrp="1"/>
          </p:cNvSpPr>
          <p:nvPr/>
        </p:nvSpPr>
        <p:spPr>
          <a:xfrm xmlns:a="http://schemas.openxmlformats.org/drawingml/2006/main">
            <a:off x="9968865" y="5353050"/>
            <a:ext cx="51435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وأسئلة</a:t>
            </a:r>
          </a:p>
        </p:txBody>
      </p:sp>
      <p:sp>
        <p:nvSpPr>
          <p:cNvPr id="26" name="">
            <a:extLst xmlns:a="http://schemas.openxmlformats.org/drawingml/2006/main">
              <a:ext uri="{FF2B5EF4-FFF2-40B4-BE49-F238E27FC236}">
                <a16:creationId xmlns:a16="http://schemas.microsoft.com/office/drawing/2014/main" id="{52CE60C6-ECFF-4921-BDB1-88F5B94C3A4A}"/>
              </a:ext>
            </a:extLst>
          </p:cNvPr>
          <p:cNvSpPr>
            <a:spLocks xmlns:a="http://schemas.openxmlformats.org/drawingml/2006/main" noGrp="1"/>
          </p:cNvSpPr>
          <p:nvPr/>
        </p:nvSpPr>
        <p:spPr>
          <a:xfrm xmlns:a="http://schemas.openxmlformats.org/drawingml/2006/main">
            <a:off x="9328785" y="5353050"/>
            <a:ext cx="5715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وأجوبة</a:t>
            </a:r>
          </a:p>
        </p:txBody>
      </p:sp>
      <p:sp>
        <p:nvSpPr>
          <p:cNvPr id="27" name="">
            <a:extLst xmlns:a="http://schemas.openxmlformats.org/drawingml/2006/main">
              <a:ext uri="{FF2B5EF4-FFF2-40B4-BE49-F238E27FC236}">
                <a16:creationId xmlns:a16="http://schemas.microsoft.com/office/drawing/2014/main" id="{49090C26-AC55-400D-A323-9245156613C3}"/>
              </a:ext>
            </a:extLst>
          </p:cNvPr>
          <p:cNvSpPr>
            <a:spLocks xmlns:a="http://schemas.openxmlformats.org/drawingml/2006/main" noGrp="1"/>
          </p:cNvSpPr>
          <p:nvPr/>
        </p:nvSpPr>
        <p:spPr>
          <a:xfrm xmlns:a="http://schemas.openxmlformats.org/drawingml/2006/main">
            <a:off x="9003030" y="5353050"/>
            <a:ext cx="257175"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مع</a:t>
            </a:r>
          </a:p>
        </p:txBody>
      </p:sp>
      <p:sp>
        <p:nvSpPr>
          <p:cNvPr id="28" name="">
            <a:extLst xmlns:a="http://schemas.openxmlformats.org/drawingml/2006/main">
              <a:ext uri="{FF2B5EF4-FFF2-40B4-BE49-F238E27FC236}">
                <a16:creationId xmlns:a16="http://schemas.microsoft.com/office/drawing/2014/main" id="{5879FAC0-E829-43A0-B39B-D462590AB4EB}"/>
              </a:ext>
            </a:extLst>
          </p:cNvPr>
          <p:cNvSpPr>
            <a:spLocks xmlns:a="http://schemas.openxmlformats.org/drawingml/2006/main" noGrp="1"/>
          </p:cNvSpPr>
          <p:nvPr/>
        </p:nvSpPr>
        <p:spPr>
          <a:xfrm xmlns:a="http://schemas.openxmlformats.org/drawingml/2006/main">
            <a:off x="8172450" y="5353050"/>
            <a:ext cx="7620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ملاحظات</a:t>
            </a:r>
          </a:p>
        </p:txBody>
      </p:sp>
      <p:sp>
        <p:nvSpPr>
          <p:cNvPr id="29" name="">
            <a:extLst xmlns:a="http://schemas.openxmlformats.org/drawingml/2006/main">
              <a:ext uri="{FF2B5EF4-FFF2-40B4-BE49-F238E27FC236}">
                <a16:creationId xmlns:a16="http://schemas.microsoft.com/office/drawing/2014/main" id="{D1A9FD66-479F-450F-8E04-B7B55194871C}"/>
              </a:ext>
            </a:extLst>
          </p:cNvPr>
          <p:cNvSpPr>
            <a:spLocks xmlns:a="http://schemas.openxmlformats.org/drawingml/2006/main" noGrp="1"/>
          </p:cNvSpPr>
          <p:nvPr/>
        </p:nvSpPr>
        <p:spPr>
          <a:xfrm xmlns:a="http://schemas.openxmlformats.org/drawingml/2006/main">
            <a:off x="7503795" y="5353050"/>
            <a:ext cx="600075"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563EB"/>
                </a:solidFill>
                <a:latin typeface="Arial"/>
                <a:ea typeface="Arial"/>
                <a:cs typeface="Arial"/>
              </a:defRPr>
            </a:pPr>
            <a:r>
              <a:rPr sz="1800" b="0">
                <a:solidFill>
                  <a:srgbClr val="2563EB"/>
                </a:solidFill>
                <a:latin typeface="Arial"/>
                <a:ea typeface="Arial"/>
                <a:cs typeface="Arial"/>
              </a:rPr>
              <a:t>للمُدرّب</a:t>
            </a:r>
          </a:p>
        </p:txBody>
      </p:sp>
    </p:spTree>
    <p:extLst>
      <p:ext uri="{BB962C8B-B14F-4D97-AF65-F5344CB8AC3E}">
        <p14:creationId xmlns:p14="http://schemas.microsoft.com/office/powerpoint/2010/main" val="519209131"/>
      </p:ext>
    </p:extLst>
  </p:cSld>
</p:sld>
</file>

<file path=ppt/slides/slide2.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D0542AF-6EFB-4243-88EA-9CF29D157BF4}"/>
              </a:ext>
            </a:extLst>
          </p:cNvPr>
          <p:cNvSpPr>
            <a:spLocks xmlns:a="http://schemas.openxmlformats.org/drawingml/2006/main" noGrp="1"/>
          </p:cNvSpPr>
          <p:nvPr/>
        </p:nvSpPr>
        <p:spPr>
          <a:xfrm xmlns:a="http://schemas.openxmlformats.org/drawingml/2006/main">
            <a:off x="11172825"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البداية</a:t>
            </a:r>
          </a:p>
        </p:txBody>
      </p:sp>
      <p:sp>
        <p:nvSpPr>
          <p:cNvPr id="2" name="">
            <a:extLst xmlns:a="http://schemas.openxmlformats.org/drawingml/2006/main">
              <a:ext uri="{FF2B5EF4-FFF2-40B4-BE49-F238E27FC236}">
                <a16:creationId xmlns:a16="http://schemas.microsoft.com/office/drawing/2014/main" id="{13D914CE-408E-4E8E-B36A-81BD4CAE9569}"/>
              </a:ext>
            </a:extLst>
          </p:cNvPr>
          <p:cNvSpPr>
            <a:spLocks xmlns:a="http://schemas.openxmlformats.org/drawingml/2006/main" noGrp="1"/>
          </p:cNvSpPr>
          <p:nvPr/>
        </p:nvSpPr>
        <p:spPr>
          <a:xfrm xmlns:a="http://schemas.openxmlformats.org/drawingml/2006/main">
            <a:off x="10725150" y="781050"/>
            <a:ext cx="847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طريقة</a:t>
            </a:r>
          </a:p>
        </p:txBody>
      </p:sp>
      <p:sp>
        <p:nvSpPr>
          <p:cNvPr id="3" name="">
            <a:extLst xmlns:a="http://schemas.openxmlformats.org/drawingml/2006/main">
              <a:ext uri="{FF2B5EF4-FFF2-40B4-BE49-F238E27FC236}">
                <a16:creationId xmlns:a16="http://schemas.microsoft.com/office/drawing/2014/main" id="{49E37AB2-09D3-4D3A-A56A-54A1AFDA642A}"/>
              </a:ext>
            </a:extLst>
          </p:cNvPr>
          <p:cNvSpPr>
            <a:spLocks xmlns:a="http://schemas.openxmlformats.org/drawingml/2006/main" noGrp="1"/>
          </p:cNvSpPr>
          <p:nvPr/>
        </p:nvSpPr>
        <p:spPr>
          <a:xfrm xmlns:a="http://schemas.openxmlformats.org/drawingml/2006/main">
            <a:off x="9528810" y="781050"/>
            <a:ext cx="10763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استخدام</a:t>
            </a:r>
          </a:p>
        </p:txBody>
      </p:sp>
      <p:sp>
        <p:nvSpPr>
          <p:cNvPr id="4" name="">
            <a:extLst xmlns:a="http://schemas.openxmlformats.org/drawingml/2006/main">
              <a:ext uri="{FF2B5EF4-FFF2-40B4-BE49-F238E27FC236}">
                <a16:creationId xmlns:a16="http://schemas.microsoft.com/office/drawing/2014/main" id="{0DCABE8E-5D8F-420E-848B-F287C75FC6A7}"/>
              </a:ext>
            </a:extLst>
          </p:cNvPr>
          <p:cNvSpPr>
            <a:spLocks xmlns:a="http://schemas.openxmlformats.org/drawingml/2006/main" noGrp="1"/>
          </p:cNvSpPr>
          <p:nvPr/>
        </p:nvSpPr>
        <p:spPr>
          <a:xfrm xmlns:a="http://schemas.openxmlformats.org/drawingml/2006/main">
            <a:off x="8932545" y="781050"/>
            <a:ext cx="4762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هذا</a:t>
            </a:r>
          </a:p>
        </p:txBody>
      </p:sp>
      <p:sp>
        <p:nvSpPr>
          <p:cNvPr id="5" name="">
            <a:extLst xmlns:a="http://schemas.openxmlformats.org/drawingml/2006/main">
              <a:ext uri="{FF2B5EF4-FFF2-40B4-BE49-F238E27FC236}">
                <a16:creationId xmlns:a16="http://schemas.microsoft.com/office/drawing/2014/main" id="{20543884-2002-4169-8784-23A84F1B6E1D}"/>
              </a:ext>
            </a:extLst>
          </p:cNvPr>
          <p:cNvSpPr>
            <a:spLocks xmlns:a="http://schemas.openxmlformats.org/drawingml/2006/main" noGrp="1"/>
          </p:cNvSpPr>
          <p:nvPr/>
        </p:nvSpPr>
        <p:spPr>
          <a:xfrm xmlns:a="http://schemas.openxmlformats.org/drawingml/2006/main">
            <a:off x="8050530" y="781050"/>
            <a:ext cx="7620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الدليل</a:t>
            </a:r>
          </a:p>
        </p:txBody>
      </p:sp>
      <p:sp>
        <p:nvSpPr>
          <p:cNvPr id="6" name="">
            <a:extLst xmlns:a="http://schemas.openxmlformats.org/drawingml/2006/main">
              <a:ext uri="{FF2B5EF4-FFF2-40B4-BE49-F238E27FC236}">
                <a16:creationId xmlns:a16="http://schemas.microsoft.com/office/drawing/2014/main" id="{403613DF-5A8B-4EB7-8168-DD8E2EDE14EF}"/>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D7C3A3E-1CF1-42B2-BCA0-7EF8692F9DF7}"/>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A23C213-D06E-4ACB-8C00-380A6BAF1399}"/>
              </a:ext>
            </a:extLst>
          </p:cNvPr>
          <p:cNvSpPr>
            <a:spLocks xmlns:a="http://schemas.openxmlformats.org/drawingml/2006/main" noGrp="1"/>
          </p:cNvSpPr>
          <p:nvPr/>
        </p:nvSpPr>
        <p:spPr>
          <a:xfrm xmlns:a="http://schemas.openxmlformats.org/drawingml/2006/main">
            <a:off x="11087100" y="2771775"/>
            <a:ext cx="4381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افتح</a:t>
            </a:r>
          </a:p>
        </p:txBody>
      </p:sp>
      <p:sp>
        <p:nvSpPr>
          <p:cNvPr id="9" name="">
            <a:extLst xmlns:a="http://schemas.openxmlformats.org/drawingml/2006/main">
              <a:ext uri="{FF2B5EF4-FFF2-40B4-BE49-F238E27FC236}">
                <a16:creationId xmlns:a16="http://schemas.microsoft.com/office/drawing/2014/main" id="{858D2DA6-55DE-415D-8C69-3EAC4AC36966}"/>
              </a:ext>
            </a:extLst>
          </p:cNvPr>
          <p:cNvSpPr>
            <a:spLocks xmlns:a="http://schemas.openxmlformats.org/drawingml/2006/main" noGrp="1"/>
          </p:cNvSpPr>
          <p:nvPr/>
        </p:nvSpPr>
        <p:spPr>
          <a:xfrm xmlns:a="http://schemas.openxmlformats.org/drawingml/2006/main">
            <a:off x="10518458" y="2771775"/>
            <a:ext cx="4857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فصل</a:t>
            </a:r>
          </a:p>
        </p:txBody>
      </p:sp>
      <p:sp>
        <p:nvSpPr>
          <p:cNvPr id="10" name="">
            <a:extLst xmlns:a="http://schemas.openxmlformats.org/drawingml/2006/main">
              <a:ext uri="{FF2B5EF4-FFF2-40B4-BE49-F238E27FC236}">
                <a16:creationId xmlns:a16="http://schemas.microsoft.com/office/drawing/2014/main" id="{F166D3A1-CF0C-4084-B2F0-A75370AF2C55}"/>
              </a:ext>
            </a:extLst>
          </p:cNvPr>
          <p:cNvSpPr>
            <a:spLocks xmlns:a="http://schemas.openxmlformats.org/drawingml/2006/main" noGrp="1"/>
          </p:cNvSpPr>
          <p:nvPr/>
        </p:nvSpPr>
        <p:spPr>
          <a:xfrm xmlns:a="http://schemas.openxmlformats.org/drawingml/2006/main">
            <a:off x="9683115" y="2771775"/>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الصفحة</a:t>
            </a:r>
          </a:p>
        </p:txBody>
      </p:sp>
      <p:sp>
        <p:nvSpPr>
          <p:cNvPr id="11" name="">
            <a:extLst xmlns:a="http://schemas.openxmlformats.org/drawingml/2006/main">
              <a:ext uri="{FF2B5EF4-FFF2-40B4-BE49-F238E27FC236}">
                <a16:creationId xmlns:a16="http://schemas.microsoft.com/office/drawing/2014/main" id="{476FFDEA-461B-4D5B-8F2C-A9586AF7FC77}"/>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EFBF64A-A9ED-4F31-BD59-6F3F89D520D4}"/>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FC19738-A3FE-4B16-BD23-BDE6B9259A28}"/>
              </a:ext>
            </a:extLst>
          </p:cNvPr>
          <p:cNvSpPr>
            <a:spLocks xmlns:a="http://schemas.openxmlformats.org/drawingml/2006/main" noGrp="1"/>
          </p:cNvSpPr>
          <p:nvPr/>
        </p:nvSpPr>
        <p:spPr>
          <a:xfrm xmlns:a="http://schemas.openxmlformats.org/drawingml/2006/main">
            <a:off x="8391525" y="2771775"/>
            <a:ext cx="3238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نفّذ</a:t>
            </a:r>
          </a:p>
        </p:txBody>
      </p:sp>
      <p:sp>
        <p:nvSpPr>
          <p:cNvPr id="14" name="">
            <a:extLst xmlns:a="http://schemas.openxmlformats.org/drawingml/2006/main">
              <a:ext uri="{FF2B5EF4-FFF2-40B4-BE49-F238E27FC236}">
                <a16:creationId xmlns:a16="http://schemas.microsoft.com/office/drawing/2014/main" id="{28373EDF-63A0-41FA-BC85-ABF3815568C2}"/>
              </a:ext>
            </a:extLst>
          </p:cNvPr>
          <p:cNvSpPr>
            <a:spLocks xmlns:a="http://schemas.openxmlformats.org/drawingml/2006/main" noGrp="1"/>
          </p:cNvSpPr>
          <p:nvPr/>
        </p:nvSpPr>
        <p:spPr>
          <a:xfrm xmlns:a="http://schemas.openxmlformats.org/drawingml/2006/main">
            <a:off x="7594283" y="2771775"/>
            <a:ext cx="7143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خطوات</a:t>
            </a:r>
          </a:p>
        </p:txBody>
      </p:sp>
      <p:sp>
        <p:nvSpPr>
          <p:cNvPr id="15" name="">
            <a:extLst xmlns:a="http://schemas.openxmlformats.org/drawingml/2006/main">
              <a:ext uri="{FF2B5EF4-FFF2-40B4-BE49-F238E27FC236}">
                <a16:creationId xmlns:a16="http://schemas.microsoft.com/office/drawing/2014/main" id="{D7948040-5186-4830-A2C2-9E82DE1F48B9}"/>
              </a:ext>
            </a:extLst>
          </p:cNvPr>
          <p:cNvSpPr>
            <a:spLocks xmlns:a="http://schemas.openxmlformats.org/drawingml/2006/main" noGrp="1"/>
          </p:cNvSpPr>
          <p:nvPr/>
        </p:nvSpPr>
        <p:spPr>
          <a:xfrm xmlns:a="http://schemas.openxmlformats.org/drawingml/2006/main">
            <a:off x="6949440" y="2771775"/>
            <a:ext cx="5619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المثال</a:t>
            </a:r>
          </a:p>
        </p:txBody>
      </p:sp>
      <p:sp>
        <p:nvSpPr>
          <p:cNvPr id="16" name="">
            <a:extLst xmlns:a="http://schemas.openxmlformats.org/drawingml/2006/main">
              <a:ext uri="{FF2B5EF4-FFF2-40B4-BE49-F238E27FC236}">
                <a16:creationId xmlns:a16="http://schemas.microsoft.com/office/drawing/2014/main" id="{8FE83FE8-78B4-4A27-9950-B1A5C8424418}"/>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0D6CCD21-579D-4404-B111-BAE7C0FA7099}"/>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1EB8BE7D-1780-4B1A-BE47-F669D87E396F}"/>
              </a:ext>
            </a:extLst>
          </p:cNvPr>
          <p:cNvSpPr>
            <a:spLocks xmlns:a="http://schemas.openxmlformats.org/drawingml/2006/main" noGrp="1"/>
          </p:cNvSpPr>
          <p:nvPr/>
        </p:nvSpPr>
        <p:spPr>
          <a:xfrm xmlns:a="http://schemas.openxmlformats.org/drawingml/2006/main">
            <a:off x="5391150" y="2771775"/>
            <a:ext cx="5143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راجع</a:t>
            </a:r>
          </a:p>
        </p:txBody>
      </p:sp>
      <p:sp>
        <p:nvSpPr>
          <p:cNvPr id="19" name="">
            <a:extLst xmlns:a="http://schemas.openxmlformats.org/drawingml/2006/main">
              <a:ext uri="{FF2B5EF4-FFF2-40B4-BE49-F238E27FC236}">
                <a16:creationId xmlns:a16="http://schemas.microsoft.com/office/drawing/2014/main" id="{416845FF-3399-4976-82CC-0187257026FB}"/>
              </a:ext>
            </a:extLst>
          </p:cNvPr>
          <p:cNvSpPr>
            <a:spLocks xmlns:a="http://schemas.openxmlformats.org/drawingml/2006/main" noGrp="1"/>
          </p:cNvSpPr>
          <p:nvPr/>
        </p:nvSpPr>
        <p:spPr>
          <a:xfrm xmlns:a="http://schemas.openxmlformats.org/drawingml/2006/main">
            <a:off x="4993958" y="2771775"/>
            <a:ext cx="3143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أثر</a:t>
            </a:r>
          </a:p>
        </p:txBody>
      </p:sp>
      <p:sp>
        <p:nvSpPr>
          <p:cNvPr id="20" name="">
            <a:extLst xmlns:a="http://schemas.openxmlformats.org/drawingml/2006/main">
              <a:ext uri="{FF2B5EF4-FFF2-40B4-BE49-F238E27FC236}">
                <a16:creationId xmlns:a16="http://schemas.microsoft.com/office/drawing/2014/main" id="{1124A2B3-CF99-4DF1-BC6D-35A343CF2294}"/>
              </a:ext>
            </a:extLst>
          </p:cNvPr>
          <p:cNvSpPr>
            <a:spLocks xmlns:a="http://schemas.openxmlformats.org/drawingml/2006/main" noGrp="1"/>
          </p:cNvSpPr>
          <p:nvPr/>
        </p:nvSpPr>
        <p:spPr>
          <a:xfrm xmlns:a="http://schemas.openxmlformats.org/drawingml/2006/main">
            <a:off x="4253865" y="2771775"/>
            <a:ext cx="6572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العملية</a:t>
            </a:r>
          </a:p>
        </p:txBody>
      </p:sp>
      <p:sp>
        <p:nvSpPr>
          <p:cNvPr id="21" name="">
            <a:extLst xmlns:a="http://schemas.openxmlformats.org/drawingml/2006/main">
              <a:ext uri="{FF2B5EF4-FFF2-40B4-BE49-F238E27FC236}">
                <a16:creationId xmlns:a16="http://schemas.microsoft.com/office/drawing/2014/main" id="{35E520B2-037A-4D03-9501-71502F9DE13A}"/>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1C9CE9E2-C982-4B61-8B91-AFB829FC9A38}"/>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44E22469-503E-4234-AB12-F25D3DD44AD5}"/>
              </a:ext>
            </a:extLst>
          </p:cNvPr>
          <p:cNvSpPr>
            <a:spLocks xmlns:a="http://schemas.openxmlformats.org/drawingml/2006/main" noGrp="1"/>
          </p:cNvSpPr>
          <p:nvPr/>
        </p:nvSpPr>
        <p:spPr>
          <a:xfrm xmlns:a="http://schemas.openxmlformats.org/drawingml/2006/main">
            <a:off x="2590800" y="2771775"/>
            <a:ext cx="5048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جرّب</a:t>
            </a:r>
          </a:p>
        </p:txBody>
      </p:sp>
      <p:sp>
        <p:nvSpPr>
          <p:cNvPr id="24" name="">
            <a:extLst xmlns:a="http://schemas.openxmlformats.org/drawingml/2006/main">
              <a:ext uri="{FF2B5EF4-FFF2-40B4-BE49-F238E27FC236}">
                <a16:creationId xmlns:a16="http://schemas.microsoft.com/office/drawing/2014/main" id="{9056E0E3-27D6-4C86-AAEC-317EEED831A1}"/>
              </a:ext>
            </a:extLst>
          </p:cNvPr>
          <p:cNvSpPr>
            <a:spLocks xmlns:a="http://schemas.openxmlformats.org/drawingml/2006/main" noGrp="1"/>
          </p:cNvSpPr>
          <p:nvPr/>
        </p:nvSpPr>
        <p:spPr>
          <a:xfrm xmlns:a="http://schemas.openxmlformats.org/drawingml/2006/main">
            <a:off x="1841183" y="2771775"/>
            <a:ext cx="6667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السؤال</a:t>
            </a:r>
          </a:p>
        </p:txBody>
      </p:sp>
      <p:sp>
        <p:nvSpPr>
          <p:cNvPr id="25" name="">
            <a:extLst xmlns:a="http://schemas.openxmlformats.org/drawingml/2006/main">
              <a:ext uri="{FF2B5EF4-FFF2-40B4-BE49-F238E27FC236}">
                <a16:creationId xmlns:a16="http://schemas.microsoft.com/office/drawing/2014/main" id="{2B18537D-02C0-4E90-BFD5-3E93194837D2}"/>
              </a:ext>
            </a:extLst>
          </p:cNvPr>
          <p:cNvSpPr>
            <a:spLocks xmlns:a="http://schemas.openxmlformats.org/drawingml/2006/main" noGrp="1"/>
          </p:cNvSpPr>
          <p:nvPr/>
        </p:nvSpPr>
        <p:spPr>
          <a:xfrm xmlns:a="http://schemas.openxmlformats.org/drawingml/2006/main">
            <a:off x="1015365" y="2771775"/>
            <a:ext cx="7429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الختامي</a:t>
            </a:r>
          </a:p>
        </p:txBody>
      </p:sp>
      <p:sp>
        <p:nvSpPr>
          <p:cNvPr id="26" name="">
            <a:extLst xmlns:a="http://schemas.openxmlformats.org/drawingml/2006/main">
              <a:ext uri="{FF2B5EF4-FFF2-40B4-BE49-F238E27FC236}">
                <a16:creationId xmlns:a16="http://schemas.microsoft.com/office/drawing/2014/main" id="{B23CD9A1-9AA3-451B-8C34-A5F89500644D}"/>
              </a:ext>
            </a:extLst>
          </p:cNvPr>
          <p:cNvSpPr>
            <a:spLocks xmlns:a="http://schemas.openxmlformats.org/drawingml/2006/main" noGrp="1"/>
          </p:cNvSpPr>
          <p:nvPr/>
        </p:nvSpPr>
        <p:spPr>
          <a:xfrm xmlns:a="http://schemas.openxmlformats.org/drawingml/2006/main">
            <a:off x="10601325" y="4933950"/>
            <a:ext cx="8763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ملاحظات</a:t>
            </a:r>
          </a:p>
        </p:txBody>
      </p:sp>
      <p:sp>
        <p:nvSpPr>
          <p:cNvPr id="27" name="">
            <a:extLst xmlns:a="http://schemas.openxmlformats.org/drawingml/2006/main">
              <a:ext uri="{FF2B5EF4-FFF2-40B4-BE49-F238E27FC236}">
                <a16:creationId xmlns:a16="http://schemas.microsoft.com/office/drawing/2014/main" id="{37B4685B-3D60-4C7A-AD1C-1579325A6FD3}"/>
              </a:ext>
            </a:extLst>
          </p:cNvPr>
          <p:cNvSpPr>
            <a:spLocks xmlns:a="http://schemas.openxmlformats.org/drawingml/2006/main" noGrp="1"/>
          </p:cNvSpPr>
          <p:nvPr/>
        </p:nvSpPr>
        <p:spPr>
          <a:xfrm xmlns:a="http://schemas.openxmlformats.org/drawingml/2006/main">
            <a:off x="10216515" y="4933950"/>
            <a:ext cx="304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كل</a:t>
            </a:r>
          </a:p>
        </p:txBody>
      </p:sp>
      <p:sp>
        <p:nvSpPr>
          <p:cNvPr id="28" name="">
            <a:extLst xmlns:a="http://schemas.openxmlformats.org/drawingml/2006/main">
              <a:ext uri="{FF2B5EF4-FFF2-40B4-BE49-F238E27FC236}">
                <a16:creationId xmlns:a16="http://schemas.microsoft.com/office/drawing/2014/main" id="{2EA425DA-AC9A-4C44-BE91-6B8B8E59BA3A}"/>
              </a:ext>
            </a:extLst>
          </p:cNvPr>
          <p:cNvSpPr>
            <a:spLocks xmlns:a="http://schemas.openxmlformats.org/drawingml/2006/main" noGrp="1"/>
          </p:cNvSpPr>
          <p:nvPr/>
        </p:nvSpPr>
        <p:spPr>
          <a:xfrm xmlns:a="http://schemas.openxmlformats.org/drawingml/2006/main">
            <a:off x="9498330" y="4933950"/>
            <a:ext cx="6381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شريحة</a:t>
            </a:r>
          </a:p>
        </p:txBody>
      </p:sp>
      <p:sp>
        <p:nvSpPr>
          <p:cNvPr id="29" name="">
            <a:extLst xmlns:a="http://schemas.openxmlformats.org/drawingml/2006/main">
              <a:ext uri="{FF2B5EF4-FFF2-40B4-BE49-F238E27FC236}">
                <a16:creationId xmlns:a16="http://schemas.microsoft.com/office/drawing/2014/main" id="{2862B27B-1913-4BF7-A006-2E5FFCAFDE63}"/>
              </a:ext>
            </a:extLst>
          </p:cNvPr>
          <p:cNvSpPr>
            <a:spLocks xmlns:a="http://schemas.openxmlformats.org/drawingml/2006/main" noGrp="1"/>
          </p:cNvSpPr>
          <p:nvPr/>
        </p:nvSpPr>
        <p:spPr>
          <a:xfrm xmlns:a="http://schemas.openxmlformats.org/drawingml/2006/main">
            <a:off x="8799195" y="4933950"/>
            <a:ext cx="6191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تحتوي</a:t>
            </a:r>
          </a:p>
        </p:txBody>
      </p:sp>
      <p:sp>
        <p:nvSpPr>
          <p:cNvPr id="30" name="">
            <a:extLst xmlns:a="http://schemas.openxmlformats.org/drawingml/2006/main">
              <a:ext uri="{FF2B5EF4-FFF2-40B4-BE49-F238E27FC236}">
                <a16:creationId xmlns:a16="http://schemas.microsoft.com/office/drawing/2014/main" id="{7B35D44A-33D7-458C-8787-78914820472D}"/>
              </a:ext>
            </a:extLst>
          </p:cNvPr>
          <p:cNvSpPr>
            <a:spLocks xmlns:a="http://schemas.openxmlformats.org/drawingml/2006/main" noGrp="1"/>
          </p:cNvSpPr>
          <p:nvPr/>
        </p:nvSpPr>
        <p:spPr>
          <a:xfrm xmlns:a="http://schemas.openxmlformats.org/drawingml/2006/main">
            <a:off x="8185785" y="4933950"/>
            <a:ext cx="5334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شرحًا</a:t>
            </a:r>
          </a:p>
        </p:txBody>
      </p:sp>
      <p:sp>
        <p:nvSpPr>
          <p:cNvPr id="31" name="">
            <a:extLst xmlns:a="http://schemas.openxmlformats.org/drawingml/2006/main">
              <a:ext uri="{FF2B5EF4-FFF2-40B4-BE49-F238E27FC236}">
                <a16:creationId xmlns:a16="http://schemas.microsoft.com/office/drawing/2014/main" id="{340E57FE-4F02-47FC-A1A6-2467CB72150D}"/>
              </a:ext>
            </a:extLst>
          </p:cNvPr>
          <p:cNvSpPr>
            <a:spLocks xmlns:a="http://schemas.openxmlformats.org/drawingml/2006/main" noGrp="1"/>
          </p:cNvSpPr>
          <p:nvPr/>
        </p:nvSpPr>
        <p:spPr>
          <a:xfrm xmlns:a="http://schemas.openxmlformats.org/drawingml/2006/main">
            <a:off x="7505700" y="4933950"/>
            <a:ext cx="6000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إضافيًا</a:t>
            </a:r>
          </a:p>
        </p:txBody>
      </p:sp>
      <p:sp>
        <p:nvSpPr>
          <p:cNvPr id="32" name="">
            <a:extLst xmlns:a="http://schemas.openxmlformats.org/drawingml/2006/main">
              <a:ext uri="{FF2B5EF4-FFF2-40B4-BE49-F238E27FC236}">
                <a16:creationId xmlns:a16="http://schemas.microsoft.com/office/drawing/2014/main" id="{00090A96-2102-4E3E-AB89-3BA47B6C9B95}"/>
              </a:ext>
            </a:extLst>
          </p:cNvPr>
          <p:cNvSpPr>
            <a:spLocks xmlns:a="http://schemas.openxmlformats.org/drawingml/2006/main" noGrp="1"/>
          </p:cNvSpPr>
          <p:nvPr/>
        </p:nvSpPr>
        <p:spPr>
          <a:xfrm xmlns:a="http://schemas.openxmlformats.org/drawingml/2006/main">
            <a:off x="6663690" y="4933950"/>
            <a:ext cx="7620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للمُدرّب.</a:t>
            </a:r>
          </a:p>
        </p:txBody>
      </p:sp>
      <p:sp>
        <p:nvSpPr>
          <p:cNvPr id="33" name="">
            <a:extLst xmlns:a="http://schemas.openxmlformats.org/drawingml/2006/main">
              <a:ext uri="{FF2B5EF4-FFF2-40B4-BE49-F238E27FC236}">
                <a16:creationId xmlns:a16="http://schemas.microsoft.com/office/drawing/2014/main" id="{EA5F42B4-4681-48B4-9F6C-8F79250070C1}"/>
              </a:ext>
            </a:extLst>
          </p:cNvPr>
          <p:cNvSpPr>
            <a:spLocks xmlns:a="http://schemas.openxmlformats.org/drawingml/2006/main" noGrp="1"/>
          </p:cNvSpPr>
          <p:nvPr/>
        </p:nvSpPr>
        <p:spPr>
          <a:xfrm xmlns:a="http://schemas.openxmlformats.org/drawingml/2006/main">
            <a:off x="5964555" y="4933950"/>
            <a:ext cx="6191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الأرقام</a:t>
            </a:r>
          </a:p>
        </p:txBody>
      </p:sp>
      <p:sp>
        <p:nvSpPr>
          <p:cNvPr id="34" name="">
            <a:extLst xmlns:a="http://schemas.openxmlformats.org/drawingml/2006/main">
              <a:ext uri="{FF2B5EF4-FFF2-40B4-BE49-F238E27FC236}">
                <a16:creationId xmlns:a16="http://schemas.microsoft.com/office/drawing/2014/main" id="{7892AE63-997E-47D0-935E-6C50E3225A49}"/>
              </a:ext>
            </a:extLst>
          </p:cNvPr>
          <p:cNvSpPr>
            <a:spLocks xmlns:a="http://schemas.openxmlformats.org/drawingml/2006/main" noGrp="1"/>
          </p:cNvSpPr>
          <p:nvPr/>
        </p:nvSpPr>
        <p:spPr>
          <a:xfrm xmlns:a="http://schemas.openxmlformats.org/drawingml/2006/main">
            <a:off x="4932045" y="4933950"/>
            <a:ext cx="9525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المعروضة</a:t>
            </a:r>
          </a:p>
        </p:txBody>
      </p:sp>
      <p:sp>
        <p:nvSpPr>
          <p:cNvPr id="35" name="">
            <a:extLst xmlns:a="http://schemas.openxmlformats.org/drawingml/2006/main">
              <a:ext uri="{FF2B5EF4-FFF2-40B4-BE49-F238E27FC236}">
                <a16:creationId xmlns:a16="http://schemas.microsoft.com/office/drawing/2014/main" id="{6C94D16C-1E8D-4FF0-BA3A-6D04B2862F83}"/>
              </a:ext>
            </a:extLst>
          </p:cNvPr>
          <p:cNvSpPr>
            <a:spLocks xmlns:a="http://schemas.openxmlformats.org/drawingml/2006/main" noGrp="1"/>
          </p:cNvSpPr>
          <p:nvPr/>
        </p:nvSpPr>
        <p:spPr>
          <a:xfrm xmlns:a="http://schemas.openxmlformats.org/drawingml/2006/main">
            <a:off x="4413885" y="4933950"/>
            <a:ext cx="4381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أمثلة</a:t>
            </a:r>
          </a:p>
        </p:txBody>
      </p:sp>
      <p:sp>
        <p:nvSpPr>
          <p:cNvPr id="36" name="">
            <a:extLst xmlns:a="http://schemas.openxmlformats.org/drawingml/2006/main">
              <a:ext uri="{FF2B5EF4-FFF2-40B4-BE49-F238E27FC236}">
                <a16:creationId xmlns:a16="http://schemas.microsoft.com/office/drawing/2014/main" id="{8CA757E3-A27C-4925-971F-293D10A9E6C5}"/>
              </a:ext>
            </a:extLst>
          </p:cNvPr>
          <p:cNvSpPr>
            <a:spLocks xmlns:a="http://schemas.openxmlformats.org/drawingml/2006/main" noGrp="1"/>
          </p:cNvSpPr>
          <p:nvPr/>
        </p:nvSpPr>
        <p:spPr>
          <a:xfrm xmlns:a="http://schemas.openxmlformats.org/drawingml/2006/main">
            <a:off x="3733800" y="4933950"/>
            <a:ext cx="6000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مستقلة</a:t>
            </a:r>
          </a:p>
        </p:txBody>
      </p:sp>
      <p:sp>
        <p:nvSpPr>
          <p:cNvPr id="37" name="">
            <a:extLst xmlns:a="http://schemas.openxmlformats.org/drawingml/2006/main">
              <a:ext uri="{FF2B5EF4-FFF2-40B4-BE49-F238E27FC236}">
                <a16:creationId xmlns:a16="http://schemas.microsoft.com/office/drawing/2014/main" id="{254A7983-7482-46C2-BE8D-697068E09B46}"/>
              </a:ext>
            </a:extLst>
          </p:cNvPr>
          <p:cNvSpPr>
            <a:spLocks xmlns:a="http://schemas.openxmlformats.org/drawingml/2006/main" noGrp="1"/>
          </p:cNvSpPr>
          <p:nvPr/>
        </p:nvSpPr>
        <p:spPr>
          <a:xfrm xmlns:a="http://schemas.openxmlformats.org/drawingml/2006/main">
            <a:off x="2863215" y="4933950"/>
            <a:ext cx="7905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للتدريب.</a:t>
            </a:r>
          </a:p>
        </p:txBody>
      </p:sp>
    </p:spTree>
    <p:extLst>
      <p:ext uri="{BB962C8B-B14F-4D97-AF65-F5344CB8AC3E}">
        <p14:creationId xmlns:p14="http://schemas.microsoft.com/office/powerpoint/2010/main" val="745275636"/>
      </p:ext>
    </p:extLst>
  </p:cSld>
</p:sld>
</file>

<file path=ppt/slides/slide3.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DBA7D1C-4B1A-4A81-83A0-75DAAE71EA40}"/>
              </a:ext>
            </a:extLst>
          </p:cNvPr>
          <p:cNvSpPr>
            <a:spLocks xmlns:a="http://schemas.openxmlformats.org/drawingml/2006/main" noGrp="1"/>
          </p:cNvSpPr>
          <p:nvPr/>
        </p:nvSpPr>
        <p:spPr>
          <a:xfrm xmlns:a="http://schemas.openxmlformats.org/drawingml/2006/main">
            <a:off x="11172825"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البداية</a:t>
            </a:r>
          </a:p>
        </p:txBody>
      </p:sp>
      <p:sp>
        <p:nvSpPr>
          <p:cNvPr id="2" name="">
            <a:extLst xmlns:a="http://schemas.openxmlformats.org/drawingml/2006/main">
              <a:ext uri="{FF2B5EF4-FFF2-40B4-BE49-F238E27FC236}">
                <a16:creationId xmlns:a16="http://schemas.microsoft.com/office/drawing/2014/main" id="{3640CFB4-DA91-49AD-98CF-D5DFF18B9A47}"/>
              </a:ext>
            </a:extLst>
          </p:cNvPr>
          <p:cNvSpPr>
            <a:spLocks xmlns:a="http://schemas.openxmlformats.org/drawingml/2006/main" noGrp="1"/>
          </p:cNvSpPr>
          <p:nvPr/>
        </p:nvSpPr>
        <p:spPr>
          <a:xfrm xmlns:a="http://schemas.openxmlformats.org/drawingml/2006/main">
            <a:off x="10648950" y="781050"/>
            <a:ext cx="9239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خريطة</a:t>
            </a:r>
          </a:p>
        </p:txBody>
      </p:sp>
      <p:sp>
        <p:nvSpPr>
          <p:cNvPr id="3" name="">
            <a:extLst xmlns:a="http://schemas.openxmlformats.org/drawingml/2006/main">
              <a:ext uri="{FF2B5EF4-FFF2-40B4-BE49-F238E27FC236}">
                <a16:creationId xmlns:a16="http://schemas.microsoft.com/office/drawing/2014/main" id="{A538AC47-31D2-4241-814C-166B77ABE4DC}"/>
              </a:ext>
            </a:extLst>
          </p:cNvPr>
          <p:cNvSpPr>
            <a:spLocks xmlns:a="http://schemas.openxmlformats.org/drawingml/2006/main" noGrp="1"/>
          </p:cNvSpPr>
          <p:nvPr/>
        </p:nvSpPr>
        <p:spPr>
          <a:xfrm xmlns:a="http://schemas.openxmlformats.org/drawingml/2006/main">
            <a:off x="9281160" y="781050"/>
            <a:ext cx="12477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الصفحات</a:t>
            </a:r>
          </a:p>
        </p:txBody>
      </p:sp>
      <p:sp>
        <p:nvSpPr>
          <p:cNvPr id="4" name="">
            <a:extLst xmlns:a="http://schemas.openxmlformats.org/drawingml/2006/main">
              <a:ext uri="{FF2B5EF4-FFF2-40B4-BE49-F238E27FC236}">
                <a16:creationId xmlns:a16="http://schemas.microsoft.com/office/drawing/2014/main" id="{04572AB4-E240-41BD-8E10-027F8E912988}"/>
              </a:ext>
            </a:extLst>
          </p:cNvPr>
          <p:cNvSpPr>
            <a:spLocks xmlns:a="http://schemas.openxmlformats.org/drawingml/2006/main" noGrp="1"/>
          </p:cNvSpPr>
          <p:nvPr/>
        </p:nvSpPr>
        <p:spPr>
          <a:xfrm xmlns:a="http://schemas.openxmlformats.org/drawingml/2006/main">
            <a:off x="8427720" y="781050"/>
            <a:ext cx="733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ودور</a:t>
            </a:r>
          </a:p>
        </p:txBody>
      </p:sp>
      <p:sp>
        <p:nvSpPr>
          <p:cNvPr id="5" name="">
            <a:extLst xmlns:a="http://schemas.openxmlformats.org/drawingml/2006/main">
              <a:ext uri="{FF2B5EF4-FFF2-40B4-BE49-F238E27FC236}">
                <a16:creationId xmlns:a16="http://schemas.microsoft.com/office/drawing/2014/main" id="{0239DD1B-1BD6-452D-A48A-0A2295A0F295}"/>
              </a:ext>
            </a:extLst>
          </p:cNvPr>
          <p:cNvSpPr>
            <a:spLocks xmlns:a="http://schemas.openxmlformats.org/drawingml/2006/main" noGrp="1"/>
          </p:cNvSpPr>
          <p:nvPr/>
        </p:nvSpPr>
        <p:spPr>
          <a:xfrm xmlns:a="http://schemas.openxmlformats.org/drawingml/2006/main">
            <a:off x="7917180" y="781050"/>
            <a:ext cx="3905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كل</a:t>
            </a:r>
          </a:p>
        </p:txBody>
      </p:sp>
      <p:sp>
        <p:nvSpPr>
          <p:cNvPr id="6" name="">
            <a:extLst xmlns:a="http://schemas.openxmlformats.org/drawingml/2006/main">
              <a:ext uri="{FF2B5EF4-FFF2-40B4-BE49-F238E27FC236}">
                <a16:creationId xmlns:a16="http://schemas.microsoft.com/office/drawing/2014/main" id="{44AC09DD-4D57-4EA6-8B6C-79062BEBA3A4}"/>
              </a:ext>
            </a:extLst>
          </p:cNvPr>
          <p:cNvSpPr>
            <a:spLocks xmlns:a="http://schemas.openxmlformats.org/drawingml/2006/main" noGrp="1"/>
          </p:cNvSpPr>
          <p:nvPr/>
        </p:nvSpPr>
        <p:spPr>
          <a:xfrm xmlns:a="http://schemas.openxmlformats.org/drawingml/2006/main">
            <a:off x="6920865"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صفحة</a:t>
            </a:r>
          </a:p>
        </p:txBody>
      </p:sp>
      <p:sp>
        <p:nvSpPr>
          <p:cNvPr id="7" name="">
            <a:extLst xmlns:a="http://schemas.openxmlformats.org/drawingml/2006/main">
              <a:ext uri="{FF2B5EF4-FFF2-40B4-BE49-F238E27FC236}">
                <a16:creationId xmlns:a16="http://schemas.microsoft.com/office/drawing/2014/main" id="{F10C4E52-3537-4F41-888C-D959FD4E4AEF}"/>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382CFB7F-1B3A-4D63-B8AA-BE015ED104AD}"/>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F676D78E-C261-4781-BF9E-7BA88C9FD182}"/>
              </a:ext>
            </a:extLst>
          </p:cNvPr>
          <p:cNvSpPr>
            <a:spLocks xmlns:a="http://schemas.openxmlformats.org/drawingml/2006/main" noGrp="1"/>
          </p:cNvSpPr>
          <p:nvPr/>
        </p:nvSpPr>
        <p:spPr>
          <a:xfrm xmlns:a="http://schemas.openxmlformats.org/drawingml/2006/main">
            <a:off x="10048875" y="180975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الوارد:</a:t>
            </a:r>
          </a:p>
        </p:txBody>
      </p:sp>
      <p:sp>
        <p:nvSpPr>
          <p:cNvPr id="10" name="">
            <a:extLst xmlns:a="http://schemas.openxmlformats.org/drawingml/2006/main">
              <a:ext uri="{FF2B5EF4-FFF2-40B4-BE49-F238E27FC236}">
                <a16:creationId xmlns:a16="http://schemas.microsoft.com/office/drawing/2014/main" id="{9C7B3882-50AA-4D77-B09B-C34AACFAAB68}"/>
              </a:ext>
            </a:extLst>
          </p:cNvPr>
          <p:cNvSpPr>
            <a:spLocks xmlns:a="http://schemas.openxmlformats.org/drawingml/2006/main" noGrp="1"/>
          </p:cNvSpPr>
          <p:nvPr/>
        </p:nvSpPr>
        <p:spPr>
          <a:xfrm xmlns:a="http://schemas.openxmlformats.org/drawingml/2006/main">
            <a:off x="9504998"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عقود</a:t>
            </a:r>
          </a:p>
        </p:txBody>
      </p:sp>
      <p:sp>
        <p:nvSpPr>
          <p:cNvPr id="11" name="">
            <a:extLst xmlns:a="http://schemas.openxmlformats.org/drawingml/2006/main">
              <a:ext uri="{FF2B5EF4-FFF2-40B4-BE49-F238E27FC236}">
                <a16:creationId xmlns:a16="http://schemas.microsoft.com/office/drawing/2014/main" id="{5DDF2323-6584-46CC-A0F3-8E885560B7C5}"/>
              </a:ext>
            </a:extLst>
          </p:cNvPr>
          <p:cNvSpPr>
            <a:spLocks xmlns:a="http://schemas.openxmlformats.org/drawingml/2006/main" noGrp="1"/>
          </p:cNvSpPr>
          <p:nvPr/>
        </p:nvSpPr>
        <p:spPr>
          <a:xfrm xmlns:a="http://schemas.openxmlformats.org/drawingml/2006/main">
            <a:off x="8923020" y="180975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الجهة</a:t>
            </a:r>
          </a:p>
        </p:txBody>
      </p:sp>
      <p:sp>
        <p:nvSpPr>
          <p:cNvPr id="12" name="">
            <a:extLst xmlns:a="http://schemas.openxmlformats.org/drawingml/2006/main">
              <a:ext uri="{FF2B5EF4-FFF2-40B4-BE49-F238E27FC236}">
                <a16:creationId xmlns:a16="http://schemas.microsoft.com/office/drawing/2014/main" id="{0AE28CA3-A168-40E6-B051-590C96E730DA}"/>
              </a:ext>
            </a:extLst>
          </p:cNvPr>
          <p:cNvSpPr>
            <a:spLocks xmlns:a="http://schemas.openxmlformats.org/drawingml/2006/main" noGrp="1"/>
          </p:cNvSpPr>
          <p:nvPr/>
        </p:nvSpPr>
        <p:spPr>
          <a:xfrm xmlns:a="http://schemas.openxmlformats.org/drawingml/2006/main">
            <a:off x="8264843" y="180975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المالكة</a:t>
            </a:r>
          </a:p>
        </p:txBody>
      </p:sp>
      <p:sp>
        <p:nvSpPr>
          <p:cNvPr id="13" name="">
            <a:extLst xmlns:a="http://schemas.openxmlformats.org/drawingml/2006/main">
              <a:ext uri="{FF2B5EF4-FFF2-40B4-BE49-F238E27FC236}">
                <a16:creationId xmlns:a16="http://schemas.microsoft.com/office/drawing/2014/main" id="{CC938AA1-3168-428B-9295-8DC9F42FFF9F}"/>
              </a:ext>
            </a:extLst>
          </p:cNvPr>
          <p:cNvSpPr>
            <a:spLocks xmlns:a="http://schemas.openxmlformats.org/drawingml/2006/main" noGrp="1"/>
          </p:cNvSpPr>
          <p:nvPr/>
        </p:nvSpPr>
        <p:spPr>
          <a:xfrm xmlns:a="http://schemas.openxmlformats.org/drawingml/2006/main">
            <a:off x="7025640" y="1809750"/>
            <a:ext cx="1162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ومستخلصاتها</a:t>
            </a:r>
          </a:p>
        </p:txBody>
      </p:sp>
      <p:sp>
        <p:nvSpPr>
          <p:cNvPr id="14" name="">
            <a:extLst xmlns:a="http://schemas.openxmlformats.org/drawingml/2006/main">
              <a:ext uri="{FF2B5EF4-FFF2-40B4-BE49-F238E27FC236}">
                <a16:creationId xmlns:a16="http://schemas.microsoft.com/office/drawing/2014/main" id="{B787EE79-B2DD-4744-A8DD-9C44BB1A5748}"/>
              </a:ext>
            </a:extLst>
          </p:cNvPr>
          <p:cNvSpPr>
            <a:spLocks xmlns:a="http://schemas.openxmlformats.org/drawingml/2006/main" noGrp="1"/>
          </p:cNvSpPr>
          <p:nvPr/>
        </p:nvSpPr>
        <p:spPr>
          <a:xfrm xmlns:a="http://schemas.openxmlformats.org/drawingml/2006/main">
            <a:off x="6157913" y="1809750"/>
            <a:ext cx="790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وشهادات</a:t>
            </a:r>
          </a:p>
        </p:txBody>
      </p:sp>
      <p:sp>
        <p:nvSpPr>
          <p:cNvPr id="15" name="">
            <a:extLst xmlns:a="http://schemas.openxmlformats.org/drawingml/2006/main">
              <a:ext uri="{FF2B5EF4-FFF2-40B4-BE49-F238E27FC236}">
                <a16:creationId xmlns:a16="http://schemas.microsoft.com/office/drawing/2014/main" id="{29BAD37C-6091-49C5-A4CA-3E3584D03156}"/>
              </a:ext>
            </a:extLst>
          </p:cNvPr>
          <p:cNvSpPr>
            <a:spLocks xmlns:a="http://schemas.openxmlformats.org/drawingml/2006/main" noGrp="1"/>
          </p:cNvSpPr>
          <p:nvPr/>
        </p:nvSpPr>
        <p:spPr>
          <a:xfrm xmlns:a="http://schemas.openxmlformats.org/drawingml/2006/main">
            <a:off x="9886950" y="2182654"/>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
        <p:nvSpPr>
          <p:cNvPr id="16" name="">
            <a:extLst xmlns:a="http://schemas.openxmlformats.org/drawingml/2006/main">
              <a:ext uri="{FF2B5EF4-FFF2-40B4-BE49-F238E27FC236}">
                <a16:creationId xmlns:a16="http://schemas.microsoft.com/office/drawing/2014/main" id="{A03A8DB9-19D8-4FAB-B8EF-ADA1CC4E2BF4}"/>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10CDB57C-CECF-41EA-B910-B4B54E84274D}"/>
              </a:ext>
            </a:extLst>
          </p:cNvPr>
          <p:cNvSpPr>
            <a:spLocks xmlns:a="http://schemas.openxmlformats.org/drawingml/2006/main" noGrp="1"/>
          </p:cNvSpPr>
          <p:nvPr/>
        </p:nvSpPr>
        <p:spPr>
          <a:xfrm xmlns:a="http://schemas.openxmlformats.org/drawingml/2006/main">
            <a:off x="9772650" y="2733675"/>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المشتريات</a:t>
            </a:r>
          </a:p>
        </p:txBody>
      </p:sp>
      <p:sp>
        <p:nvSpPr>
          <p:cNvPr id="18" name="">
            <a:extLst xmlns:a="http://schemas.openxmlformats.org/drawingml/2006/main">
              <a:ext uri="{FF2B5EF4-FFF2-40B4-BE49-F238E27FC236}">
                <a16:creationId xmlns:a16="http://schemas.microsoft.com/office/drawing/2014/main" id="{9E4903F5-6BCD-420A-B009-F78C41AAC323}"/>
              </a:ext>
            </a:extLst>
          </p:cNvPr>
          <p:cNvSpPr>
            <a:spLocks xmlns:a="http://schemas.openxmlformats.org/drawingml/2006/main" noGrp="1"/>
          </p:cNvSpPr>
          <p:nvPr/>
        </p:nvSpPr>
        <p:spPr>
          <a:xfrm xmlns:a="http://schemas.openxmlformats.org/drawingml/2006/main">
            <a:off x="8847773" y="2733675"/>
            <a:ext cx="847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والمخزن:</a:t>
            </a:r>
          </a:p>
        </p:txBody>
      </p:sp>
      <p:sp>
        <p:nvSpPr>
          <p:cNvPr id="19" name="">
            <a:extLst xmlns:a="http://schemas.openxmlformats.org/drawingml/2006/main">
              <a:ext uri="{FF2B5EF4-FFF2-40B4-BE49-F238E27FC236}">
                <a16:creationId xmlns:a16="http://schemas.microsoft.com/office/drawing/2014/main" id="{60CC0CA5-8E0F-4E82-BA45-F0D219B30AA2}"/>
              </a:ext>
            </a:extLst>
          </p:cNvPr>
          <p:cNvSpPr>
            <a:spLocks xmlns:a="http://schemas.openxmlformats.org/drawingml/2006/main" noGrp="1"/>
          </p:cNvSpPr>
          <p:nvPr/>
        </p:nvSpPr>
        <p:spPr>
          <a:xfrm xmlns:a="http://schemas.openxmlformats.org/drawingml/2006/main">
            <a:off x="8275320" y="2733675"/>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التزام</a:t>
            </a:r>
          </a:p>
        </p:txBody>
      </p:sp>
      <p:sp>
        <p:nvSpPr>
          <p:cNvPr id="20" name="">
            <a:extLst xmlns:a="http://schemas.openxmlformats.org/drawingml/2006/main">
              <a:ext uri="{FF2B5EF4-FFF2-40B4-BE49-F238E27FC236}">
                <a16:creationId xmlns:a16="http://schemas.microsoft.com/office/drawing/2014/main" id="{45AD2AEE-45DB-407B-811B-C373E95F047A}"/>
              </a:ext>
            </a:extLst>
          </p:cNvPr>
          <p:cNvSpPr>
            <a:spLocks xmlns:a="http://schemas.openxmlformats.org/drawingml/2006/main" noGrp="1"/>
          </p:cNvSpPr>
          <p:nvPr/>
        </p:nvSpPr>
        <p:spPr>
          <a:xfrm xmlns:a="http://schemas.openxmlformats.org/drawingml/2006/main">
            <a:off x="7607617" y="2733675"/>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المورد</a:t>
            </a:r>
          </a:p>
        </p:txBody>
      </p:sp>
      <p:sp>
        <p:nvSpPr>
          <p:cNvPr id="21" name="">
            <a:extLst xmlns:a="http://schemas.openxmlformats.org/drawingml/2006/main">
              <a:ext uri="{FF2B5EF4-FFF2-40B4-BE49-F238E27FC236}">
                <a16:creationId xmlns:a16="http://schemas.microsoft.com/office/drawing/2014/main" id="{97BFA057-98EA-4525-B2C6-6163CF1A5A75}"/>
              </a:ext>
            </a:extLst>
          </p:cNvPr>
          <p:cNvSpPr>
            <a:spLocks xmlns:a="http://schemas.openxmlformats.org/drawingml/2006/main" noGrp="1"/>
          </p:cNvSpPr>
          <p:nvPr/>
        </p:nvSpPr>
        <p:spPr>
          <a:xfrm xmlns:a="http://schemas.openxmlformats.org/drawingml/2006/main">
            <a:off x="7320915" y="2733675"/>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22" name="">
            <a:extLst xmlns:a="http://schemas.openxmlformats.org/drawingml/2006/main">
              <a:ext uri="{FF2B5EF4-FFF2-40B4-BE49-F238E27FC236}">
                <a16:creationId xmlns:a16="http://schemas.microsoft.com/office/drawing/2014/main" id="{96BF827C-741C-4FB7-935B-291F237E8E2D}"/>
              </a:ext>
            </a:extLst>
          </p:cNvPr>
          <p:cNvSpPr>
            <a:spLocks xmlns:a="http://schemas.openxmlformats.org/drawingml/2006/main" noGrp="1"/>
          </p:cNvSpPr>
          <p:nvPr/>
        </p:nvSpPr>
        <p:spPr>
          <a:xfrm xmlns:a="http://schemas.openxmlformats.org/drawingml/2006/main">
            <a:off x="6691312"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استلام</a:t>
            </a:r>
          </a:p>
        </p:txBody>
      </p:sp>
      <p:sp>
        <p:nvSpPr>
          <p:cNvPr id="23" name="">
            <a:extLst xmlns:a="http://schemas.openxmlformats.org/drawingml/2006/main">
              <a:ext uri="{FF2B5EF4-FFF2-40B4-BE49-F238E27FC236}">
                <a16:creationId xmlns:a16="http://schemas.microsoft.com/office/drawing/2014/main" id="{741A10BC-7DBA-465C-AD1C-9153736F0F2E}"/>
              </a:ext>
            </a:extLst>
          </p:cNvPr>
          <p:cNvSpPr>
            <a:spLocks xmlns:a="http://schemas.openxmlformats.org/drawingml/2006/main" noGrp="1"/>
          </p:cNvSpPr>
          <p:nvPr/>
        </p:nvSpPr>
        <p:spPr>
          <a:xfrm xmlns:a="http://schemas.openxmlformats.org/drawingml/2006/main">
            <a:off x="5909310" y="2733675"/>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
        <p:nvSpPr>
          <p:cNvPr id="24" name="">
            <a:extLst xmlns:a="http://schemas.openxmlformats.org/drawingml/2006/main">
              <a:ext uri="{FF2B5EF4-FFF2-40B4-BE49-F238E27FC236}">
                <a16:creationId xmlns:a16="http://schemas.microsoft.com/office/drawing/2014/main" id="{F9CFDBB5-6A3F-4F83-BA79-AA506025ED2E}"/>
              </a:ext>
            </a:extLst>
          </p:cNvPr>
          <p:cNvSpPr>
            <a:spLocks xmlns:a="http://schemas.openxmlformats.org/drawingml/2006/main" noGrp="1"/>
          </p:cNvSpPr>
          <p:nvPr/>
        </p:nvSpPr>
        <p:spPr>
          <a:xfrm xmlns:a="http://schemas.openxmlformats.org/drawingml/2006/main">
            <a:off x="9839325" y="3106579"/>
            <a:ext cx="828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وحركتها.</a:t>
            </a:r>
          </a:p>
        </p:txBody>
      </p:sp>
      <p:sp>
        <p:nvSpPr>
          <p:cNvPr id="25" name="">
            <a:extLst xmlns:a="http://schemas.openxmlformats.org/drawingml/2006/main">
              <a:ext uri="{FF2B5EF4-FFF2-40B4-BE49-F238E27FC236}">
                <a16:creationId xmlns:a16="http://schemas.microsoft.com/office/drawing/2014/main" id="{44674E93-E993-41F9-96A7-E1756EF9C942}"/>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A09996E8-C103-4F61-8F7D-CE782257A5A5}"/>
              </a:ext>
            </a:extLst>
          </p:cNvPr>
          <p:cNvSpPr>
            <a:spLocks xmlns:a="http://schemas.openxmlformats.org/drawingml/2006/main" noGrp="1"/>
          </p:cNvSpPr>
          <p:nvPr/>
        </p:nvSpPr>
        <p:spPr>
          <a:xfrm xmlns:a="http://schemas.openxmlformats.org/drawingml/2006/main">
            <a:off x="10077450" y="36576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الخزنة</a:t>
            </a:r>
          </a:p>
        </p:txBody>
      </p:sp>
      <p:sp>
        <p:nvSpPr>
          <p:cNvPr id="27" name="">
            <a:extLst xmlns:a="http://schemas.openxmlformats.org/drawingml/2006/main">
              <a:ext uri="{FF2B5EF4-FFF2-40B4-BE49-F238E27FC236}">
                <a16:creationId xmlns:a16="http://schemas.microsoft.com/office/drawing/2014/main" id="{BE1D2A73-4754-405D-B45E-41AF86B48768}"/>
              </a:ext>
            </a:extLst>
          </p:cNvPr>
          <p:cNvSpPr>
            <a:spLocks xmlns:a="http://schemas.openxmlformats.org/drawingml/2006/main" noGrp="1"/>
          </p:cNvSpPr>
          <p:nvPr/>
        </p:nvSpPr>
        <p:spPr>
          <a:xfrm xmlns:a="http://schemas.openxmlformats.org/drawingml/2006/main">
            <a:off x="9438323" y="365760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والبنك</a:t>
            </a:r>
          </a:p>
        </p:txBody>
      </p:sp>
      <p:sp>
        <p:nvSpPr>
          <p:cNvPr id="28" name="">
            <a:extLst xmlns:a="http://schemas.openxmlformats.org/drawingml/2006/main">
              <a:ext uri="{FF2B5EF4-FFF2-40B4-BE49-F238E27FC236}">
                <a16:creationId xmlns:a16="http://schemas.microsoft.com/office/drawing/2014/main" id="{EF8225CC-6B17-4FF0-B9D1-B07C5D4FEA01}"/>
              </a:ext>
            </a:extLst>
          </p:cNvPr>
          <p:cNvSpPr>
            <a:spLocks xmlns:a="http://schemas.openxmlformats.org/drawingml/2006/main" noGrp="1"/>
          </p:cNvSpPr>
          <p:nvPr/>
        </p:nvSpPr>
        <p:spPr>
          <a:xfrm xmlns:a="http://schemas.openxmlformats.org/drawingml/2006/main">
            <a:off x="8418195" y="3657600"/>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والمحاسبة:</a:t>
            </a:r>
          </a:p>
        </p:txBody>
      </p:sp>
      <p:sp>
        <p:nvSpPr>
          <p:cNvPr id="29" name="">
            <a:extLst xmlns:a="http://schemas.openxmlformats.org/drawingml/2006/main">
              <a:ext uri="{FF2B5EF4-FFF2-40B4-BE49-F238E27FC236}">
                <a16:creationId xmlns:a16="http://schemas.microsoft.com/office/drawing/2014/main" id="{0DBD0B98-BFFF-4532-A077-05F64C042BC5}"/>
              </a:ext>
            </a:extLst>
          </p:cNvPr>
          <p:cNvSpPr>
            <a:spLocks xmlns:a="http://schemas.openxmlformats.org/drawingml/2006/main" noGrp="1"/>
          </p:cNvSpPr>
          <p:nvPr/>
        </p:nvSpPr>
        <p:spPr>
          <a:xfrm xmlns:a="http://schemas.openxmlformats.org/drawingml/2006/main">
            <a:off x="7960043" y="36576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النقد</a:t>
            </a:r>
          </a:p>
        </p:txBody>
      </p:sp>
      <p:sp>
        <p:nvSpPr>
          <p:cNvPr id="30" name="">
            <a:extLst xmlns:a="http://schemas.openxmlformats.org/drawingml/2006/main">
              <a:ext uri="{FF2B5EF4-FFF2-40B4-BE49-F238E27FC236}">
                <a16:creationId xmlns:a16="http://schemas.microsoft.com/office/drawing/2014/main" id="{9A7D4DF3-100B-4808-818C-306444D415DB}"/>
              </a:ext>
            </a:extLst>
          </p:cNvPr>
          <p:cNvSpPr>
            <a:spLocks xmlns:a="http://schemas.openxmlformats.org/drawingml/2006/main" noGrp="1"/>
          </p:cNvSpPr>
          <p:nvPr/>
        </p:nvSpPr>
        <p:spPr>
          <a:xfrm xmlns:a="http://schemas.openxmlformats.org/drawingml/2006/main">
            <a:off x="6997065" y="3657600"/>
            <a:ext cx="885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والحركات</a:t>
            </a:r>
          </a:p>
        </p:txBody>
      </p:sp>
      <p:sp>
        <p:nvSpPr>
          <p:cNvPr id="31" name="">
            <a:extLst xmlns:a="http://schemas.openxmlformats.org/drawingml/2006/main">
              <a:ext uri="{FF2B5EF4-FFF2-40B4-BE49-F238E27FC236}">
                <a16:creationId xmlns:a16="http://schemas.microsoft.com/office/drawing/2014/main" id="{AF798B75-A6A9-4168-9852-CD865F1B6A76}"/>
              </a:ext>
            </a:extLst>
          </p:cNvPr>
          <p:cNvSpPr>
            <a:spLocks xmlns:a="http://schemas.openxmlformats.org/drawingml/2006/main" noGrp="1"/>
          </p:cNvSpPr>
          <p:nvPr/>
        </p:nvSpPr>
        <p:spPr>
          <a:xfrm xmlns:a="http://schemas.openxmlformats.org/drawingml/2006/main">
            <a:off x="6310313" y="36576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والقيود</a:t>
            </a:r>
          </a:p>
        </p:txBody>
      </p:sp>
      <p:sp>
        <p:nvSpPr>
          <p:cNvPr id="32" name="">
            <a:extLst xmlns:a="http://schemas.openxmlformats.org/drawingml/2006/main">
              <a:ext uri="{FF2B5EF4-FFF2-40B4-BE49-F238E27FC236}">
                <a16:creationId xmlns:a16="http://schemas.microsoft.com/office/drawing/2014/main" id="{93A5476C-3F53-4585-A368-95FF404F0D5A}"/>
              </a:ext>
            </a:extLst>
          </p:cNvPr>
          <p:cNvSpPr>
            <a:spLocks xmlns:a="http://schemas.openxmlformats.org/drawingml/2006/main" noGrp="1"/>
          </p:cNvSpPr>
          <p:nvPr/>
        </p:nvSpPr>
        <p:spPr>
          <a:xfrm xmlns:a="http://schemas.openxmlformats.org/drawingml/2006/main">
            <a:off x="9829800" y="4030504"/>
            <a:ext cx="838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المرتبطة.</a:t>
            </a:r>
          </a:p>
        </p:txBody>
      </p:sp>
      <p:sp>
        <p:nvSpPr>
          <p:cNvPr id="33" name="">
            <a:extLst xmlns:a="http://schemas.openxmlformats.org/drawingml/2006/main">
              <a:ext uri="{FF2B5EF4-FFF2-40B4-BE49-F238E27FC236}">
                <a16:creationId xmlns:a16="http://schemas.microsoft.com/office/drawing/2014/main" id="{CB4D098A-82F0-4CC6-AF72-DD12D2C7D37E}"/>
              </a:ext>
            </a:extLst>
          </p:cNvPr>
          <p:cNvSpPr>
            <a:spLocks xmlns:a="http://schemas.openxmlformats.org/drawingml/2006/main" noGrp="1"/>
          </p:cNvSpPr>
          <p:nvPr/>
        </p:nvSpPr>
        <p:spPr>
          <a:xfrm xmlns:a="http://schemas.openxmlformats.org/drawingml/2006/main">
            <a:off x="4533900" y="1924050"/>
            <a:ext cx="3714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أبدأ</a:t>
            </a:r>
          </a:p>
        </p:txBody>
      </p:sp>
      <p:sp>
        <p:nvSpPr>
          <p:cNvPr id="34" name="">
            <a:extLst xmlns:a="http://schemas.openxmlformats.org/drawingml/2006/main">
              <a:ext uri="{FF2B5EF4-FFF2-40B4-BE49-F238E27FC236}">
                <a16:creationId xmlns:a16="http://schemas.microsoft.com/office/drawing/2014/main" id="{0CE65AC6-E9EA-4022-9FC8-9B0B218868C6}"/>
              </a:ext>
            </a:extLst>
          </p:cNvPr>
          <p:cNvSpPr>
            <a:spLocks xmlns:a="http://schemas.openxmlformats.org/drawingml/2006/main" noGrp="1"/>
          </p:cNvSpPr>
          <p:nvPr/>
        </p:nvSpPr>
        <p:spPr>
          <a:xfrm xmlns:a="http://schemas.openxmlformats.org/drawingml/2006/main">
            <a:off x="3835718" y="1924050"/>
            <a:ext cx="6096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منين؟</a:t>
            </a:r>
          </a:p>
        </p:txBody>
      </p:sp>
      <p:sp>
        <p:nvSpPr>
          <p:cNvPr id="35" name="">
            <a:extLst xmlns:a="http://schemas.openxmlformats.org/drawingml/2006/main">
              <a:ext uri="{FF2B5EF4-FFF2-40B4-BE49-F238E27FC236}">
                <a16:creationId xmlns:a16="http://schemas.microsoft.com/office/drawing/2014/main" id="{00155326-EC98-42F6-89D0-49EA613676A3}"/>
              </a:ext>
            </a:extLst>
          </p:cNvPr>
          <p:cNvSpPr>
            <a:spLocks xmlns:a="http://schemas.openxmlformats.org/drawingml/2006/main" noGrp="1"/>
          </p:cNvSpPr>
          <p:nvPr/>
        </p:nvSpPr>
        <p:spPr>
          <a:xfrm xmlns:a="http://schemas.openxmlformats.org/drawingml/2006/main">
            <a:off x="4591050" y="3009900"/>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ابدأ</a:t>
            </a:r>
          </a:p>
        </p:txBody>
      </p:sp>
      <p:sp>
        <p:nvSpPr>
          <p:cNvPr id="36" name="">
            <a:extLst xmlns:a="http://schemas.openxmlformats.org/drawingml/2006/main">
              <a:ext uri="{FF2B5EF4-FFF2-40B4-BE49-F238E27FC236}">
                <a16:creationId xmlns:a16="http://schemas.microsoft.com/office/drawing/2014/main" id="{FCAA18FC-7A23-42DA-AF04-71D190F39B3C}"/>
              </a:ext>
            </a:extLst>
          </p:cNvPr>
          <p:cNvSpPr>
            <a:spLocks xmlns:a="http://schemas.openxmlformats.org/drawingml/2006/main" noGrp="1"/>
          </p:cNvSpPr>
          <p:nvPr/>
        </p:nvSpPr>
        <p:spPr>
          <a:xfrm xmlns:a="http://schemas.openxmlformats.org/drawingml/2006/main">
            <a:off x="4218623" y="300990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37" name="">
            <a:extLst xmlns:a="http://schemas.openxmlformats.org/drawingml/2006/main">
              <a:ext uri="{FF2B5EF4-FFF2-40B4-BE49-F238E27FC236}">
                <a16:creationId xmlns:a16="http://schemas.microsoft.com/office/drawing/2014/main" id="{D67FFE46-CD4F-4115-90D2-59695A1B80FF}"/>
              </a:ext>
            </a:extLst>
          </p:cNvPr>
          <p:cNvSpPr>
            <a:spLocks xmlns:a="http://schemas.openxmlformats.org/drawingml/2006/main" noGrp="1"/>
          </p:cNvSpPr>
          <p:nvPr/>
        </p:nvSpPr>
        <p:spPr>
          <a:xfrm xmlns:a="http://schemas.openxmlformats.org/drawingml/2006/main">
            <a:off x="3522345" y="300990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المستند</a:t>
            </a:r>
          </a:p>
        </p:txBody>
      </p:sp>
      <p:sp>
        <p:nvSpPr>
          <p:cNvPr id="38" name="">
            <a:extLst xmlns:a="http://schemas.openxmlformats.org/drawingml/2006/main">
              <a:ext uri="{FF2B5EF4-FFF2-40B4-BE49-F238E27FC236}">
                <a16:creationId xmlns:a16="http://schemas.microsoft.com/office/drawing/2014/main" id="{61E3057D-E934-4C22-9B7D-50177CF97DF5}"/>
              </a:ext>
            </a:extLst>
          </p:cNvPr>
          <p:cNvSpPr>
            <a:spLocks xmlns:a="http://schemas.openxmlformats.org/drawingml/2006/main" noGrp="1"/>
          </p:cNvSpPr>
          <p:nvPr/>
        </p:nvSpPr>
        <p:spPr>
          <a:xfrm xmlns:a="http://schemas.openxmlformats.org/drawingml/2006/main">
            <a:off x="2692717" y="300990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الأصلي:</a:t>
            </a:r>
          </a:p>
        </p:txBody>
      </p:sp>
      <p:sp>
        <p:nvSpPr>
          <p:cNvPr id="39" name="">
            <a:extLst xmlns:a="http://schemas.openxmlformats.org/drawingml/2006/main">
              <a:ext uri="{FF2B5EF4-FFF2-40B4-BE49-F238E27FC236}">
                <a16:creationId xmlns:a16="http://schemas.microsoft.com/office/drawing/2014/main" id="{3CDB8321-103F-47E0-9994-B443A72C92EF}"/>
              </a:ext>
            </a:extLst>
          </p:cNvPr>
          <p:cNvSpPr>
            <a:spLocks xmlns:a="http://schemas.openxmlformats.org/drawingml/2006/main" noGrp="1"/>
          </p:cNvSpPr>
          <p:nvPr/>
        </p:nvSpPr>
        <p:spPr>
          <a:xfrm xmlns:a="http://schemas.openxmlformats.org/drawingml/2006/main">
            <a:off x="1967865" y="300990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فاتورة،</a:t>
            </a:r>
          </a:p>
        </p:txBody>
      </p:sp>
      <p:sp>
        <p:nvSpPr>
          <p:cNvPr id="40" name="">
            <a:extLst xmlns:a="http://schemas.openxmlformats.org/drawingml/2006/main">
              <a:ext uri="{FF2B5EF4-FFF2-40B4-BE49-F238E27FC236}">
                <a16:creationId xmlns:a16="http://schemas.microsoft.com/office/drawing/2014/main" id="{72F24351-EC3A-4704-B23D-DFD7C643DA36}"/>
              </a:ext>
            </a:extLst>
          </p:cNvPr>
          <p:cNvSpPr>
            <a:spLocks xmlns:a="http://schemas.openxmlformats.org/drawingml/2006/main" noGrp="1"/>
          </p:cNvSpPr>
          <p:nvPr/>
        </p:nvSpPr>
        <p:spPr>
          <a:xfrm xmlns:a="http://schemas.openxmlformats.org/drawingml/2006/main">
            <a:off x="1052512" y="3009900"/>
            <a:ext cx="838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مستخلص</a:t>
            </a:r>
          </a:p>
        </p:txBody>
      </p:sp>
      <p:sp>
        <p:nvSpPr>
          <p:cNvPr id="41" name="">
            <a:extLst xmlns:a="http://schemas.openxmlformats.org/drawingml/2006/main">
              <a:ext uri="{FF2B5EF4-FFF2-40B4-BE49-F238E27FC236}">
                <a16:creationId xmlns:a16="http://schemas.microsoft.com/office/drawing/2014/main" id="{36A3583C-490C-4B40-8DE1-76254B393746}"/>
              </a:ext>
            </a:extLst>
          </p:cNvPr>
          <p:cNvSpPr>
            <a:spLocks xmlns:a="http://schemas.openxmlformats.org/drawingml/2006/main" noGrp="1"/>
          </p:cNvSpPr>
          <p:nvPr/>
        </p:nvSpPr>
        <p:spPr>
          <a:xfrm xmlns:a="http://schemas.openxmlformats.org/drawingml/2006/main">
            <a:off x="746760" y="3009900"/>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42" name="">
            <a:extLst xmlns:a="http://schemas.openxmlformats.org/drawingml/2006/main">
              <a:ext uri="{FF2B5EF4-FFF2-40B4-BE49-F238E27FC236}">
                <a16:creationId xmlns:a16="http://schemas.microsoft.com/office/drawing/2014/main" id="{456C9459-AF6F-469D-84CD-FCA573657847}"/>
              </a:ext>
            </a:extLst>
          </p:cNvPr>
          <p:cNvSpPr>
            <a:spLocks xmlns:a="http://schemas.openxmlformats.org/drawingml/2006/main" noGrp="1"/>
          </p:cNvSpPr>
          <p:nvPr/>
        </p:nvSpPr>
        <p:spPr>
          <a:xfrm xmlns:a="http://schemas.openxmlformats.org/drawingml/2006/main">
            <a:off x="4371975" y="3382804"/>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عهدة.</a:t>
            </a:r>
          </a:p>
        </p:txBody>
      </p:sp>
      <p:sp>
        <p:nvSpPr>
          <p:cNvPr id="43" name="">
            <a:extLst xmlns:a="http://schemas.openxmlformats.org/drawingml/2006/main">
              <a:ext uri="{FF2B5EF4-FFF2-40B4-BE49-F238E27FC236}">
                <a16:creationId xmlns:a16="http://schemas.microsoft.com/office/drawing/2014/main" id="{3FEE55B4-7C64-4E8E-B1E8-8DF2ADB31F19}"/>
              </a:ext>
            </a:extLst>
          </p:cNvPr>
          <p:cNvSpPr>
            <a:spLocks xmlns:a="http://schemas.openxmlformats.org/drawingml/2006/main" noGrp="1"/>
          </p:cNvSpPr>
          <p:nvPr/>
        </p:nvSpPr>
        <p:spPr>
          <a:xfrm xmlns:a="http://schemas.openxmlformats.org/drawingml/2006/main">
            <a:off x="4085273" y="3382804"/>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44" name="">
            <a:extLst xmlns:a="http://schemas.openxmlformats.org/drawingml/2006/main">
              <a:ext uri="{FF2B5EF4-FFF2-40B4-BE49-F238E27FC236}">
                <a16:creationId xmlns:a16="http://schemas.microsoft.com/office/drawing/2014/main" id="{A2469D93-7E3E-41DB-8185-CBCF049B4F34}"/>
              </a:ext>
            </a:extLst>
          </p:cNvPr>
          <p:cNvSpPr>
            <a:spLocks xmlns:a="http://schemas.openxmlformats.org/drawingml/2006/main" noGrp="1"/>
          </p:cNvSpPr>
          <p:nvPr/>
        </p:nvSpPr>
        <p:spPr>
          <a:xfrm xmlns:a="http://schemas.openxmlformats.org/drawingml/2006/main">
            <a:off x="3512820" y="3382804"/>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45" name="">
            <a:extLst xmlns:a="http://schemas.openxmlformats.org/drawingml/2006/main">
              <a:ext uri="{FF2B5EF4-FFF2-40B4-BE49-F238E27FC236}">
                <a16:creationId xmlns:a16="http://schemas.microsoft.com/office/drawing/2014/main" id="{E8A7DA51-B0F8-41DC-93FD-502F6ECAF07D}"/>
              </a:ext>
            </a:extLst>
          </p:cNvPr>
          <p:cNvSpPr>
            <a:spLocks xmlns:a="http://schemas.openxmlformats.org/drawingml/2006/main" noGrp="1"/>
          </p:cNvSpPr>
          <p:nvPr/>
        </p:nvSpPr>
        <p:spPr>
          <a:xfrm xmlns:a="http://schemas.openxmlformats.org/drawingml/2006/main">
            <a:off x="3064192" y="3382804"/>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أثره</a:t>
            </a:r>
          </a:p>
        </p:txBody>
      </p:sp>
      <p:sp>
        <p:nvSpPr>
          <p:cNvPr id="46" name="">
            <a:extLst xmlns:a="http://schemas.openxmlformats.org/drawingml/2006/main">
              <a:ext uri="{FF2B5EF4-FFF2-40B4-BE49-F238E27FC236}">
                <a16:creationId xmlns:a16="http://schemas.microsoft.com/office/drawing/2014/main" id="{D8311091-FBDB-46C9-A8AF-27C1CD0433ED}"/>
              </a:ext>
            </a:extLst>
          </p:cNvPr>
          <p:cNvSpPr>
            <a:spLocks xmlns:a="http://schemas.openxmlformats.org/drawingml/2006/main" noGrp="1"/>
          </p:cNvSpPr>
          <p:nvPr/>
        </p:nvSpPr>
        <p:spPr>
          <a:xfrm xmlns:a="http://schemas.openxmlformats.org/drawingml/2006/main">
            <a:off x="2701290" y="3382804"/>
            <a:ext cx="285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في</a:t>
            </a:r>
          </a:p>
        </p:txBody>
      </p:sp>
      <p:sp>
        <p:nvSpPr>
          <p:cNvPr id="47" name="">
            <a:extLst xmlns:a="http://schemas.openxmlformats.org/drawingml/2006/main">
              <a:ext uri="{FF2B5EF4-FFF2-40B4-BE49-F238E27FC236}">
                <a16:creationId xmlns:a16="http://schemas.microsoft.com/office/drawing/2014/main" id="{ECEC4FED-606A-45A3-9238-D2B5D502BA23}"/>
              </a:ext>
            </a:extLst>
          </p:cNvPr>
          <p:cNvSpPr>
            <a:spLocks xmlns:a="http://schemas.openxmlformats.org/drawingml/2006/main" noGrp="1"/>
          </p:cNvSpPr>
          <p:nvPr/>
        </p:nvSpPr>
        <p:spPr>
          <a:xfrm xmlns:a="http://schemas.openxmlformats.org/drawingml/2006/main">
            <a:off x="1795462" y="3382804"/>
            <a:ext cx="828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الصفحات</a:t>
            </a:r>
          </a:p>
        </p:txBody>
      </p:sp>
      <p:sp>
        <p:nvSpPr>
          <p:cNvPr id="48" name="">
            <a:extLst xmlns:a="http://schemas.openxmlformats.org/drawingml/2006/main">
              <a:ext uri="{FF2B5EF4-FFF2-40B4-BE49-F238E27FC236}">
                <a16:creationId xmlns:a16="http://schemas.microsoft.com/office/drawing/2014/main" id="{C5A138DF-D276-4240-BEAC-C7DF84780BF6}"/>
              </a:ext>
            </a:extLst>
          </p:cNvPr>
          <p:cNvSpPr>
            <a:spLocks xmlns:a="http://schemas.openxmlformats.org/drawingml/2006/main" noGrp="1"/>
          </p:cNvSpPr>
          <p:nvPr/>
        </p:nvSpPr>
        <p:spPr>
          <a:xfrm xmlns:a="http://schemas.openxmlformats.org/drawingml/2006/main">
            <a:off x="965835" y="3382804"/>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الأخرى.</a:t>
            </a:r>
          </a:p>
        </p:txBody>
      </p:sp>
    </p:spTree>
    <p:extLst>
      <p:ext uri="{BB962C8B-B14F-4D97-AF65-F5344CB8AC3E}">
        <p14:creationId xmlns:p14="http://schemas.microsoft.com/office/powerpoint/2010/main" val="1800846002"/>
      </p:ext>
    </p:extLst>
  </p:cSld>
</p:sld>
</file>

<file path=ppt/slides/slide4.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DD2697A2-43D0-4438-A43A-3E3A0F3E4325}"/>
              </a:ext>
            </a:extLst>
          </p:cNvPr>
          <p:cNvSpPr>
            <a:spLocks xmlns:a="http://schemas.openxmlformats.org/drawingml/2006/main" noGrp="1"/>
          </p:cNvSpPr>
          <p:nvPr/>
        </p:nvSpPr>
        <p:spPr>
          <a:xfrm xmlns:a="http://schemas.openxmlformats.org/drawingml/2006/main">
            <a:off x="11001375" y="333375"/>
            <a:ext cx="5715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الحسابات</a:t>
            </a:r>
          </a:p>
        </p:txBody>
      </p:sp>
      <p:sp>
        <p:nvSpPr>
          <p:cNvPr id="2" name="">
            <a:extLst xmlns:a="http://schemas.openxmlformats.org/drawingml/2006/main">
              <a:ext uri="{FF2B5EF4-FFF2-40B4-BE49-F238E27FC236}">
                <a16:creationId xmlns:a16="http://schemas.microsoft.com/office/drawing/2014/main" id="{5DDF1D4F-D9C7-457A-9C7B-A72230786E01}"/>
              </a:ext>
            </a:extLst>
          </p:cNvPr>
          <p:cNvSpPr>
            <a:spLocks xmlns:a="http://schemas.openxmlformats.org/drawingml/2006/main" noGrp="1"/>
          </p:cNvSpPr>
          <p:nvPr/>
        </p:nvSpPr>
        <p:spPr>
          <a:xfrm xmlns:a="http://schemas.openxmlformats.org/drawingml/2006/main">
            <a:off x="10492740" y="333375"/>
            <a:ext cx="4572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والملف</a:t>
            </a:r>
          </a:p>
        </p:txBody>
      </p:sp>
      <p:sp>
        <p:nvSpPr>
          <p:cNvPr id="3" name="">
            <a:extLst xmlns:a="http://schemas.openxmlformats.org/drawingml/2006/main">
              <a:ext uri="{FF2B5EF4-FFF2-40B4-BE49-F238E27FC236}">
                <a16:creationId xmlns:a16="http://schemas.microsoft.com/office/drawing/2014/main" id="{558D2BFF-B132-40B1-9DD3-0B286136BF54}"/>
              </a:ext>
            </a:extLst>
          </p:cNvPr>
          <p:cNvSpPr>
            <a:spLocks xmlns:a="http://schemas.openxmlformats.org/drawingml/2006/main" noGrp="1"/>
          </p:cNvSpPr>
          <p:nvPr/>
        </p:nvSpPr>
        <p:spPr>
          <a:xfrm xmlns:a="http://schemas.openxmlformats.org/drawingml/2006/main">
            <a:off x="9879330"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الشخصي</a:t>
            </a:r>
          </a:p>
        </p:txBody>
      </p:sp>
      <p:sp>
        <p:nvSpPr>
          <p:cNvPr id="4" name="">
            <a:extLst xmlns:a="http://schemas.openxmlformats.org/drawingml/2006/main">
              <a:ext uri="{FF2B5EF4-FFF2-40B4-BE49-F238E27FC236}">
                <a16:creationId xmlns:a16="http://schemas.microsoft.com/office/drawing/2014/main" id="{357F04D1-FAC9-4903-9EE6-AFE25FF66CFC}"/>
              </a:ext>
            </a:extLst>
          </p:cNvPr>
          <p:cNvSpPr>
            <a:spLocks xmlns:a="http://schemas.openxmlformats.org/drawingml/2006/main" noGrp="1"/>
          </p:cNvSpPr>
          <p:nvPr/>
        </p:nvSpPr>
        <p:spPr>
          <a:xfrm xmlns:a="http://schemas.openxmlformats.org/drawingml/2006/main">
            <a:off x="10525125" y="781050"/>
            <a:ext cx="10477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الحساب</a:t>
            </a:r>
          </a:p>
        </p:txBody>
      </p:sp>
      <p:sp>
        <p:nvSpPr>
          <p:cNvPr id="5" name="">
            <a:extLst xmlns:a="http://schemas.openxmlformats.org/drawingml/2006/main">
              <a:ext uri="{FF2B5EF4-FFF2-40B4-BE49-F238E27FC236}">
                <a16:creationId xmlns:a16="http://schemas.microsoft.com/office/drawing/2014/main" id="{0505C2C0-A4D9-4F4D-B310-568D2DD39E0E}"/>
              </a:ext>
            </a:extLst>
          </p:cNvPr>
          <p:cNvSpPr>
            <a:spLocks xmlns:a="http://schemas.openxmlformats.org/drawingml/2006/main" noGrp="1"/>
          </p:cNvSpPr>
          <p:nvPr/>
        </p:nvSpPr>
        <p:spPr>
          <a:xfrm xmlns:a="http://schemas.openxmlformats.org/drawingml/2006/main">
            <a:off x="8785860" y="781050"/>
            <a:ext cx="16192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والصلاحيات</a:t>
            </a:r>
          </a:p>
        </p:txBody>
      </p:sp>
      <p:sp>
        <p:nvSpPr>
          <p:cNvPr id="6" name="">
            <a:extLst xmlns:a="http://schemas.openxmlformats.org/drawingml/2006/main">
              <a:ext uri="{FF2B5EF4-FFF2-40B4-BE49-F238E27FC236}">
                <a16:creationId xmlns:a16="http://schemas.microsoft.com/office/drawing/2014/main" id="{336CA302-7C8A-4AF2-972B-AF8181AFB71F}"/>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8C054652-F23C-4BAE-9F5E-CBBD5CB24689}"/>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FF391DE9-596F-43AB-B591-CA0F38CAD1D4}"/>
              </a:ext>
            </a:extLst>
          </p:cNvPr>
          <p:cNvSpPr>
            <a:spLocks xmlns:a="http://schemas.openxmlformats.org/drawingml/2006/main" noGrp="1"/>
          </p:cNvSpPr>
          <p:nvPr/>
        </p:nvSpPr>
        <p:spPr>
          <a:xfrm xmlns:a="http://schemas.openxmlformats.org/drawingml/2006/main">
            <a:off x="10201275"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ادخل</a:t>
            </a:r>
          </a:p>
        </p:txBody>
      </p:sp>
      <p:sp>
        <p:nvSpPr>
          <p:cNvPr id="9" name="">
            <a:extLst xmlns:a="http://schemas.openxmlformats.org/drawingml/2006/main">
              <a:ext uri="{FF2B5EF4-FFF2-40B4-BE49-F238E27FC236}">
                <a16:creationId xmlns:a16="http://schemas.microsoft.com/office/drawing/2014/main" id="{3186DAE2-C0F1-45C8-84AF-0550814D39C0}"/>
              </a:ext>
            </a:extLst>
          </p:cNvPr>
          <p:cNvSpPr>
            <a:spLocks xmlns:a="http://schemas.openxmlformats.org/drawingml/2006/main" noGrp="1"/>
          </p:cNvSpPr>
          <p:nvPr/>
        </p:nvSpPr>
        <p:spPr>
          <a:xfrm xmlns:a="http://schemas.openxmlformats.org/drawingml/2006/main">
            <a:off x="9371648" y="180975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بالحساب</a:t>
            </a:r>
          </a:p>
        </p:txBody>
      </p:sp>
      <p:sp>
        <p:nvSpPr>
          <p:cNvPr id="10" name="">
            <a:extLst xmlns:a="http://schemas.openxmlformats.org/drawingml/2006/main">
              <a:ext uri="{FF2B5EF4-FFF2-40B4-BE49-F238E27FC236}">
                <a16:creationId xmlns:a16="http://schemas.microsoft.com/office/drawing/2014/main" id="{D32E2614-1561-412C-AE5D-0749F1F77088}"/>
              </a:ext>
            </a:extLst>
          </p:cNvPr>
          <p:cNvSpPr>
            <a:spLocks xmlns:a="http://schemas.openxmlformats.org/drawingml/2006/main" noGrp="1"/>
          </p:cNvSpPr>
          <p:nvPr/>
        </p:nvSpPr>
        <p:spPr>
          <a:xfrm xmlns:a="http://schemas.openxmlformats.org/drawingml/2006/main">
            <a:off x="8389620" y="1809750"/>
            <a:ext cx="904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المخصص</a:t>
            </a:r>
          </a:p>
        </p:txBody>
      </p:sp>
      <p:sp>
        <p:nvSpPr>
          <p:cNvPr id="11" name="">
            <a:extLst xmlns:a="http://schemas.openxmlformats.org/drawingml/2006/main">
              <a:ext uri="{FF2B5EF4-FFF2-40B4-BE49-F238E27FC236}">
                <a16:creationId xmlns:a16="http://schemas.microsoft.com/office/drawing/2014/main" id="{5ACE7360-8E27-41B4-9B3D-E0BD12ABD520}"/>
              </a:ext>
            </a:extLst>
          </p:cNvPr>
          <p:cNvSpPr>
            <a:spLocks xmlns:a="http://schemas.openxmlformats.org/drawingml/2006/main" noGrp="1"/>
          </p:cNvSpPr>
          <p:nvPr/>
        </p:nvSpPr>
        <p:spPr>
          <a:xfrm xmlns:a="http://schemas.openxmlformats.org/drawingml/2006/main">
            <a:off x="7960043" y="1809750"/>
            <a:ext cx="352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لك،</a:t>
            </a:r>
          </a:p>
        </p:txBody>
      </p:sp>
      <p:sp>
        <p:nvSpPr>
          <p:cNvPr id="12" name="">
            <a:extLst xmlns:a="http://schemas.openxmlformats.org/drawingml/2006/main">
              <a:ext uri="{FF2B5EF4-FFF2-40B4-BE49-F238E27FC236}">
                <a16:creationId xmlns:a16="http://schemas.microsoft.com/office/drawing/2014/main" id="{5BC18866-F7EE-44AA-A5A3-EAFAB611DF12}"/>
              </a:ext>
            </a:extLst>
          </p:cNvPr>
          <p:cNvSpPr>
            <a:spLocks xmlns:a="http://schemas.openxmlformats.org/drawingml/2006/main" noGrp="1"/>
          </p:cNvSpPr>
          <p:nvPr/>
        </p:nvSpPr>
        <p:spPr>
          <a:xfrm xmlns:a="http://schemas.openxmlformats.org/drawingml/2006/main">
            <a:off x="7673340" y="180975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13" name="">
            <a:extLst xmlns:a="http://schemas.openxmlformats.org/drawingml/2006/main">
              <a:ext uri="{FF2B5EF4-FFF2-40B4-BE49-F238E27FC236}">
                <a16:creationId xmlns:a16="http://schemas.microsoft.com/office/drawing/2014/main" id="{6DF4F67E-9856-4263-9D2E-06E1B63B6593}"/>
              </a:ext>
            </a:extLst>
          </p:cNvPr>
          <p:cNvSpPr>
            <a:spLocks xmlns:a="http://schemas.openxmlformats.org/drawingml/2006/main" noGrp="1"/>
          </p:cNvSpPr>
          <p:nvPr/>
        </p:nvSpPr>
        <p:spPr>
          <a:xfrm xmlns:a="http://schemas.openxmlformats.org/drawingml/2006/main">
            <a:off x="7215188"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14" name="">
            <a:extLst xmlns:a="http://schemas.openxmlformats.org/drawingml/2006/main">
              <a:ext uri="{FF2B5EF4-FFF2-40B4-BE49-F238E27FC236}">
                <a16:creationId xmlns:a16="http://schemas.microsoft.com/office/drawing/2014/main" id="{F0B1C64B-E6DB-44E5-BD80-BDD39B79A53F}"/>
              </a:ext>
            </a:extLst>
          </p:cNvPr>
          <p:cNvSpPr>
            <a:spLocks xmlns:a="http://schemas.openxmlformats.org/drawingml/2006/main" noGrp="1"/>
          </p:cNvSpPr>
          <p:nvPr/>
        </p:nvSpPr>
        <p:spPr>
          <a:xfrm xmlns:a="http://schemas.openxmlformats.org/drawingml/2006/main">
            <a:off x="6547485" y="180975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صورة</a:t>
            </a:r>
          </a:p>
        </p:txBody>
      </p:sp>
      <p:sp>
        <p:nvSpPr>
          <p:cNvPr id="15" name="">
            <a:extLst xmlns:a="http://schemas.openxmlformats.org/drawingml/2006/main">
              <a:ext uri="{FF2B5EF4-FFF2-40B4-BE49-F238E27FC236}">
                <a16:creationId xmlns:a16="http://schemas.microsoft.com/office/drawing/2014/main" id="{4130CB05-0658-48A8-A138-081A6E4FB216}"/>
              </a:ext>
            </a:extLst>
          </p:cNvPr>
          <p:cNvSpPr>
            <a:spLocks xmlns:a="http://schemas.openxmlformats.org/drawingml/2006/main" noGrp="1"/>
          </p:cNvSpPr>
          <p:nvPr/>
        </p:nvSpPr>
        <p:spPr>
          <a:xfrm xmlns:a="http://schemas.openxmlformats.org/drawingml/2006/main">
            <a:off x="5784533" y="1809750"/>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الحساب</a:t>
            </a:r>
          </a:p>
        </p:txBody>
      </p:sp>
      <p:sp>
        <p:nvSpPr>
          <p:cNvPr id="16" name="">
            <a:extLst xmlns:a="http://schemas.openxmlformats.org/drawingml/2006/main">
              <a:ext uri="{FF2B5EF4-FFF2-40B4-BE49-F238E27FC236}">
                <a16:creationId xmlns:a16="http://schemas.microsoft.com/office/drawing/2014/main" id="{AB3A84C9-A691-4FFD-88AE-CAE50B6A2E8B}"/>
              </a:ext>
            </a:extLst>
          </p:cNvPr>
          <p:cNvSpPr>
            <a:spLocks xmlns:a="http://schemas.openxmlformats.org/drawingml/2006/main" noGrp="1"/>
          </p:cNvSpPr>
          <p:nvPr/>
        </p:nvSpPr>
        <p:spPr>
          <a:xfrm xmlns:a="http://schemas.openxmlformats.org/drawingml/2006/main">
            <a:off x="10144125" y="218265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للملف</a:t>
            </a:r>
          </a:p>
        </p:txBody>
      </p:sp>
      <p:sp>
        <p:nvSpPr>
          <p:cNvPr id="17" name="">
            <a:extLst xmlns:a="http://schemas.openxmlformats.org/drawingml/2006/main">
              <a:ext uri="{FF2B5EF4-FFF2-40B4-BE49-F238E27FC236}">
                <a16:creationId xmlns:a16="http://schemas.microsoft.com/office/drawing/2014/main" id="{6C2A9113-57A2-449D-98D9-DAE1E0C4CE91}"/>
              </a:ext>
            </a:extLst>
          </p:cNvPr>
          <p:cNvSpPr>
            <a:spLocks xmlns:a="http://schemas.openxmlformats.org/drawingml/2006/main" noGrp="1"/>
          </p:cNvSpPr>
          <p:nvPr/>
        </p:nvSpPr>
        <p:spPr>
          <a:xfrm xmlns:a="http://schemas.openxmlformats.org/drawingml/2006/main">
            <a:off x="9181148" y="2182654"/>
            <a:ext cx="885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الشخصي.</a:t>
            </a:r>
          </a:p>
        </p:txBody>
      </p:sp>
      <p:sp>
        <p:nvSpPr>
          <p:cNvPr id="18" name="">
            <a:extLst xmlns:a="http://schemas.openxmlformats.org/drawingml/2006/main">
              <a:ext uri="{FF2B5EF4-FFF2-40B4-BE49-F238E27FC236}">
                <a16:creationId xmlns:a16="http://schemas.microsoft.com/office/drawing/2014/main" id="{FF4885A1-5766-4A94-BAEC-7BFBC426E35A}"/>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9" name="">
            <a:extLst xmlns:a="http://schemas.openxmlformats.org/drawingml/2006/main">
              <a:ext uri="{FF2B5EF4-FFF2-40B4-BE49-F238E27FC236}">
                <a16:creationId xmlns:a16="http://schemas.microsoft.com/office/drawing/2014/main" id="{E446F66F-0452-4C22-BE63-7B3B5628FB6E}"/>
              </a:ext>
            </a:extLst>
          </p:cNvPr>
          <p:cNvSpPr>
            <a:spLocks xmlns:a="http://schemas.openxmlformats.org/drawingml/2006/main" noGrp="1"/>
          </p:cNvSpPr>
          <p:nvPr/>
        </p:nvSpPr>
        <p:spPr>
          <a:xfrm xmlns:a="http://schemas.openxmlformats.org/drawingml/2006/main">
            <a:off x="10258425" y="2733675"/>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عدّل</a:t>
            </a:r>
          </a:p>
        </p:txBody>
      </p:sp>
      <p:sp>
        <p:nvSpPr>
          <p:cNvPr id="20" name="">
            <a:extLst xmlns:a="http://schemas.openxmlformats.org/drawingml/2006/main">
              <a:ext uri="{FF2B5EF4-FFF2-40B4-BE49-F238E27FC236}">
                <a16:creationId xmlns:a16="http://schemas.microsoft.com/office/drawing/2014/main" id="{C991D51B-4389-42A6-8806-2351FEF87130}"/>
              </a:ext>
            </a:extLst>
          </p:cNvPr>
          <p:cNvSpPr>
            <a:spLocks xmlns:a="http://schemas.openxmlformats.org/drawingml/2006/main" noGrp="1"/>
          </p:cNvSpPr>
          <p:nvPr/>
        </p:nvSpPr>
        <p:spPr>
          <a:xfrm xmlns:a="http://schemas.openxmlformats.org/drawingml/2006/main">
            <a:off x="9705023" y="2733675"/>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الاسم</a:t>
            </a:r>
          </a:p>
        </p:txBody>
      </p:sp>
      <p:sp>
        <p:nvSpPr>
          <p:cNvPr id="21" name="">
            <a:extLst xmlns:a="http://schemas.openxmlformats.org/drawingml/2006/main">
              <a:ext uri="{FF2B5EF4-FFF2-40B4-BE49-F238E27FC236}">
                <a16:creationId xmlns:a16="http://schemas.microsoft.com/office/drawing/2014/main" id="{D61809A5-54B7-4A66-AA28-62834C82F59C}"/>
              </a:ext>
            </a:extLst>
          </p:cNvPr>
          <p:cNvSpPr>
            <a:spLocks xmlns:a="http://schemas.openxmlformats.org/drawingml/2006/main" noGrp="1"/>
          </p:cNvSpPr>
          <p:nvPr/>
        </p:nvSpPr>
        <p:spPr>
          <a:xfrm xmlns:a="http://schemas.openxmlformats.org/drawingml/2006/main">
            <a:off x="8818245" y="2733675"/>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والصورة</a:t>
            </a:r>
          </a:p>
        </p:txBody>
      </p:sp>
      <p:sp>
        <p:nvSpPr>
          <p:cNvPr id="22" name="">
            <a:extLst xmlns:a="http://schemas.openxmlformats.org/drawingml/2006/main">
              <a:ext uri="{FF2B5EF4-FFF2-40B4-BE49-F238E27FC236}">
                <a16:creationId xmlns:a16="http://schemas.microsoft.com/office/drawing/2014/main" id="{DF297FF5-224D-4744-B12D-C161ED6F24BF}"/>
              </a:ext>
            </a:extLst>
          </p:cNvPr>
          <p:cNvSpPr>
            <a:spLocks xmlns:a="http://schemas.openxmlformats.org/drawingml/2006/main" noGrp="1"/>
          </p:cNvSpPr>
          <p:nvPr/>
        </p:nvSpPr>
        <p:spPr>
          <a:xfrm xmlns:a="http://schemas.openxmlformats.org/drawingml/2006/main">
            <a:off x="8445818" y="2733675"/>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23" name="">
            <a:extLst xmlns:a="http://schemas.openxmlformats.org/drawingml/2006/main">
              <a:ext uri="{FF2B5EF4-FFF2-40B4-BE49-F238E27FC236}">
                <a16:creationId xmlns:a16="http://schemas.microsoft.com/office/drawing/2014/main" id="{7291BACB-997E-4C1A-8F45-47C2B3C2BEA5}"/>
              </a:ext>
            </a:extLst>
          </p:cNvPr>
          <p:cNvSpPr>
            <a:spLocks xmlns:a="http://schemas.openxmlformats.org/drawingml/2006/main" noGrp="1"/>
          </p:cNvSpPr>
          <p:nvPr/>
        </p:nvSpPr>
        <p:spPr>
          <a:xfrm xmlns:a="http://schemas.openxmlformats.org/drawingml/2006/main">
            <a:off x="7844790" y="2733675"/>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الملف</a:t>
            </a:r>
          </a:p>
        </p:txBody>
      </p:sp>
      <p:sp>
        <p:nvSpPr>
          <p:cNvPr id="24" name="">
            <a:extLst xmlns:a="http://schemas.openxmlformats.org/drawingml/2006/main">
              <a:ext uri="{FF2B5EF4-FFF2-40B4-BE49-F238E27FC236}">
                <a16:creationId xmlns:a16="http://schemas.microsoft.com/office/drawing/2014/main" id="{9876DD96-6267-4CFE-8AFB-ED52231E67C0}"/>
              </a:ext>
            </a:extLst>
          </p:cNvPr>
          <p:cNvSpPr>
            <a:spLocks xmlns:a="http://schemas.openxmlformats.org/drawingml/2006/main" noGrp="1"/>
          </p:cNvSpPr>
          <p:nvPr/>
        </p:nvSpPr>
        <p:spPr>
          <a:xfrm xmlns:a="http://schemas.openxmlformats.org/drawingml/2006/main">
            <a:off x="6881813" y="2733675"/>
            <a:ext cx="885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الشخصي.</a:t>
            </a:r>
          </a:p>
        </p:txBody>
      </p:sp>
      <p:sp>
        <p:nvSpPr>
          <p:cNvPr id="25" name="">
            <a:extLst xmlns:a="http://schemas.openxmlformats.org/drawingml/2006/main">
              <a:ext uri="{FF2B5EF4-FFF2-40B4-BE49-F238E27FC236}">
                <a16:creationId xmlns:a16="http://schemas.microsoft.com/office/drawing/2014/main" id="{614D8CF5-9F94-430F-993E-426455E87C8E}"/>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017C2F7A-4C19-4A8C-88D0-F3B855672AC0}"/>
              </a:ext>
            </a:extLst>
          </p:cNvPr>
          <p:cNvSpPr>
            <a:spLocks xmlns:a="http://schemas.openxmlformats.org/drawingml/2006/main" noGrp="1"/>
          </p:cNvSpPr>
          <p:nvPr/>
        </p:nvSpPr>
        <p:spPr>
          <a:xfrm xmlns:a="http://schemas.openxmlformats.org/drawingml/2006/main">
            <a:off x="10229850" y="365760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يحدد</a:t>
            </a:r>
          </a:p>
        </p:txBody>
      </p:sp>
      <p:sp>
        <p:nvSpPr>
          <p:cNvPr id="27" name="">
            <a:extLst xmlns:a="http://schemas.openxmlformats.org/drawingml/2006/main">
              <a:ext uri="{FF2B5EF4-FFF2-40B4-BE49-F238E27FC236}">
                <a16:creationId xmlns:a16="http://schemas.microsoft.com/office/drawing/2014/main" id="{D56AF2DE-A6AC-416D-9D20-683486759E9F}"/>
              </a:ext>
            </a:extLst>
          </p:cNvPr>
          <p:cNvSpPr>
            <a:spLocks xmlns:a="http://schemas.openxmlformats.org/drawingml/2006/main" noGrp="1"/>
          </p:cNvSpPr>
          <p:nvPr/>
        </p:nvSpPr>
        <p:spPr>
          <a:xfrm xmlns:a="http://schemas.openxmlformats.org/drawingml/2006/main">
            <a:off x="9504998" y="365760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مسؤول</a:t>
            </a:r>
          </a:p>
        </p:txBody>
      </p:sp>
      <p:sp>
        <p:nvSpPr>
          <p:cNvPr id="28" name="">
            <a:extLst xmlns:a="http://schemas.openxmlformats.org/drawingml/2006/main">
              <a:ext uri="{FF2B5EF4-FFF2-40B4-BE49-F238E27FC236}">
                <a16:creationId xmlns:a16="http://schemas.microsoft.com/office/drawing/2014/main" id="{AF6F9909-CA86-4F09-9785-EC05696FF169}"/>
              </a:ext>
            </a:extLst>
          </p:cNvPr>
          <p:cNvSpPr>
            <a:spLocks xmlns:a="http://schemas.openxmlformats.org/drawingml/2006/main" noGrp="1"/>
          </p:cNvSpPr>
          <p:nvPr/>
        </p:nvSpPr>
        <p:spPr>
          <a:xfrm xmlns:a="http://schemas.openxmlformats.org/drawingml/2006/main">
            <a:off x="8618220" y="3657600"/>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الحسابات</a:t>
            </a:r>
          </a:p>
        </p:txBody>
      </p:sp>
      <p:sp>
        <p:nvSpPr>
          <p:cNvPr id="29" name="">
            <a:extLst xmlns:a="http://schemas.openxmlformats.org/drawingml/2006/main">
              <a:ext uri="{FF2B5EF4-FFF2-40B4-BE49-F238E27FC236}">
                <a16:creationId xmlns:a16="http://schemas.microsoft.com/office/drawing/2014/main" id="{39D56A0F-7E50-4FD9-81AE-9C5FA97E0AE6}"/>
              </a:ext>
            </a:extLst>
          </p:cNvPr>
          <p:cNvSpPr>
            <a:spLocks xmlns:a="http://schemas.openxmlformats.org/drawingml/2006/main" noGrp="1"/>
          </p:cNvSpPr>
          <p:nvPr/>
        </p:nvSpPr>
        <p:spPr>
          <a:xfrm xmlns:a="http://schemas.openxmlformats.org/drawingml/2006/main">
            <a:off x="8045768"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الدور</a:t>
            </a:r>
          </a:p>
        </p:txBody>
      </p:sp>
      <p:sp>
        <p:nvSpPr>
          <p:cNvPr id="30" name="">
            <a:extLst xmlns:a="http://schemas.openxmlformats.org/drawingml/2006/main">
              <a:ext uri="{FF2B5EF4-FFF2-40B4-BE49-F238E27FC236}">
                <a16:creationId xmlns:a16="http://schemas.microsoft.com/office/drawing/2014/main" id="{14A4D524-C57C-402F-90F5-2CF9A8BBA723}"/>
              </a:ext>
            </a:extLst>
          </p:cNvPr>
          <p:cNvSpPr>
            <a:spLocks xmlns:a="http://schemas.openxmlformats.org/drawingml/2006/main" noGrp="1"/>
          </p:cNvSpPr>
          <p:nvPr/>
        </p:nvSpPr>
        <p:spPr>
          <a:xfrm xmlns:a="http://schemas.openxmlformats.org/drawingml/2006/main">
            <a:off x="6873240" y="3657600"/>
            <a:ext cx="1095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والصلاحيات</a:t>
            </a:r>
          </a:p>
        </p:txBody>
      </p:sp>
      <p:sp>
        <p:nvSpPr>
          <p:cNvPr id="31" name="">
            <a:extLst xmlns:a="http://schemas.openxmlformats.org/drawingml/2006/main">
              <a:ext uri="{FF2B5EF4-FFF2-40B4-BE49-F238E27FC236}">
                <a16:creationId xmlns:a16="http://schemas.microsoft.com/office/drawing/2014/main" id="{49486142-6D17-483A-93F7-09D742C3CC58}"/>
              </a:ext>
            </a:extLst>
          </p:cNvPr>
          <p:cNvSpPr>
            <a:spLocks xmlns:a="http://schemas.openxmlformats.org/drawingml/2006/main" noGrp="1"/>
          </p:cNvSpPr>
          <p:nvPr/>
        </p:nvSpPr>
        <p:spPr>
          <a:xfrm xmlns:a="http://schemas.openxmlformats.org/drawingml/2006/main">
            <a:off x="6205538" y="36576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ونطاق</a:t>
            </a:r>
          </a:p>
        </p:txBody>
      </p:sp>
      <p:sp>
        <p:nvSpPr>
          <p:cNvPr id="32" name="">
            <a:extLst xmlns:a="http://schemas.openxmlformats.org/drawingml/2006/main">
              <a:ext uri="{FF2B5EF4-FFF2-40B4-BE49-F238E27FC236}">
                <a16:creationId xmlns:a16="http://schemas.microsoft.com/office/drawing/2014/main" id="{8F54EDB7-1FE2-408F-976A-BBC565674D0C}"/>
              </a:ext>
            </a:extLst>
          </p:cNvPr>
          <p:cNvSpPr>
            <a:spLocks xmlns:a="http://schemas.openxmlformats.org/drawingml/2006/main" noGrp="1"/>
          </p:cNvSpPr>
          <p:nvPr/>
        </p:nvSpPr>
        <p:spPr>
          <a:xfrm xmlns:a="http://schemas.openxmlformats.org/drawingml/2006/main">
            <a:off x="9572625" y="4030504"/>
            <a:ext cx="1095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المشروعات.</a:t>
            </a:r>
          </a:p>
        </p:txBody>
      </p:sp>
      <p:sp>
        <p:nvSpPr>
          <p:cNvPr id="33" name="">
            <a:extLst xmlns:a="http://schemas.openxmlformats.org/drawingml/2006/main">
              <a:ext uri="{FF2B5EF4-FFF2-40B4-BE49-F238E27FC236}">
                <a16:creationId xmlns:a16="http://schemas.microsoft.com/office/drawing/2014/main" id="{ED77A529-F73F-492F-9FC1-A63A3C0EE0ED}"/>
              </a:ext>
            </a:extLst>
          </p:cNvPr>
          <p:cNvSpPr>
            <a:spLocks xmlns:a="http://schemas.openxmlformats.org/drawingml/2006/main" noGrp="1"/>
          </p:cNvSpPr>
          <p:nvPr/>
        </p:nvSpPr>
        <p:spPr>
          <a:xfrm xmlns:a="http://schemas.openxmlformats.org/drawingml/2006/main">
            <a:off x="4591050" y="1924050"/>
            <a:ext cx="3143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زر</a:t>
            </a:r>
          </a:p>
        </p:txBody>
      </p:sp>
      <p:sp>
        <p:nvSpPr>
          <p:cNvPr id="34" name="">
            <a:extLst xmlns:a="http://schemas.openxmlformats.org/drawingml/2006/main">
              <a:ext uri="{FF2B5EF4-FFF2-40B4-BE49-F238E27FC236}">
                <a16:creationId xmlns:a16="http://schemas.microsoft.com/office/drawing/2014/main" id="{63EA22AE-2770-41C3-91A9-1A0680AA01BD}"/>
              </a:ext>
            </a:extLst>
          </p:cNvPr>
          <p:cNvSpPr>
            <a:spLocks xmlns:a="http://schemas.openxmlformats.org/drawingml/2006/main" noGrp="1"/>
          </p:cNvSpPr>
          <p:nvPr/>
        </p:nvSpPr>
        <p:spPr>
          <a:xfrm xmlns:a="http://schemas.openxmlformats.org/drawingml/2006/main">
            <a:off x="4054793" y="1924050"/>
            <a:ext cx="4476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مش</a:t>
            </a:r>
          </a:p>
        </p:txBody>
      </p:sp>
      <p:sp>
        <p:nvSpPr>
          <p:cNvPr id="35" name="">
            <a:extLst xmlns:a="http://schemas.openxmlformats.org/drawingml/2006/main">
              <a:ext uri="{FF2B5EF4-FFF2-40B4-BE49-F238E27FC236}">
                <a16:creationId xmlns:a16="http://schemas.microsoft.com/office/drawing/2014/main" id="{05E03C11-3617-41EC-BC14-30FEE590B5EB}"/>
              </a:ext>
            </a:extLst>
          </p:cNvPr>
          <p:cNvSpPr>
            <a:spLocks xmlns:a="http://schemas.openxmlformats.org/drawingml/2006/main" noGrp="1"/>
          </p:cNvSpPr>
          <p:nvPr/>
        </p:nvSpPr>
        <p:spPr>
          <a:xfrm xmlns:a="http://schemas.openxmlformats.org/drawingml/2006/main">
            <a:off x="3413760" y="1924050"/>
            <a:ext cx="5524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ظاهر</a:t>
            </a:r>
          </a:p>
        </p:txBody>
      </p:sp>
      <p:sp>
        <p:nvSpPr>
          <p:cNvPr id="36" name="">
            <a:extLst xmlns:a="http://schemas.openxmlformats.org/drawingml/2006/main">
              <a:ext uri="{FF2B5EF4-FFF2-40B4-BE49-F238E27FC236}">
                <a16:creationId xmlns:a16="http://schemas.microsoft.com/office/drawing/2014/main" id="{BC7AD33C-8BCF-4F56-BAD7-C11C31340599}"/>
              </a:ext>
            </a:extLst>
          </p:cNvPr>
          <p:cNvSpPr>
            <a:spLocks xmlns:a="http://schemas.openxmlformats.org/drawingml/2006/main" noGrp="1"/>
          </p:cNvSpPr>
          <p:nvPr/>
        </p:nvSpPr>
        <p:spPr>
          <a:xfrm xmlns:a="http://schemas.openxmlformats.org/drawingml/2006/main">
            <a:off x="2629852" y="1924050"/>
            <a:ext cx="6953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عندي؟</a:t>
            </a:r>
          </a:p>
        </p:txBody>
      </p:sp>
      <p:sp>
        <p:nvSpPr>
          <p:cNvPr id="37" name="">
            <a:extLst xmlns:a="http://schemas.openxmlformats.org/drawingml/2006/main">
              <a:ext uri="{FF2B5EF4-FFF2-40B4-BE49-F238E27FC236}">
                <a16:creationId xmlns:a16="http://schemas.microsoft.com/office/drawing/2014/main" id="{9AB00F97-56B8-48F1-97BA-78F89A1D7D85}"/>
              </a:ext>
            </a:extLst>
          </p:cNvPr>
          <p:cNvSpPr>
            <a:spLocks xmlns:a="http://schemas.openxmlformats.org/drawingml/2006/main" noGrp="1"/>
          </p:cNvSpPr>
          <p:nvPr/>
        </p:nvSpPr>
        <p:spPr>
          <a:xfrm xmlns:a="http://schemas.openxmlformats.org/drawingml/2006/main">
            <a:off x="4686300" y="3009900"/>
            <a:ext cx="219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قد</a:t>
            </a:r>
          </a:p>
        </p:txBody>
      </p:sp>
      <p:sp>
        <p:nvSpPr>
          <p:cNvPr id="38" name="">
            <a:extLst xmlns:a="http://schemas.openxmlformats.org/drawingml/2006/main">
              <a:ext uri="{FF2B5EF4-FFF2-40B4-BE49-F238E27FC236}">
                <a16:creationId xmlns:a16="http://schemas.microsoft.com/office/drawing/2014/main" id="{99FCD429-4D97-4864-93F2-3ADB9E8FBAA8}"/>
              </a:ext>
            </a:extLst>
          </p:cNvPr>
          <p:cNvSpPr>
            <a:spLocks xmlns:a="http://schemas.openxmlformats.org/drawingml/2006/main" noGrp="1"/>
          </p:cNvSpPr>
          <p:nvPr/>
        </p:nvSpPr>
        <p:spPr>
          <a:xfrm xmlns:a="http://schemas.openxmlformats.org/drawingml/2006/main">
            <a:off x="4132898" y="3009900"/>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تكون</a:t>
            </a:r>
          </a:p>
        </p:txBody>
      </p:sp>
      <p:sp>
        <p:nvSpPr>
          <p:cNvPr id="39" name="">
            <a:extLst xmlns:a="http://schemas.openxmlformats.org/drawingml/2006/main">
              <a:ext uri="{FF2B5EF4-FFF2-40B4-BE49-F238E27FC236}">
                <a16:creationId xmlns:a16="http://schemas.microsoft.com/office/drawing/2014/main" id="{910287A9-8A1C-4F0A-9415-23B76538E585}"/>
              </a:ext>
            </a:extLst>
          </p:cNvPr>
          <p:cNvSpPr>
            <a:spLocks xmlns:a="http://schemas.openxmlformats.org/drawingml/2006/main" noGrp="1"/>
          </p:cNvSpPr>
          <p:nvPr/>
        </p:nvSpPr>
        <p:spPr>
          <a:xfrm xmlns:a="http://schemas.openxmlformats.org/drawingml/2006/main">
            <a:off x="3322320" y="3009900"/>
            <a:ext cx="733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صلاحية</a:t>
            </a:r>
          </a:p>
        </p:txBody>
      </p:sp>
      <p:sp>
        <p:nvSpPr>
          <p:cNvPr id="40" name="">
            <a:extLst xmlns:a="http://schemas.openxmlformats.org/drawingml/2006/main">
              <a:ext uri="{FF2B5EF4-FFF2-40B4-BE49-F238E27FC236}">
                <a16:creationId xmlns:a16="http://schemas.microsoft.com/office/drawing/2014/main" id="{C27A77F6-A8E6-4A1A-A14D-8DBF7A535528}"/>
              </a:ext>
            </a:extLst>
          </p:cNvPr>
          <p:cNvSpPr>
            <a:spLocks xmlns:a="http://schemas.openxmlformats.org/drawingml/2006/main" noGrp="1"/>
          </p:cNvSpPr>
          <p:nvPr/>
        </p:nvSpPr>
        <p:spPr>
          <a:xfrm xmlns:a="http://schemas.openxmlformats.org/drawingml/2006/main">
            <a:off x="2730817" y="300990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التنفيذ</a:t>
            </a:r>
          </a:p>
        </p:txBody>
      </p:sp>
      <p:sp>
        <p:nvSpPr>
          <p:cNvPr id="41" name="">
            <a:extLst xmlns:a="http://schemas.openxmlformats.org/drawingml/2006/main">
              <a:ext uri="{FF2B5EF4-FFF2-40B4-BE49-F238E27FC236}">
                <a16:creationId xmlns:a16="http://schemas.microsoft.com/office/drawing/2014/main" id="{7AC93073-BE1D-446D-BD1C-0707EC5CA965}"/>
              </a:ext>
            </a:extLst>
          </p:cNvPr>
          <p:cNvSpPr>
            <a:spLocks xmlns:a="http://schemas.openxmlformats.org/drawingml/2006/main" noGrp="1"/>
          </p:cNvSpPr>
          <p:nvPr/>
        </p:nvSpPr>
        <p:spPr>
          <a:xfrm xmlns:a="http://schemas.openxmlformats.org/drawingml/2006/main">
            <a:off x="2272665" y="30099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غير</a:t>
            </a:r>
          </a:p>
        </p:txBody>
      </p:sp>
      <p:sp>
        <p:nvSpPr>
          <p:cNvPr id="42" name="">
            <a:extLst xmlns:a="http://schemas.openxmlformats.org/drawingml/2006/main">
              <a:ext uri="{FF2B5EF4-FFF2-40B4-BE49-F238E27FC236}">
                <a16:creationId xmlns:a16="http://schemas.microsoft.com/office/drawing/2014/main" id="{5F0E26E2-4058-4C02-8C49-E9EF4F5DD747}"/>
              </a:ext>
            </a:extLst>
          </p:cNvPr>
          <p:cNvSpPr>
            <a:spLocks xmlns:a="http://schemas.openxmlformats.org/drawingml/2006/main" noGrp="1"/>
          </p:cNvSpPr>
          <p:nvPr/>
        </p:nvSpPr>
        <p:spPr>
          <a:xfrm xmlns:a="http://schemas.openxmlformats.org/drawingml/2006/main">
            <a:off x="1604962" y="30099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متاحة.</a:t>
            </a:r>
          </a:p>
        </p:txBody>
      </p:sp>
      <p:sp>
        <p:nvSpPr>
          <p:cNvPr id="43" name="">
            <a:extLst xmlns:a="http://schemas.openxmlformats.org/drawingml/2006/main">
              <a:ext uri="{FF2B5EF4-FFF2-40B4-BE49-F238E27FC236}">
                <a16:creationId xmlns:a16="http://schemas.microsoft.com/office/drawing/2014/main" id="{DAF1BC15-7D33-47CE-AF79-CB5489867563}"/>
              </a:ext>
            </a:extLst>
          </p:cNvPr>
          <p:cNvSpPr>
            <a:spLocks xmlns:a="http://schemas.openxmlformats.org/drawingml/2006/main" noGrp="1"/>
          </p:cNvSpPr>
          <p:nvPr/>
        </p:nvSpPr>
        <p:spPr>
          <a:xfrm xmlns:a="http://schemas.openxmlformats.org/drawingml/2006/main">
            <a:off x="1022985" y="30099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اطلب</a:t>
            </a:r>
          </a:p>
        </p:txBody>
      </p:sp>
      <p:sp>
        <p:nvSpPr>
          <p:cNvPr id="44" name="">
            <a:extLst xmlns:a="http://schemas.openxmlformats.org/drawingml/2006/main">
              <a:ext uri="{FF2B5EF4-FFF2-40B4-BE49-F238E27FC236}">
                <a16:creationId xmlns:a16="http://schemas.microsoft.com/office/drawing/2014/main" id="{E629148F-5C33-4BAA-8533-D52302CEB63D}"/>
              </a:ext>
            </a:extLst>
          </p:cNvPr>
          <p:cNvSpPr>
            <a:spLocks xmlns:a="http://schemas.openxmlformats.org/drawingml/2006/main" noGrp="1"/>
          </p:cNvSpPr>
          <p:nvPr/>
        </p:nvSpPr>
        <p:spPr>
          <a:xfrm xmlns:a="http://schemas.openxmlformats.org/drawingml/2006/main">
            <a:off x="4610100" y="3382804"/>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45" name="">
            <a:extLst xmlns:a="http://schemas.openxmlformats.org/drawingml/2006/main">
              <a:ext uri="{FF2B5EF4-FFF2-40B4-BE49-F238E27FC236}">
                <a16:creationId xmlns:a16="http://schemas.microsoft.com/office/drawing/2014/main" id="{9F79FAB5-55E6-406D-83F7-C1C6E9EF87DE}"/>
              </a:ext>
            </a:extLst>
          </p:cNvPr>
          <p:cNvSpPr>
            <a:spLocks xmlns:a="http://schemas.openxmlformats.org/drawingml/2006/main" noGrp="1"/>
          </p:cNvSpPr>
          <p:nvPr/>
        </p:nvSpPr>
        <p:spPr>
          <a:xfrm xmlns:a="http://schemas.openxmlformats.org/drawingml/2006/main">
            <a:off x="3770948" y="3382804"/>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المسؤول</a:t>
            </a:r>
          </a:p>
        </p:txBody>
      </p:sp>
      <p:sp>
        <p:nvSpPr>
          <p:cNvPr id="46" name="">
            <a:extLst xmlns:a="http://schemas.openxmlformats.org/drawingml/2006/main">
              <a:ext uri="{FF2B5EF4-FFF2-40B4-BE49-F238E27FC236}">
                <a16:creationId xmlns:a16="http://schemas.microsoft.com/office/drawing/2014/main" id="{65621DA2-EE2D-40E6-BAE7-DE4B2FA4B3C7}"/>
              </a:ext>
            </a:extLst>
          </p:cNvPr>
          <p:cNvSpPr>
            <a:spLocks xmlns:a="http://schemas.openxmlformats.org/drawingml/2006/main" noGrp="1"/>
          </p:cNvSpPr>
          <p:nvPr/>
        </p:nvSpPr>
        <p:spPr>
          <a:xfrm xmlns:a="http://schemas.openxmlformats.org/drawingml/2006/main">
            <a:off x="3017520"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مراجعة</a:t>
            </a:r>
          </a:p>
        </p:txBody>
      </p:sp>
      <p:sp>
        <p:nvSpPr>
          <p:cNvPr id="47" name="">
            <a:extLst xmlns:a="http://schemas.openxmlformats.org/drawingml/2006/main">
              <a:ext uri="{FF2B5EF4-FFF2-40B4-BE49-F238E27FC236}">
                <a16:creationId xmlns:a16="http://schemas.microsoft.com/office/drawing/2014/main" id="{FF664DAC-A668-472C-85B2-51D7E6F3E5EC}"/>
              </a:ext>
            </a:extLst>
          </p:cNvPr>
          <p:cNvSpPr>
            <a:spLocks xmlns:a="http://schemas.openxmlformats.org/drawingml/2006/main" noGrp="1"/>
          </p:cNvSpPr>
          <p:nvPr/>
        </p:nvSpPr>
        <p:spPr>
          <a:xfrm xmlns:a="http://schemas.openxmlformats.org/drawingml/2006/main">
            <a:off x="2397442" y="3382804"/>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دورك</a:t>
            </a:r>
          </a:p>
        </p:txBody>
      </p:sp>
      <p:sp>
        <p:nvSpPr>
          <p:cNvPr id="48" name="">
            <a:extLst xmlns:a="http://schemas.openxmlformats.org/drawingml/2006/main">
              <a:ext uri="{FF2B5EF4-FFF2-40B4-BE49-F238E27FC236}">
                <a16:creationId xmlns:a16="http://schemas.microsoft.com/office/drawing/2014/main" id="{E9F77B36-AB8F-463D-91AA-6DE813EC8C6D}"/>
              </a:ext>
            </a:extLst>
          </p:cNvPr>
          <p:cNvSpPr>
            <a:spLocks xmlns:a="http://schemas.openxmlformats.org/drawingml/2006/main" noGrp="1"/>
          </p:cNvSpPr>
          <p:nvPr/>
        </p:nvSpPr>
        <p:spPr>
          <a:xfrm xmlns:a="http://schemas.openxmlformats.org/drawingml/2006/main">
            <a:off x="1424940" y="3382804"/>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والمشروع</a:t>
            </a:r>
          </a:p>
        </p:txBody>
      </p:sp>
      <p:sp>
        <p:nvSpPr>
          <p:cNvPr id="49" name="">
            <a:extLst xmlns:a="http://schemas.openxmlformats.org/drawingml/2006/main">
              <a:ext uri="{FF2B5EF4-FFF2-40B4-BE49-F238E27FC236}">
                <a16:creationId xmlns:a16="http://schemas.microsoft.com/office/drawing/2014/main" id="{B3D899B5-B2A1-414F-975C-729C0D14ED42}"/>
              </a:ext>
            </a:extLst>
          </p:cNvPr>
          <p:cNvSpPr>
            <a:spLocks xmlns:a="http://schemas.openxmlformats.org/drawingml/2006/main" noGrp="1"/>
          </p:cNvSpPr>
          <p:nvPr/>
        </p:nvSpPr>
        <p:spPr>
          <a:xfrm xmlns:a="http://schemas.openxmlformats.org/drawingml/2006/main">
            <a:off x="4143375" y="3755707"/>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المسموح</a:t>
            </a:r>
          </a:p>
        </p:txBody>
      </p:sp>
      <p:sp>
        <p:nvSpPr>
          <p:cNvPr id="50" name="">
            <a:extLst xmlns:a="http://schemas.openxmlformats.org/drawingml/2006/main">
              <a:ext uri="{FF2B5EF4-FFF2-40B4-BE49-F238E27FC236}">
                <a16:creationId xmlns:a16="http://schemas.microsoft.com/office/drawing/2014/main" id="{3037323A-2D71-4B90-A85A-785117206093}"/>
              </a:ext>
            </a:extLst>
          </p:cNvPr>
          <p:cNvSpPr>
            <a:spLocks xmlns:a="http://schemas.openxmlformats.org/drawingml/2006/main" noGrp="1"/>
          </p:cNvSpPr>
          <p:nvPr/>
        </p:nvSpPr>
        <p:spPr>
          <a:xfrm xmlns:a="http://schemas.openxmlformats.org/drawingml/2006/main">
            <a:off x="3799523" y="3755707"/>
            <a:ext cx="266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لك</a:t>
            </a:r>
          </a:p>
        </p:txBody>
      </p:sp>
      <p:sp>
        <p:nvSpPr>
          <p:cNvPr id="51" name="">
            <a:extLst xmlns:a="http://schemas.openxmlformats.org/drawingml/2006/main">
              <a:ext uri="{FF2B5EF4-FFF2-40B4-BE49-F238E27FC236}">
                <a16:creationId xmlns:a16="http://schemas.microsoft.com/office/drawing/2014/main" id="{1B7A9AB3-A3E9-45E9-90C3-DC345C4D1232}"/>
              </a:ext>
            </a:extLst>
          </p:cNvPr>
          <p:cNvSpPr>
            <a:spLocks xmlns:a="http://schemas.openxmlformats.org/drawingml/2006/main" noGrp="1"/>
          </p:cNvSpPr>
          <p:nvPr/>
        </p:nvSpPr>
        <p:spPr>
          <a:xfrm xmlns:a="http://schemas.openxmlformats.org/drawingml/2006/main">
            <a:off x="3427095" y="3755707"/>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به.</a:t>
            </a:r>
          </a:p>
        </p:txBody>
      </p:sp>
    </p:spTree>
    <p:extLst>
      <p:ext uri="{BB962C8B-B14F-4D97-AF65-F5344CB8AC3E}">
        <p14:creationId xmlns:p14="http://schemas.microsoft.com/office/powerpoint/2010/main" val="1113629194"/>
      </p:ext>
    </p:extLst>
  </p:cSld>
</p:sld>
</file>

<file path=ppt/slides/slide5.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5EA9D99-F0AD-4825-940F-8B04CBCE9C9F}"/>
              </a:ext>
            </a:extLst>
          </p:cNvPr>
          <p:cNvSpPr>
            <a:spLocks xmlns:a="http://schemas.openxmlformats.org/drawingml/2006/main" noGrp="1"/>
          </p:cNvSpPr>
          <p:nvPr/>
        </p:nvSpPr>
        <p:spPr>
          <a:xfrm xmlns:a="http://schemas.openxmlformats.org/drawingml/2006/main">
            <a:off x="11087100" y="333375"/>
            <a:ext cx="4857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الصفحة</a:t>
            </a:r>
          </a:p>
        </p:txBody>
      </p:sp>
      <p:sp>
        <p:nvSpPr>
          <p:cNvPr id="2" name="">
            <a:extLst xmlns:a="http://schemas.openxmlformats.org/drawingml/2006/main">
              <a:ext uri="{FF2B5EF4-FFF2-40B4-BE49-F238E27FC236}">
                <a16:creationId xmlns:a16="http://schemas.microsoft.com/office/drawing/2014/main" id="{39CA2D9E-C5A5-4100-96AD-7ABA6F8FC432}"/>
              </a:ext>
            </a:extLst>
          </p:cNvPr>
          <p:cNvSpPr>
            <a:spLocks xmlns:a="http://schemas.openxmlformats.org/drawingml/2006/main" noGrp="1"/>
          </p:cNvSpPr>
          <p:nvPr/>
        </p:nvSpPr>
        <p:spPr>
          <a:xfrm xmlns:a="http://schemas.openxmlformats.org/drawingml/2006/main">
            <a:off x="10511790" y="333375"/>
            <a:ext cx="5238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الرئيسية</a:t>
            </a:r>
          </a:p>
        </p:txBody>
      </p:sp>
      <p:sp>
        <p:nvSpPr>
          <p:cNvPr id="3" name="">
            <a:extLst xmlns:a="http://schemas.openxmlformats.org/drawingml/2006/main">
              <a:ext uri="{FF2B5EF4-FFF2-40B4-BE49-F238E27FC236}">
                <a16:creationId xmlns:a16="http://schemas.microsoft.com/office/drawing/2014/main" id="{3112A0F1-9409-4147-96B9-3937DC0EE131}"/>
              </a:ext>
            </a:extLst>
          </p:cNvPr>
          <p:cNvSpPr>
            <a:spLocks xmlns:a="http://schemas.openxmlformats.org/drawingml/2006/main" noGrp="1"/>
          </p:cNvSpPr>
          <p:nvPr/>
        </p:nvSpPr>
        <p:spPr>
          <a:xfrm xmlns:a="http://schemas.openxmlformats.org/drawingml/2006/main">
            <a:off x="10801350" y="781050"/>
            <a:ext cx="7715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قراءة</a:t>
            </a:r>
          </a:p>
        </p:txBody>
      </p:sp>
      <p:sp>
        <p:nvSpPr>
          <p:cNvPr id="4" name="">
            <a:extLst xmlns:a="http://schemas.openxmlformats.org/drawingml/2006/main">
              <a:ext uri="{FF2B5EF4-FFF2-40B4-BE49-F238E27FC236}">
                <a16:creationId xmlns:a16="http://schemas.microsoft.com/office/drawing/2014/main" id="{C86333D6-ACF7-4E28-AE9D-80F6DF892D5B}"/>
              </a:ext>
            </a:extLst>
          </p:cNvPr>
          <p:cNvSpPr>
            <a:spLocks xmlns:a="http://schemas.openxmlformats.org/drawingml/2006/main" noGrp="1"/>
          </p:cNvSpPr>
          <p:nvPr/>
        </p:nvSpPr>
        <p:spPr>
          <a:xfrm xmlns:a="http://schemas.openxmlformats.org/drawingml/2006/main">
            <a:off x="9966960" y="781050"/>
            <a:ext cx="7143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لوحة</a:t>
            </a:r>
          </a:p>
        </p:txBody>
      </p:sp>
      <p:sp>
        <p:nvSpPr>
          <p:cNvPr id="5" name="">
            <a:extLst xmlns:a="http://schemas.openxmlformats.org/drawingml/2006/main">
              <a:ext uri="{FF2B5EF4-FFF2-40B4-BE49-F238E27FC236}">
                <a16:creationId xmlns:a16="http://schemas.microsoft.com/office/drawing/2014/main" id="{5FBCF920-9CE9-4D3B-87A6-7E368B3C25A5}"/>
              </a:ext>
            </a:extLst>
          </p:cNvPr>
          <p:cNvSpPr>
            <a:spLocks xmlns:a="http://schemas.openxmlformats.org/drawingml/2006/main" noGrp="1"/>
          </p:cNvSpPr>
          <p:nvPr/>
        </p:nvSpPr>
        <p:spPr>
          <a:xfrm xmlns:a="http://schemas.openxmlformats.org/drawingml/2006/main">
            <a:off x="8818245" y="781050"/>
            <a:ext cx="10287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المتابعة</a:t>
            </a:r>
          </a:p>
        </p:txBody>
      </p:sp>
      <p:sp>
        <p:nvSpPr>
          <p:cNvPr id="6" name="">
            <a:extLst xmlns:a="http://schemas.openxmlformats.org/drawingml/2006/main">
              <a:ext uri="{FF2B5EF4-FFF2-40B4-BE49-F238E27FC236}">
                <a16:creationId xmlns:a16="http://schemas.microsoft.com/office/drawing/2014/main" id="{BFDE4438-2354-4ACA-B625-F73E71F1C059}"/>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095F3B90-9FE9-49A0-9E4C-D803BEAB40E4}"/>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0B995E6F-18D0-4147-9A5C-9CDD6271A7F3}"/>
              </a:ext>
            </a:extLst>
          </p:cNvPr>
          <p:cNvSpPr>
            <a:spLocks xmlns:a="http://schemas.openxmlformats.org/drawingml/2006/main" noGrp="1"/>
          </p:cNvSpPr>
          <p:nvPr/>
        </p:nvSpPr>
        <p:spPr>
          <a:xfrm xmlns:a="http://schemas.openxmlformats.org/drawingml/2006/main">
            <a:off x="10296525" y="180975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حدد</a:t>
            </a:r>
          </a:p>
        </p:txBody>
      </p:sp>
      <p:sp>
        <p:nvSpPr>
          <p:cNvPr id="9" name="">
            <a:extLst xmlns:a="http://schemas.openxmlformats.org/drawingml/2006/main">
              <a:ext uri="{FF2B5EF4-FFF2-40B4-BE49-F238E27FC236}">
                <a16:creationId xmlns:a16="http://schemas.microsoft.com/office/drawing/2014/main" id="{CAC8247E-F059-49C1-982C-1887F14B8EBF}"/>
              </a:ext>
            </a:extLst>
          </p:cNvPr>
          <p:cNvSpPr>
            <a:spLocks xmlns:a="http://schemas.openxmlformats.org/drawingml/2006/main" noGrp="1"/>
          </p:cNvSpPr>
          <p:nvPr/>
        </p:nvSpPr>
        <p:spPr>
          <a:xfrm xmlns:a="http://schemas.openxmlformats.org/drawingml/2006/main">
            <a:off x="9438323" y="180975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10" name="">
            <a:extLst xmlns:a="http://schemas.openxmlformats.org/drawingml/2006/main">
              <a:ext uri="{FF2B5EF4-FFF2-40B4-BE49-F238E27FC236}">
                <a16:creationId xmlns:a16="http://schemas.microsoft.com/office/drawing/2014/main" id="{DBA0AC44-5BCC-4C7B-A384-FED8FC40CC85}"/>
              </a:ext>
            </a:extLst>
          </p:cNvPr>
          <p:cNvSpPr>
            <a:spLocks xmlns:a="http://schemas.openxmlformats.org/drawingml/2006/main" noGrp="1"/>
          </p:cNvSpPr>
          <p:nvPr/>
        </p:nvSpPr>
        <p:spPr>
          <a:xfrm xmlns:a="http://schemas.openxmlformats.org/drawingml/2006/main">
            <a:off x="8751570" y="180975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والفترة</a:t>
            </a:r>
          </a:p>
        </p:txBody>
      </p:sp>
      <p:sp>
        <p:nvSpPr>
          <p:cNvPr id="11" name="">
            <a:extLst xmlns:a="http://schemas.openxmlformats.org/drawingml/2006/main">
              <a:ext uri="{FF2B5EF4-FFF2-40B4-BE49-F238E27FC236}">
                <a16:creationId xmlns:a16="http://schemas.microsoft.com/office/drawing/2014/main" id="{FED66E66-D449-458F-8DA8-89FB01C418BB}"/>
              </a:ext>
            </a:extLst>
          </p:cNvPr>
          <p:cNvSpPr>
            <a:spLocks xmlns:a="http://schemas.openxmlformats.org/drawingml/2006/main" noGrp="1"/>
          </p:cNvSpPr>
          <p:nvPr/>
        </p:nvSpPr>
        <p:spPr>
          <a:xfrm xmlns:a="http://schemas.openxmlformats.org/drawingml/2006/main">
            <a:off x="8350568" y="180975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12" name="">
            <a:extLst xmlns:a="http://schemas.openxmlformats.org/drawingml/2006/main">
              <a:ext uri="{FF2B5EF4-FFF2-40B4-BE49-F238E27FC236}">
                <a16:creationId xmlns:a16="http://schemas.microsoft.com/office/drawing/2014/main" id="{86A0D013-CC40-4D1F-94D7-DE6D1FD3C203}"/>
              </a:ext>
            </a:extLst>
          </p:cNvPr>
          <p:cNvSpPr>
            <a:spLocks xmlns:a="http://schemas.openxmlformats.org/drawingml/2006/main" noGrp="1"/>
          </p:cNvSpPr>
          <p:nvPr/>
        </p:nvSpPr>
        <p:spPr>
          <a:xfrm xmlns:a="http://schemas.openxmlformats.org/drawingml/2006/main">
            <a:off x="7759065" y="180975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تفسير</a:t>
            </a:r>
          </a:p>
        </p:txBody>
      </p:sp>
      <p:sp>
        <p:nvSpPr>
          <p:cNvPr id="13" name="">
            <a:extLst xmlns:a="http://schemas.openxmlformats.org/drawingml/2006/main">
              <a:ext uri="{FF2B5EF4-FFF2-40B4-BE49-F238E27FC236}">
                <a16:creationId xmlns:a16="http://schemas.microsoft.com/office/drawing/2014/main" id="{FB192644-9802-451D-AA20-8DD6E9BE0AE9}"/>
              </a:ext>
            </a:extLst>
          </p:cNvPr>
          <p:cNvSpPr>
            <a:spLocks xmlns:a="http://schemas.openxmlformats.org/drawingml/2006/main" noGrp="1"/>
          </p:cNvSpPr>
          <p:nvPr/>
        </p:nvSpPr>
        <p:spPr>
          <a:xfrm xmlns:a="http://schemas.openxmlformats.org/drawingml/2006/main">
            <a:off x="6910388" y="1809750"/>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مؤشرات</a:t>
            </a:r>
          </a:p>
        </p:txBody>
      </p:sp>
      <p:sp>
        <p:nvSpPr>
          <p:cNvPr id="14" name="">
            <a:extLst xmlns:a="http://schemas.openxmlformats.org/drawingml/2006/main">
              <a:ext uri="{FF2B5EF4-FFF2-40B4-BE49-F238E27FC236}">
                <a16:creationId xmlns:a16="http://schemas.microsoft.com/office/drawing/2014/main" id="{74A92747-92A9-4BC8-9FC5-7F0065074D13}"/>
              </a:ext>
            </a:extLst>
          </p:cNvPr>
          <p:cNvSpPr>
            <a:spLocks xmlns:a="http://schemas.openxmlformats.org/drawingml/2006/main" noGrp="1"/>
          </p:cNvSpPr>
          <p:nvPr/>
        </p:nvSpPr>
        <p:spPr>
          <a:xfrm xmlns:a="http://schemas.openxmlformats.org/drawingml/2006/main">
            <a:off x="6261735" y="180975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الفترة.</a:t>
            </a:r>
          </a:p>
        </p:txBody>
      </p:sp>
      <p:sp>
        <p:nvSpPr>
          <p:cNvPr id="15" name="">
            <a:extLst xmlns:a="http://schemas.openxmlformats.org/drawingml/2006/main">
              <a:ext uri="{FF2B5EF4-FFF2-40B4-BE49-F238E27FC236}">
                <a16:creationId xmlns:a16="http://schemas.microsoft.com/office/drawing/2014/main" id="{512524E1-C819-4A51-A006-EBCBC643E43C}"/>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6890C2E0-41D2-4725-9471-F6BB9C376DCF}"/>
              </a:ext>
            </a:extLst>
          </p:cNvPr>
          <p:cNvSpPr>
            <a:spLocks xmlns:a="http://schemas.openxmlformats.org/drawingml/2006/main" noGrp="1"/>
          </p:cNvSpPr>
          <p:nvPr/>
        </p:nvSpPr>
        <p:spPr>
          <a:xfrm xmlns:a="http://schemas.openxmlformats.org/drawingml/2006/main">
            <a:off x="10287000" y="2733675"/>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17" name="">
            <a:extLst xmlns:a="http://schemas.openxmlformats.org/drawingml/2006/main">
              <a:ext uri="{FF2B5EF4-FFF2-40B4-BE49-F238E27FC236}">
                <a16:creationId xmlns:a16="http://schemas.microsoft.com/office/drawing/2014/main" id="{292413D0-6431-4DBC-8C66-12930EC9804D}"/>
              </a:ext>
            </a:extLst>
          </p:cNvPr>
          <p:cNvSpPr>
            <a:spLocks xmlns:a="http://schemas.openxmlformats.org/drawingml/2006/main" noGrp="1"/>
          </p:cNvSpPr>
          <p:nvPr/>
        </p:nvSpPr>
        <p:spPr>
          <a:xfrm xmlns:a="http://schemas.openxmlformats.org/drawingml/2006/main">
            <a:off x="9295448" y="2733675"/>
            <a:ext cx="914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الإجراءات</a:t>
            </a:r>
          </a:p>
        </p:txBody>
      </p:sp>
      <p:sp>
        <p:nvSpPr>
          <p:cNvPr id="18" name="">
            <a:extLst xmlns:a="http://schemas.openxmlformats.org/drawingml/2006/main">
              <a:ext uri="{FF2B5EF4-FFF2-40B4-BE49-F238E27FC236}">
                <a16:creationId xmlns:a16="http://schemas.microsoft.com/office/drawing/2014/main" id="{B99C2B9F-DE5F-486C-B219-82D697D478DE}"/>
              </a:ext>
            </a:extLst>
          </p:cNvPr>
          <p:cNvSpPr>
            <a:spLocks xmlns:a="http://schemas.openxmlformats.org/drawingml/2006/main" noGrp="1"/>
          </p:cNvSpPr>
          <p:nvPr/>
        </p:nvSpPr>
        <p:spPr>
          <a:xfrm xmlns:a="http://schemas.openxmlformats.org/drawingml/2006/main">
            <a:off x="8837295" y="2733675"/>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التي</a:t>
            </a:r>
          </a:p>
        </p:txBody>
      </p:sp>
      <p:sp>
        <p:nvSpPr>
          <p:cNvPr id="19" name="">
            <a:extLst xmlns:a="http://schemas.openxmlformats.org/drawingml/2006/main">
              <a:ext uri="{FF2B5EF4-FFF2-40B4-BE49-F238E27FC236}">
                <a16:creationId xmlns:a16="http://schemas.microsoft.com/office/drawing/2014/main" id="{1F58F721-A0C4-4626-A190-7A726BCB2B73}"/>
              </a:ext>
            </a:extLst>
          </p:cNvPr>
          <p:cNvSpPr>
            <a:spLocks xmlns:a="http://schemas.openxmlformats.org/drawingml/2006/main" noGrp="1"/>
          </p:cNvSpPr>
          <p:nvPr/>
        </p:nvSpPr>
        <p:spPr>
          <a:xfrm xmlns:a="http://schemas.openxmlformats.org/drawingml/2006/main">
            <a:off x="8236268" y="2733675"/>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تحتاج</a:t>
            </a:r>
          </a:p>
        </p:txBody>
      </p:sp>
      <p:sp>
        <p:nvSpPr>
          <p:cNvPr id="20" name="">
            <a:extLst xmlns:a="http://schemas.openxmlformats.org/drawingml/2006/main">
              <a:ext uri="{FF2B5EF4-FFF2-40B4-BE49-F238E27FC236}">
                <a16:creationId xmlns:a16="http://schemas.microsoft.com/office/drawing/2014/main" id="{05DB7A8D-D037-4FD7-B9AA-4A3B9EC4E285}"/>
              </a:ext>
            </a:extLst>
          </p:cNvPr>
          <p:cNvSpPr>
            <a:spLocks xmlns:a="http://schemas.openxmlformats.org/drawingml/2006/main" noGrp="1"/>
          </p:cNvSpPr>
          <p:nvPr/>
        </p:nvSpPr>
        <p:spPr>
          <a:xfrm xmlns:a="http://schemas.openxmlformats.org/drawingml/2006/main">
            <a:off x="7444740" y="2733675"/>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اهتمامك</a:t>
            </a:r>
          </a:p>
        </p:txBody>
      </p:sp>
      <p:sp>
        <p:nvSpPr>
          <p:cNvPr id="21" name="">
            <a:extLst xmlns:a="http://schemas.openxmlformats.org/drawingml/2006/main">
              <a:ext uri="{FF2B5EF4-FFF2-40B4-BE49-F238E27FC236}">
                <a16:creationId xmlns:a16="http://schemas.microsoft.com/office/drawing/2014/main" id="{6B0BFF38-5FFE-4820-80ED-504D61667E77}"/>
              </a:ext>
            </a:extLst>
          </p:cNvPr>
          <p:cNvSpPr>
            <a:spLocks xmlns:a="http://schemas.openxmlformats.org/drawingml/2006/main" noGrp="1"/>
          </p:cNvSpPr>
          <p:nvPr/>
        </p:nvSpPr>
        <p:spPr>
          <a:xfrm xmlns:a="http://schemas.openxmlformats.org/drawingml/2006/main">
            <a:off x="6624638" y="2733675"/>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للوصول</a:t>
            </a:r>
          </a:p>
        </p:txBody>
      </p:sp>
      <p:sp>
        <p:nvSpPr>
          <p:cNvPr id="22" name="">
            <a:extLst xmlns:a="http://schemas.openxmlformats.org/drawingml/2006/main">
              <a:ext uri="{FF2B5EF4-FFF2-40B4-BE49-F238E27FC236}">
                <a16:creationId xmlns:a16="http://schemas.microsoft.com/office/drawing/2014/main" id="{9BC6F589-BE27-47C0-B91B-86EE544C4792}"/>
              </a:ext>
            </a:extLst>
          </p:cNvPr>
          <p:cNvSpPr>
            <a:spLocks xmlns:a="http://schemas.openxmlformats.org/drawingml/2006/main" noGrp="1"/>
          </p:cNvSpPr>
          <p:nvPr/>
        </p:nvSpPr>
        <p:spPr>
          <a:xfrm xmlns:a="http://schemas.openxmlformats.org/drawingml/2006/main">
            <a:off x="6223635" y="2733675"/>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إلى</a:t>
            </a:r>
          </a:p>
        </p:txBody>
      </p:sp>
      <p:sp>
        <p:nvSpPr>
          <p:cNvPr id="23" name="">
            <a:extLst xmlns:a="http://schemas.openxmlformats.org/drawingml/2006/main">
              <a:ext uri="{FF2B5EF4-FFF2-40B4-BE49-F238E27FC236}">
                <a16:creationId xmlns:a16="http://schemas.microsoft.com/office/drawing/2014/main" id="{7BE0A326-5E02-4173-9773-9B300F8B0B31}"/>
              </a:ext>
            </a:extLst>
          </p:cNvPr>
          <p:cNvSpPr>
            <a:spLocks xmlns:a="http://schemas.openxmlformats.org/drawingml/2006/main" noGrp="1"/>
          </p:cNvSpPr>
          <p:nvPr/>
        </p:nvSpPr>
        <p:spPr>
          <a:xfrm xmlns:a="http://schemas.openxmlformats.org/drawingml/2006/main">
            <a:off x="10096500" y="3106579"/>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السجل</a:t>
            </a:r>
          </a:p>
        </p:txBody>
      </p:sp>
      <p:sp>
        <p:nvSpPr>
          <p:cNvPr id="24" name="">
            <a:extLst xmlns:a="http://schemas.openxmlformats.org/drawingml/2006/main">
              <a:ext uri="{FF2B5EF4-FFF2-40B4-BE49-F238E27FC236}">
                <a16:creationId xmlns:a16="http://schemas.microsoft.com/office/drawing/2014/main" id="{57BB08FB-DA62-44D9-97D9-33A2A37D5799}"/>
              </a:ext>
            </a:extLst>
          </p:cNvPr>
          <p:cNvSpPr>
            <a:spLocks xmlns:a="http://schemas.openxmlformats.org/drawingml/2006/main" noGrp="1"/>
          </p:cNvSpPr>
          <p:nvPr/>
        </p:nvSpPr>
        <p:spPr>
          <a:xfrm xmlns:a="http://schemas.openxmlformats.org/drawingml/2006/main">
            <a:off x="9266873" y="3106579"/>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الأصلي.</a:t>
            </a:r>
          </a:p>
        </p:txBody>
      </p:sp>
      <p:sp>
        <p:nvSpPr>
          <p:cNvPr id="25" name="">
            <a:extLst xmlns:a="http://schemas.openxmlformats.org/drawingml/2006/main">
              <a:ext uri="{FF2B5EF4-FFF2-40B4-BE49-F238E27FC236}">
                <a16:creationId xmlns:a16="http://schemas.microsoft.com/office/drawing/2014/main" id="{8672BFA3-67F6-4727-BC70-9FCB912A04F3}"/>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EE525D51-DDE2-4BA7-9157-C553560E3026}"/>
              </a:ext>
            </a:extLst>
          </p:cNvPr>
          <p:cNvSpPr>
            <a:spLocks xmlns:a="http://schemas.openxmlformats.org/drawingml/2006/main" noGrp="1"/>
          </p:cNvSpPr>
          <p:nvPr/>
        </p:nvSpPr>
        <p:spPr>
          <a:xfrm xmlns:a="http://schemas.openxmlformats.org/drawingml/2006/main">
            <a:off x="10220325" y="36576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قارن</a:t>
            </a:r>
          </a:p>
        </p:txBody>
      </p:sp>
      <p:sp>
        <p:nvSpPr>
          <p:cNvPr id="27" name="">
            <a:extLst xmlns:a="http://schemas.openxmlformats.org/drawingml/2006/main">
              <a:ext uri="{FF2B5EF4-FFF2-40B4-BE49-F238E27FC236}">
                <a16:creationId xmlns:a16="http://schemas.microsoft.com/office/drawing/2014/main" id="{2F490E92-8E77-48E6-B079-04AF92C48DD0}"/>
              </a:ext>
            </a:extLst>
          </p:cNvPr>
          <p:cNvSpPr>
            <a:spLocks xmlns:a="http://schemas.openxmlformats.org/drawingml/2006/main" noGrp="1"/>
          </p:cNvSpPr>
          <p:nvPr/>
        </p:nvSpPr>
        <p:spPr>
          <a:xfrm xmlns:a="http://schemas.openxmlformats.org/drawingml/2006/main">
            <a:off x="9495473" y="365760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بطاقات</a:t>
            </a:r>
          </a:p>
        </p:txBody>
      </p:sp>
      <p:sp>
        <p:nvSpPr>
          <p:cNvPr id="28" name="">
            <a:extLst xmlns:a="http://schemas.openxmlformats.org/drawingml/2006/main">
              <a:ext uri="{FF2B5EF4-FFF2-40B4-BE49-F238E27FC236}">
                <a16:creationId xmlns:a16="http://schemas.microsoft.com/office/drawing/2014/main" id="{4433C7C5-33F9-45BD-B117-3EBBB3355C47}"/>
              </a:ext>
            </a:extLst>
          </p:cNvPr>
          <p:cNvSpPr>
            <a:spLocks xmlns:a="http://schemas.openxmlformats.org/drawingml/2006/main" noGrp="1"/>
          </p:cNvSpPr>
          <p:nvPr/>
        </p:nvSpPr>
        <p:spPr>
          <a:xfrm xmlns:a="http://schemas.openxmlformats.org/drawingml/2006/main">
            <a:off x="8875395" y="36576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الوارد</a:t>
            </a:r>
          </a:p>
        </p:txBody>
      </p:sp>
      <p:sp>
        <p:nvSpPr>
          <p:cNvPr id="29" name="">
            <a:extLst xmlns:a="http://schemas.openxmlformats.org/drawingml/2006/main">
              <a:ext uri="{FF2B5EF4-FFF2-40B4-BE49-F238E27FC236}">
                <a16:creationId xmlns:a16="http://schemas.microsoft.com/office/drawing/2014/main" id="{601F0553-3DED-47DB-90EA-D06C459BEDAD}"/>
              </a:ext>
            </a:extLst>
          </p:cNvPr>
          <p:cNvSpPr>
            <a:spLocks xmlns:a="http://schemas.openxmlformats.org/drawingml/2006/main" noGrp="1"/>
          </p:cNvSpPr>
          <p:nvPr/>
        </p:nvSpPr>
        <p:spPr>
          <a:xfrm xmlns:a="http://schemas.openxmlformats.org/drawingml/2006/main">
            <a:off x="8141018" y="36576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والتكلفة</a:t>
            </a:r>
          </a:p>
        </p:txBody>
      </p:sp>
      <p:sp>
        <p:nvSpPr>
          <p:cNvPr id="30" name="">
            <a:extLst xmlns:a="http://schemas.openxmlformats.org/drawingml/2006/main">
              <a:ext uri="{FF2B5EF4-FFF2-40B4-BE49-F238E27FC236}">
                <a16:creationId xmlns:a16="http://schemas.microsoft.com/office/drawing/2014/main" id="{FAB660A3-AF48-481F-B7F1-40819AD09543}"/>
              </a:ext>
            </a:extLst>
          </p:cNvPr>
          <p:cNvSpPr>
            <a:spLocks xmlns:a="http://schemas.openxmlformats.org/drawingml/2006/main" noGrp="1"/>
          </p:cNvSpPr>
          <p:nvPr/>
        </p:nvSpPr>
        <p:spPr>
          <a:xfrm xmlns:a="http://schemas.openxmlformats.org/drawingml/2006/main">
            <a:off x="7787640" y="3657600"/>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مع</a:t>
            </a:r>
          </a:p>
        </p:txBody>
      </p:sp>
      <p:sp>
        <p:nvSpPr>
          <p:cNvPr id="31" name="">
            <a:extLst xmlns:a="http://schemas.openxmlformats.org/drawingml/2006/main">
              <a:ext uri="{FF2B5EF4-FFF2-40B4-BE49-F238E27FC236}">
                <a16:creationId xmlns:a16="http://schemas.microsoft.com/office/drawing/2014/main" id="{6EFD81FF-1B90-4363-9EFF-44F7542919F5}"/>
              </a:ext>
            </a:extLst>
          </p:cNvPr>
          <p:cNvSpPr>
            <a:spLocks xmlns:a="http://schemas.openxmlformats.org/drawingml/2006/main" noGrp="1"/>
          </p:cNvSpPr>
          <p:nvPr/>
        </p:nvSpPr>
        <p:spPr>
          <a:xfrm xmlns:a="http://schemas.openxmlformats.org/drawingml/2006/main">
            <a:off x="7024688" y="3657600"/>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الجداول</a:t>
            </a:r>
          </a:p>
        </p:txBody>
      </p:sp>
      <p:sp>
        <p:nvSpPr>
          <p:cNvPr id="32" name="">
            <a:extLst xmlns:a="http://schemas.openxmlformats.org/drawingml/2006/main">
              <a:ext uri="{FF2B5EF4-FFF2-40B4-BE49-F238E27FC236}">
                <a16:creationId xmlns:a16="http://schemas.microsoft.com/office/drawing/2014/main" id="{AD124187-A3E5-44B2-A296-B68BE7A6C904}"/>
              </a:ext>
            </a:extLst>
          </p:cNvPr>
          <p:cNvSpPr>
            <a:spLocks xmlns:a="http://schemas.openxmlformats.org/drawingml/2006/main" noGrp="1"/>
          </p:cNvSpPr>
          <p:nvPr/>
        </p:nvSpPr>
        <p:spPr>
          <a:xfrm xmlns:a="http://schemas.openxmlformats.org/drawingml/2006/main">
            <a:off x="6014085" y="3657600"/>
            <a:ext cx="933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المصدرية.</a:t>
            </a:r>
          </a:p>
        </p:txBody>
      </p:sp>
      <p:sp>
        <p:nvSpPr>
          <p:cNvPr id="33" name="">
            <a:extLst xmlns:a="http://schemas.openxmlformats.org/drawingml/2006/main">
              <a:ext uri="{FF2B5EF4-FFF2-40B4-BE49-F238E27FC236}">
                <a16:creationId xmlns:a16="http://schemas.microsoft.com/office/drawing/2014/main" id="{D7804A93-6437-4560-BE32-928F8C7CCED7}"/>
              </a:ext>
            </a:extLst>
          </p:cNvPr>
          <p:cNvSpPr>
            <a:spLocks xmlns:a="http://schemas.openxmlformats.org/drawingml/2006/main" noGrp="1"/>
          </p:cNvSpPr>
          <p:nvPr/>
        </p:nvSpPr>
        <p:spPr>
          <a:xfrm xmlns:a="http://schemas.openxmlformats.org/drawingml/2006/main">
            <a:off x="4572000" y="1924050"/>
            <a:ext cx="3333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ليه</a:t>
            </a:r>
          </a:p>
        </p:txBody>
      </p:sp>
      <p:sp>
        <p:nvSpPr>
          <p:cNvPr id="34" name="">
            <a:extLst xmlns:a="http://schemas.openxmlformats.org/drawingml/2006/main">
              <a:ext uri="{FF2B5EF4-FFF2-40B4-BE49-F238E27FC236}">
                <a16:creationId xmlns:a16="http://schemas.microsoft.com/office/drawing/2014/main" id="{0906C5DE-C6F1-415D-928B-7C06F4197D9A}"/>
              </a:ext>
            </a:extLst>
          </p:cNvPr>
          <p:cNvSpPr>
            <a:spLocks xmlns:a="http://schemas.openxmlformats.org/drawingml/2006/main" noGrp="1"/>
          </p:cNvSpPr>
          <p:nvPr/>
        </p:nvSpPr>
        <p:spPr>
          <a:xfrm xmlns:a="http://schemas.openxmlformats.org/drawingml/2006/main">
            <a:off x="3749993" y="1924050"/>
            <a:ext cx="7334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الرصيد</a:t>
            </a:r>
          </a:p>
        </p:txBody>
      </p:sp>
      <p:sp>
        <p:nvSpPr>
          <p:cNvPr id="35" name="">
            <a:extLst xmlns:a="http://schemas.openxmlformats.org/drawingml/2006/main">
              <a:ext uri="{FF2B5EF4-FFF2-40B4-BE49-F238E27FC236}">
                <a16:creationId xmlns:a16="http://schemas.microsoft.com/office/drawing/2014/main" id="{903F52FB-E591-4F25-A67A-C6608D428DA7}"/>
              </a:ext>
            </a:extLst>
          </p:cNvPr>
          <p:cNvSpPr>
            <a:spLocks xmlns:a="http://schemas.openxmlformats.org/drawingml/2006/main" noGrp="1"/>
          </p:cNvSpPr>
          <p:nvPr/>
        </p:nvSpPr>
        <p:spPr>
          <a:xfrm xmlns:a="http://schemas.openxmlformats.org/drawingml/2006/main">
            <a:off x="3175635" y="1924050"/>
            <a:ext cx="4857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ثابت</a:t>
            </a:r>
          </a:p>
        </p:txBody>
      </p:sp>
      <p:sp>
        <p:nvSpPr>
          <p:cNvPr id="36" name="">
            <a:extLst xmlns:a="http://schemas.openxmlformats.org/drawingml/2006/main">
              <a:ext uri="{FF2B5EF4-FFF2-40B4-BE49-F238E27FC236}">
                <a16:creationId xmlns:a16="http://schemas.microsoft.com/office/drawing/2014/main" id="{A89850A1-BD0E-4161-8DCE-E3DF281FEA01}"/>
              </a:ext>
            </a:extLst>
          </p:cNvPr>
          <p:cNvSpPr>
            <a:spLocks xmlns:a="http://schemas.openxmlformats.org/drawingml/2006/main" noGrp="1"/>
          </p:cNvSpPr>
          <p:nvPr/>
        </p:nvSpPr>
        <p:spPr>
          <a:xfrm xmlns:a="http://schemas.openxmlformats.org/drawingml/2006/main">
            <a:off x="2763202" y="1924050"/>
            <a:ext cx="3238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مع</a:t>
            </a:r>
          </a:p>
        </p:txBody>
      </p:sp>
      <p:sp>
        <p:nvSpPr>
          <p:cNvPr id="37" name="">
            <a:extLst xmlns:a="http://schemas.openxmlformats.org/drawingml/2006/main">
              <a:ext uri="{FF2B5EF4-FFF2-40B4-BE49-F238E27FC236}">
                <a16:creationId xmlns:a16="http://schemas.microsoft.com/office/drawing/2014/main" id="{A48D078C-02A8-417B-B7A7-84A6A16D7829}"/>
              </a:ext>
            </a:extLst>
          </p:cNvPr>
          <p:cNvSpPr>
            <a:spLocks xmlns:a="http://schemas.openxmlformats.org/drawingml/2006/main" noGrp="1"/>
          </p:cNvSpPr>
          <p:nvPr/>
        </p:nvSpPr>
        <p:spPr>
          <a:xfrm xmlns:a="http://schemas.openxmlformats.org/drawingml/2006/main">
            <a:off x="1998345" y="1924050"/>
            <a:ext cx="6762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الفلتر؟</a:t>
            </a:r>
          </a:p>
        </p:txBody>
      </p:sp>
      <p:sp>
        <p:nvSpPr>
          <p:cNvPr id="38" name="">
            <a:extLst xmlns:a="http://schemas.openxmlformats.org/drawingml/2006/main">
              <a:ext uri="{FF2B5EF4-FFF2-40B4-BE49-F238E27FC236}">
                <a16:creationId xmlns:a16="http://schemas.microsoft.com/office/drawing/2014/main" id="{2E936890-3308-4B95-8011-3F32D6E88D88}"/>
              </a:ext>
            </a:extLst>
          </p:cNvPr>
          <p:cNvSpPr>
            <a:spLocks xmlns:a="http://schemas.openxmlformats.org/drawingml/2006/main" noGrp="1"/>
          </p:cNvSpPr>
          <p:nvPr/>
        </p:nvSpPr>
        <p:spPr>
          <a:xfrm xmlns:a="http://schemas.openxmlformats.org/drawingml/2006/main">
            <a:off x="4400550" y="30099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بعض</a:t>
            </a:r>
          </a:p>
        </p:txBody>
      </p:sp>
      <p:sp>
        <p:nvSpPr>
          <p:cNvPr id="39" name="">
            <a:extLst xmlns:a="http://schemas.openxmlformats.org/drawingml/2006/main">
              <a:ext uri="{FF2B5EF4-FFF2-40B4-BE49-F238E27FC236}">
                <a16:creationId xmlns:a16="http://schemas.microsoft.com/office/drawing/2014/main" id="{BFB5E28A-ACFB-4558-AC37-79948E3E5816}"/>
              </a:ext>
            </a:extLst>
          </p:cNvPr>
          <p:cNvSpPr>
            <a:spLocks xmlns:a="http://schemas.openxmlformats.org/drawingml/2006/main" noGrp="1"/>
          </p:cNvSpPr>
          <p:nvPr/>
        </p:nvSpPr>
        <p:spPr>
          <a:xfrm xmlns:a="http://schemas.openxmlformats.org/drawingml/2006/main">
            <a:off x="3570923" y="300990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البطاقات</a:t>
            </a:r>
          </a:p>
        </p:txBody>
      </p:sp>
      <p:sp>
        <p:nvSpPr>
          <p:cNvPr id="40" name="">
            <a:extLst xmlns:a="http://schemas.openxmlformats.org/drawingml/2006/main">
              <a:ext uri="{FF2B5EF4-FFF2-40B4-BE49-F238E27FC236}">
                <a16:creationId xmlns:a16="http://schemas.microsoft.com/office/drawing/2014/main" id="{B98085EC-B267-468C-901E-912343735E44}"/>
              </a:ext>
            </a:extLst>
          </p:cNvPr>
          <p:cNvSpPr>
            <a:spLocks xmlns:a="http://schemas.openxmlformats.org/drawingml/2006/main" noGrp="1"/>
          </p:cNvSpPr>
          <p:nvPr/>
        </p:nvSpPr>
        <p:spPr>
          <a:xfrm xmlns:a="http://schemas.openxmlformats.org/drawingml/2006/main">
            <a:off x="2855595" y="3009900"/>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تعرض</a:t>
            </a:r>
          </a:p>
        </p:txBody>
      </p:sp>
      <p:sp>
        <p:nvSpPr>
          <p:cNvPr id="41" name="">
            <a:extLst xmlns:a="http://schemas.openxmlformats.org/drawingml/2006/main">
              <a:ext uri="{FF2B5EF4-FFF2-40B4-BE49-F238E27FC236}">
                <a16:creationId xmlns:a16="http://schemas.microsoft.com/office/drawing/2014/main" id="{1354D661-B974-42FC-B3EF-630B7AC7D5EE}"/>
              </a:ext>
            </a:extLst>
          </p:cNvPr>
          <p:cNvSpPr>
            <a:spLocks xmlns:a="http://schemas.openxmlformats.org/drawingml/2006/main" noGrp="1"/>
          </p:cNvSpPr>
          <p:nvPr/>
        </p:nvSpPr>
        <p:spPr>
          <a:xfrm xmlns:a="http://schemas.openxmlformats.org/drawingml/2006/main">
            <a:off x="2168842" y="30099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رصيدًا</a:t>
            </a:r>
          </a:p>
        </p:txBody>
      </p:sp>
      <p:sp>
        <p:nvSpPr>
          <p:cNvPr id="42" name="">
            <a:extLst xmlns:a="http://schemas.openxmlformats.org/drawingml/2006/main">
              <a:ext uri="{FF2B5EF4-FFF2-40B4-BE49-F238E27FC236}">
                <a16:creationId xmlns:a16="http://schemas.microsoft.com/office/drawing/2014/main" id="{EF6DD43C-EE40-4F7E-B6E0-660F2305F932}"/>
              </a:ext>
            </a:extLst>
          </p:cNvPr>
          <p:cNvSpPr>
            <a:spLocks xmlns:a="http://schemas.openxmlformats.org/drawingml/2006/main" noGrp="1"/>
          </p:cNvSpPr>
          <p:nvPr/>
        </p:nvSpPr>
        <p:spPr>
          <a:xfrm xmlns:a="http://schemas.openxmlformats.org/drawingml/2006/main">
            <a:off x="1577340" y="300990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حاليًا،</a:t>
            </a:r>
          </a:p>
        </p:txBody>
      </p:sp>
      <p:sp>
        <p:nvSpPr>
          <p:cNvPr id="43" name="">
            <a:extLst xmlns:a="http://schemas.openxmlformats.org/drawingml/2006/main">
              <a:ext uri="{FF2B5EF4-FFF2-40B4-BE49-F238E27FC236}">
                <a16:creationId xmlns:a16="http://schemas.microsoft.com/office/drawing/2014/main" id="{518E63C4-4B21-4CDF-BDD2-C9C51A08C022}"/>
              </a:ext>
            </a:extLst>
          </p:cNvPr>
          <p:cNvSpPr>
            <a:spLocks xmlns:a="http://schemas.openxmlformats.org/drawingml/2006/main" noGrp="1"/>
          </p:cNvSpPr>
          <p:nvPr/>
        </p:nvSpPr>
        <p:spPr>
          <a:xfrm xmlns:a="http://schemas.openxmlformats.org/drawingml/2006/main">
            <a:off x="1147762" y="3009900"/>
            <a:ext cx="352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مثل</a:t>
            </a:r>
          </a:p>
        </p:txBody>
      </p:sp>
      <p:sp>
        <p:nvSpPr>
          <p:cNvPr id="44" name="">
            <a:extLst xmlns:a="http://schemas.openxmlformats.org/drawingml/2006/main">
              <a:ext uri="{FF2B5EF4-FFF2-40B4-BE49-F238E27FC236}">
                <a16:creationId xmlns:a16="http://schemas.microsoft.com/office/drawing/2014/main" id="{ECAE1E35-7793-4314-97C4-D9E9FAD6DBC8}"/>
              </a:ext>
            </a:extLst>
          </p:cNvPr>
          <p:cNvSpPr>
            <a:spLocks xmlns:a="http://schemas.openxmlformats.org/drawingml/2006/main" noGrp="1"/>
          </p:cNvSpPr>
          <p:nvPr/>
        </p:nvSpPr>
        <p:spPr>
          <a:xfrm xmlns:a="http://schemas.openxmlformats.org/drawingml/2006/main">
            <a:off x="4124325" y="3382804"/>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المخزون</a:t>
            </a:r>
          </a:p>
        </p:txBody>
      </p:sp>
      <p:sp>
        <p:nvSpPr>
          <p:cNvPr id="45" name="">
            <a:extLst xmlns:a="http://schemas.openxmlformats.org/drawingml/2006/main">
              <a:ext uri="{FF2B5EF4-FFF2-40B4-BE49-F238E27FC236}">
                <a16:creationId xmlns:a16="http://schemas.microsoft.com/office/drawing/2014/main" id="{120FB8BF-9413-4141-84F9-E585CC4371C3}"/>
              </a:ext>
            </a:extLst>
          </p:cNvPr>
          <p:cNvSpPr>
            <a:spLocks xmlns:a="http://schemas.openxmlformats.org/drawingml/2006/main" noGrp="1"/>
          </p:cNvSpPr>
          <p:nvPr/>
        </p:nvSpPr>
        <p:spPr>
          <a:xfrm xmlns:a="http://schemas.openxmlformats.org/drawingml/2006/main">
            <a:off x="3275648" y="3382804"/>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والخزنة.</a:t>
            </a:r>
          </a:p>
        </p:txBody>
      </p:sp>
      <p:sp>
        <p:nvSpPr>
          <p:cNvPr id="46" name="">
            <a:extLst xmlns:a="http://schemas.openxmlformats.org/drawingml/2006/main">
              <a:ext uri="{FF2B5EF4-FFF2-40B4-BE49-F238E27FC236}">
                <a16:creationId xmlns:a16="http://schemas.microsoft.com/office/drawing/2014/main" id="{78675512-6C27-49B4-8432-9E7E128F91ED}"/>
              </a:ext>
            </a:extLst>
          </p:cNvPr>
          <p:cNvSpPr>
            <a:spLocks xmlns:a="http://schemas.openxmlformats.org/drawingml/2006/main" noGrp="1"/>
          </p:cNvSpPr>
          <p:nvPr/>
        </p:nvSpPr>
        <p:spPr>
          <a:xfrm xmlns:a="http://schemas.openxmlformats.org/drawingml/2006/main">
            <a:off x="2836545" y="3382804"/>
            <a:ext cx="361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اقرأ</a:t>
            </a:r>
          </a:p>
        </p:txBody>
      </p:sp>
      <p:sp>
        <p:nvSpPr>
          <p:cNvPr id="47" name="">
            <a:extLst xmlns:a="http://schemas.openxmlformats.org/drawingml/2006/main">
              <a:ext uri="{FF2B5EF4-FFF2-40B4-BE49-F238E27FC236}">
                <a16:creationId xmlns:a16="http://schemas.microsoft.com/office/drawing/2014/main" id="{58985572-7B0D-4675-904E-CCB9A29A3EC2}"/>
              </a:ext>
            </a:extLst>
          </p:cNvPr>
          <p:cNvSpPr>
            <a:spLocks xmlns:a="http://schemas.openxmlformats.org/drawingml/2006/main" noGrp="1"/>
          </p:cNvSpPr>
          <p:nvPr/>
        </p:nvSpPr>
        <p:spPr>
          <a:xfrm xmlns:a="http://schemas.openxmlformats.org/drawingml/2006/main">
            <a:off x="2168842" y="3382804"/>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وصف</a:t>
            </a:r>
          </a:p>
        </p:txBody>
      </p:sp>
      <p:sp>
        <p:nvSpPr>
          <p:cNvPr id="48" name="">
            <a:extLst xmlns:a="http://schemas.openxmlformats.org/drawingml/2006/main">
              <a:ext uri="{FF2B5EF4-FFF2-40B4-BE49-F238E27FC236}">
                <a16:creationId xmlns:a16="http://schemas.microsoft.com/office/drawing/2014/main" id="{4A90DDBC-C106-4F5C-AEE1-E750F658FDB2}"/>
              </a:ext>
            </a:extLst>
          </p:cNvPr>
          <p:cNvSpPr>
            <a:spLocks xmlns:a="http://schemas.openxmlformats.org/drawingml/2006/main" noGrp="1"/>
          </p:cNvSpPr>
          <p:nvPr/>
        </p:nvSpPr>
        <p:spPr>
          <a:xfrm xmlns:a="http://schemas.openxmlformats.org/drawingml/2006/main">
            <a:off x="1482090" y="3382804"/>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البطاقة</a:t>
            </a:r>
          </a:p>
        </p:txBody>
      </p:sp>
      <p:sp>
        <p:nvSpPr>
          <p:cNvPr id="49" name="">
            <a:extLst xmlns:a="http://schemas.openxmlformats.org/drawingml/2006/main">
              <a:ext uri="{FF2B5EF4-FFF2-40B4-BE49-F238E27FC236}">
                <a16:creationId xmlns:a16="http://schemas.microsoft.com/office/drawing/2014/main" id="{42B9CBC1-F1FC-4ACE-BF1E-4BDC2913A645}"/>
              </a:ext>
            </a:extLst>
          </p:cNvPr>
          <p:cNvSpPr>
            <a:spLocks xmlns:a="http://schemas.openxmlformats.org/drawingml/2006/main" noGrp="1"/>
          </p:cNvSpPr>
          <p:nvPr/>
        </p:nvSpPr>
        <p:spPr>
          <a:xfrm xmlns:a="http://schemas.openxmlformats.org/drawingml/2006/main">
            <a:off x="1081087" y="3382804"/>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50" name="">
            <a:extLst xmlns:a="http://schemas.openxmlformats.org/drawingml/2006/main">
              <a:ext uri="{FF2B5EF4-FFF2-40B4-BE49-F238E27FC236}">
                <a16:creationId xmlns:a16="http://schemas.microsoft.com/office/drawing/2014/main" id="{997AEF44-AF9B-4F74-9DC7-1E638D936920}"/>
              </a:ext>
            </a:extLst>
          </p:cNvPr>
          <p:cNvSpPr>
            <a:spLocks xmlns:a="http://schemas.openxmlformats.org/drawingml/2006/main" noGrp="1"/>
          </p:cNvSpPr>
          <p:nvPr/>
        </p:nvSpPr>
        <p:spPr>
          <a:xfrm xmlns:a="http://schemas.openxmlformats.org/drawingml/2006/main">
            <a:off x="4200525" y="3755707"/>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مقارنتها</a:t>
            </a:r>
          </a:p>
        </p:txBody>
      </p:sp>
      <p:sp>
        <p:nvSpPr>
          <p:cNvPr id="51" name="">
            <a:extLst xmlns:a="http://schemas.openxmlformats.org/drawingml/2006/main">
              <a:ext uri="{FF2B5EF4-FFF2-40B4-BE49-F238E27FC236}">
                <a16:creationId xmlns:a16="http://schemas.microsoft.com/office/drawing/2014/main" id="{46D254F4-B91B-42F8-9E6A-35599D0A0207}"/>
              </a:ext>
            </a:extLst>
          </p:cNvPr>
          <p:cNvSpPr>
            <a:spLocks xmlns:a="http://schemas.openxmlformats.org/drawingml/2006/main" noGrp="1"/>
          </p:cNvSpPr>
          <p:nvPr/>
        </p:nvSpPr>
        <p:spPr>
          <a:xfrm xmlns:a="http://schemas.openxmlformats.org/drawingml/2006/main">
            <a:off x="3599498" y="3755707"/>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بأرقام</a:t>
            </a:r>
          </a:p>
        </p:txBody>
      </p:sp>
      <p:sp>
        <p:nvSpPr>
          <p:cNvPr id="52" name="">
            <a:extLst xmlns:a="http://schemas.openxmlformats.org/drawingml/2006/main">
              <a:ext uri="{FF2B5EF4-FFF2-40B4-BE49-F238E27FC236}">
                <a16:creationId xmlns:a16="http://schemas.microsoft.com/office/drawing/2014/main" id="{66BC68A3-6C5B-480A-8C05-690428F52582}"/>
              </a:ext>
            </a:extLst>
          </p:cNvPr>
          <p:cNvSpPr>
            <a:spLocks xmlns:a="http://schemas.openxmlformats.org/drawingml/2006/main" noGrp="1"/>
          </p:cNvSpPr>
          <p:nvPr/>
        </p:nvSpPr>
        <p:spPr>
          <a:xfrm xmlns:a="http://schemas.openxmlformats.org/drawingml/2006/main">
            <a:off x="2950845" y="3755707"/>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الفترة.</a:t>
            </a:r>
          </a:p>
        </p:txBody>
      </p:sp>
    </p:spTree>
    <p:extLst>
      <p:ext uri="{BB962C8B-B14F-4D97-AF65-F5344CB8AC3E}">
        <p14:creationId xmlns:p14="http://schemas.microsoft.com/office/powerpoint/2010/main" val="1993297087"/>
      </p:ext>
    </p:extLst>
  </p:cSld>
</p:sld>
</file>

<file path=ppt/slides/slide6.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E05F3D5-AF59-4589-8AD5-AE13188B7C67}"/>
              </a:ext>
            </a:extLst>
          </p:cNvPr>
          <p:cNvSpPr>
            <a:spLocks xmlns:a="http://schemas.openxmlformats.org/drawingml/2006/main" noGrp="1"/>
          </p:cNvSpPr>
          <p:nvPr/>
        </p:nvSpPr>
        <p:spPr>
          <a:xfrm xmlns:a="http://schemas.openxmlformats.org/drawingml/2006/main">
            <a:off x="11182350" y="333375"/>
            <a:ext cx="3905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العقود</a:t>
            </a:r>
          </a:p>
        </p:txBody>
      </p:sp>
      <p:sp>
        <p:nvSpPr>
          <p:cNvPr id="2" name="">
            <a:extLst xmlns:a="http://schemas.openxmlformats.org/drawingml/2006/main">
              <a:ext uri="{FF2B5EF4-FFF2-40B4-BE49-F238E27FC236}">
                <a16:creationId xmlns:a16="http://schemas.microsoft.com/office/drawing/2014/main" id="{BE5AC4A6-8CCB-479D-9BC8-176C9ADA04A8}"/>
              </a:ext>
            </a:extLst>
          </p:cNvPr>
          <p:cNvSpPr>
            <a:spLocks xmlns:a="http://schemas.openxmlformats.org/drawingml/2006/main" noGrp="1"/>
          </p:cNvSpPr>
          <p:nvPr/>
        </p:nvSpPr>
        <p:spPr>
          <a:xfrm xmlns:a="http://schemas.openxmlformats.org/drawingml/2006/main">
            <a:off x="1066419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والوارد</a:t>
            </a:r>
          </a:p>
        </p:txBody>
      </p:sp>
      <p:sp>
        <p:nvSpPr>
          <p:cNvPr id="3" name="">
            <a:extLst xmlns:a="http://schemas.openxmlformats.org/drawingml/2006/main">
              <a:ext uri="{FF2B5EF4-FFF2-40B4-BE49-F238E27FC236}">
                <a16:creationId xmlns:a16="http://schemas.microsoft.com/office/drawing/2014/main" id="{DDD2C226-0074-4ABD-AE6D-5F1E7B470E87}"/>
              </a:ext>
            </a:extLst>
          </p:cNvPr>
          <p:cNvSpPr>
            <a:spLocks xmlns:a="http://schemas.openxmlformats.org/drawingml/2006/main" noGrp="1"/>
          </p:cNvSpPr>
          <p:nvPr/>
        </p:nvSpPr>
        <p:spPr>
          <a:xfrm xmlns:a="http://schemas.openxmlformats.org/drawingml/2006/main">
            <a:off x="10887075" y="781050"/>
            <a:ext cx="685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دورة</a:t>
            </a:r>
          </a:p>
        </p:txBody>
      </p:sp>
      <p:sp>
        <p:nvSpPr>
          <p:cNvPr id="4" name="">
            <a:extLst xmlns:a="http://schemas.openxmlformats.org/drawingml/2006/main">
              <a:ext uri="{FF2B5EF4-FFF2-40B4-BE49-F238E27FC236}">
                <a16:creationId xmlns:a16="http://schemas.microsoft.com/office/drawing/2014/main" id="{013D37EE-4F6F-451E-BD97-37682BB58659}"/>
              </a:ext>
            </a:extLst>
          </p:cNvPr>
          <p:cNvSpPr>
            <a:spLocks xmlns:a="http://schemas.openxmlformats.org/drawingml/2006/main" noGrp="1"/>
          </p:cNvSpPr>
          <p:nvPr/>
        </p:nvSpPr>
        <p:spPr>
          <a:xfrm xmlns:a="http://schemas.openxmlformats.org/drawingml/2006/main">
            <a:off x="9462135" y="781050"/>
            <a:ext cx="13049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مستخلص</a:t>
            </a:r>
          </a:p>
        </p:txBody>
      </p:sp>
      <p:sp>
        <p:nvSpPr>
          <p:cNvPr id="5" name="">
            <a:extLst xmlns:a="http://schemas.openxmlformats.org/drawingml/2006/main">
              <a:ext uri="{FF2B5EF4-FFF2-40B4-BE49-F238E27FC236}">
                <a16:creationId xmlns:a16="http://schemas.microsoft.com/office/drawing/2014/main" id="{C133B63F-0CA2-4162-A7B5-327741C4CD77}"/>
              </a:ext>
            </a:extLst>
          </p:cNvPr>
          <p:cNvSpPr>
            <a:spLocks xmlns:a="http://schemas.openxmlformats.org/drawingml/2006/main" noGrp="1"/>
          </p:cNvSpPr>
          <p:nvPr/>
        </p:nvSpPr>
        <p:spPr>
          <a:xfrm xmlns:a="http://schemas.openxmlformats.org/drawingml/2006/main">
            <a:off x="8542020" y="781050"/>
            <a:ext cx="8001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الجهة</a:t>
            </a:r>
          </a:p>
        </p:txBody>
      </p:sp>
      <p:sp>
        <p:nvSpPr>
          <p:cNvPr id="6" name="">
            <a:extLst xmlns:a="http://schemas.openxmlformats.org/drawingml/2006/main">
              <a:ext uri="{FF2B5EF4-FFF2-40B4-BE49-F238E27FC236}">
                <a16:creationId xmlns:a16="http://schemas.microsoft.com/office/drawing/2014/main" id="{C72E6786-DD22-40FA-9528-DB56BD223F17}"/>
              </a:ext>
            </a:extLst>
          </p:cNvPr>
          <p:cNvSpPr>
            <a:spLocks xmlns:a="http://schemas.openxmlformats.org/drawingml/2006/main" noGrp="1"/>
          </p:cNvSpPr>
          <p:nvPr/>
        </p:nvSpPr>
        <p:spPr>
          <a:xfrm xmlns:a="http://schemas.openxmlformats.org/drawingml/2006/main">
            <a:off x="7517130" y="781050"/>
            <a:ext cx="9048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المالكة</a:t>
            </a:r>
          </a:p>
        </p:txBody>
      </p:sp>
      <p:sp>
        <p:nvSpPr>
          <p:cNvPr id="7" name="">
            <a:extLst xmlns:a="http://schemas.openxmlformats.org/drawingml/2006/main">
              <a:ext uri="{FF2B5EF4-FFF2-40B4-BE49-F238E27FC236}">
                <a16:creationId xmlns:a16="http://schemas.microsoft.com/office/drawing/2014/main" id="{2C4F3284-D2DA-443E-A90A-504962370700}"/>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06</a:t>
            </a:r>
          </a:p>
        </p:txBody>
      </p:sp>
      <p:sp>
        <p:nvSpPr>
          <p:cNvPr id="8" name="">
            <a:extLst xmlns:a="http://schemas.openxmlformats.org/drawingml/2006/main">
              <a:ext uri="{FF2B5EF4-FFF2-40B4-BE49-F238E27FC236}">
                <a16:creationId xmlns:a16="http://schemas.microsoft.com/office/drawing/2014/main" id="{9FA1ECBC-E62B-402C-9549-6B593181BF26}"/>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232048A7-9D67-4421-9637-F99221E0D3A1}"/>
              </a:ext>
            </a:extLst>
          </p:cNvPr>
          <p:cNvSpPr>
            <a:spLocks xmlns:a="http://schemas.openxmlformats.org/drawingml/2006/main" noGrp="1"/>
          </p:cNvSpPr>
          <p:nvPr/>
        </p:nvSpPr>
        <p:spPr>
          <a:xfrm xmlns:a="http://schemas.openxmlformats.org/drawingml/2006/main">
            <a:off x="11058525" y="2771775"/>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العقد</a:t>
            </a:r>
          </a:p>
        </p:txBody>
      </p:sp>
      <p:sp>
        <p:nvSpPr>
          <p:cNvPr id="10" name="">
            <a:extLst xmlns:a="http://schemas.openxmlformats.org/drawingml/2006/main">
              <a:ext uri="{FF2B5EF4-FFF2-40B4-BE49-F238E27FC236}">
                <a16:creationId xmlns:a16="http://schemas.microsoft.com/office/drawing/2014/main" id="{C3C06217-3796-4094-8833-A9452726565D}"/>
              </a:ext>
            </a:extLst>
          </p:cNvPr>
          <p:cNvSpPr>
            <a:spLocks xmlns:a="http://schemas.openxmlformats.org/drawingml/2006/main" noGrp="1"/>
          </p:cNvSpPr>
          <p:nvPr/>
        </p:nvSpPr>
        <p:spPr>
          <a:xfrm xmlns:a="http://schemas.openxmlformats.org/drawingml/2006/main">
            <a:off x="10280333" y="2771775"/>
            <a:ext cx="6953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الأصلي</a:t>
            </a:r>
          </a:p>
        </p:txBody>
      </p:sp>
      <p:sp>
        <p:nvSpPr>
          <p:cNvPr id="11" name="">
            <a:extLst xmlns:a="http://schemas.openxmlformats.org/drawingml/2006/main">
              <a:ext uri="{FF2B5EF4-FFF2-40B4-BE49-F238E27FC236}">
                <a16:creationId xmlns:a16="http://schemas.microsoft.com/office/drawing/2014/main" id="{706728EB-AA28-4ED0-867B-41C4317155A4}"/>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3106043-556C-48AA-96C8-3409BB7BCE59}"/>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F4FA2C10-3EC7-4FB1-BD89-4F132208986B}"/>
              </a:ext>
            </a:extLst>
          </p:cNvPr>
          <p:cNvSpPr>
            <a:spLocks xmlns:a="http://schemas.openxmlformats.org/drawingml/2006/main" noGrp="1"/>
          </p:cNvSpPr>
          <p:nvPr/>
        </p:nvSpPr>
        <p:spPr>
          <a:xfrm xmlns:a="http://schemas.openxmlformats.org/drawingml/2006/main">
            <a:off x="7791450" y="2771775"/>
            <a:ext cx="9239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مستخلص</a:t>
            </a:r>
          </a:p>
        </p:txBody>
      </p:sp>
      <p:sp>
        <p:nvSpPr>
          <p:cNvPr id="14" name="">
            <a:extLst xmlns:a="http://schemas.openxmlformats.org/drawingml/2006/main">
              <a:ext uri="{FF2B5EF4-FFF2-40B4-BE49-F238E27FC236}">
                <a16:creationId xmlns:a16="http://schemas.microsoft.com/office/drawing/2014/main" id="{F62650DC-9311-4086-9986-CB52525E9C4B}"/>
              </a:ext>
            </a:extLst>
          </p:cNvPr>
          <p:cNvSpPr>
            <a:spLocks xmlns:a="http://schemas.openxmlformats.org/drawingml/2006/main" noGrp="1"/>
          </p:cNvSpPr>
          <p:nvPr/>
        </p:nvSpPr>
        <p:spPr>
          <a:xfrm xmlns:a="http://schemas.openxmlformats.org/drawingml/2006/main">
            <a:off x="7022783" y="2771775"/>
            <a:ext cx="6858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تراكمي</a:t>
            </a:r>
          </a:p>
        </p:txBody>
      </p:sp>
      <p:sp>
        <p:nvSpPr>
          <p:cNvPr id="15" name="">
            <a:extLst xmlns:a="http://schemas.openxmlformats.org/drawingml/2006/main">
              <a:ext uri="{FF2B5EF4-FFF2-40B4-BE49-F238E27FC236}">
                <a16:creationId xmlns:a16="http://schemas.microsoft.com/office/drawing/2014/main" id="{D2AEAA51-81BA-4215-A5D0-8691D9695BCB}"/>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73793590-BEDB-4103-B34A-817EC593A143}"/>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5424237E-B35E-4D6C-B387-5A35BFE89914}"/>
              </a:ext>
            </a:extLst>
          </p:cNvPr>
          <p:cNvSpPr>
            <a:spLocks xmlns:a="http://schemas.openxmlformats.org/drawingml/2006/main" noGrp="1"/>
          </p:cNvSpPr>
          <p:nvPr/>
        </p:nvSpPr>
        <p:spPr>
          <a:xfrm xmlns:a="http://schemas.openxmlformats.org/drawingml/2006/main">
            <a:off x="5153025" y="2771775"/>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شهادات</a:t>
            </a:r>
          </a:p>
        </p:txBody>
      </p:sp>
      <p:sp>
        <p:nvSpPr>
          <p:cNvPr id="18" name="">
            <a:extLst xmlns:a="http://schemas.openxmlformats.org/drawingml/2006/main">
              <a:ext uri="{FF2B5EF4-FFF2-40B4-BE49-F238E27FC236}">
                <a16:creationId xmlns:a16="http://schemas.microsoft.com/office/drawing/2014/main" id="{C41528C4-F2F0-4AEA-89B8-CC29B92137DF}"/>
              </a:ext>
            </a:extLst>
          </p:cNvPr>
          <p:cNvSpPr>
            <a:spLocks xmlns:a="http://schemas.openxmlformats.org/drawingml/2006/main" noGrp="1"/>
          </p:cNvSpPr>
          <p:nvPr/>
        </p:nvSpPr>
        <p:spPr>
          <a:xfrm xmlns:a="http://schemas.openxmlformats.org/drawingml/2006/main">
            <a:off x="4336733" y="2771775"/>
            <a:ext cx="7334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ومتابعة</a:t>
            </a:r>
          </a:p>
        </p:txBody>
      </p:sp>
      <p:sp>
        <p:nvSpPr>
          <p:cNvPr id="19" name="">
            <a:extLst xmlns:a="http://schemas.openxmlformats.org/drawingml/2006/main">
              <a:ext uri="{FF2B5EF4-FFF2-40B4-BE49-F238E27FC236}">
                <a16:creationId xmlns:a16="http://schemas.microsoft.com/office/drawing/2014/main" id="{8C047AAA-B59D-4D86-9A45-FA29DC9F5A4A}"/>
              </a:ext>
            </a:extLst>
          </p:cNvPr>
          <p:cNvSpPr>
            <a:spLocks xmlns:a="http://schemas.openxmlformats.org/drawingml/2006/main" noGrp="1"/>
          </p:cNvSpPr>
          <p:nvPr/>
        </p:nvSpPr>
        <p:spPr>
          <a:xfrm xmlns:a="http://schemas.openxmlformats.org/drawingml/2006/main">
            <a:off x="3634740" y="2771775"/>
            <a:ext cx="6191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مرحلة</a:t>
            </a:r>
          </a:p>
        </p:txBody>
      </p:sp>
      <p:sp>
        <p:nvSpPr>
          <p:cNvPr id="20" name="">
            <a:extLst xmlns:a="http://schemas.openxmlformats.org/drawingml/2006/main">
              <a:ext uri="{FF2B5EF4-FFF2-40B4-BE49-F238E27FC236}">
                <a16:creationId xmlns:a16="http://schemas.microsoft.com/office/drawing/2014/main" id="{068A57B7-71C1-4BD9-9F65-7EBD236FE80F}"/>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BBF00E68-FBB6-4AFE-AACA-F37313E43B0B}"/>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2F6910D0-C19B-459D-8552-0C6DAAA6A047}"/>
              </a:ext>
            </a:extLst>
          </p:cNvPr>
          <p:cNvSpPr>
            <a:spLocks xmlns:a="http://schemas.openxmlformats.org/drawingml/2006/main" noGrp="1"/>
          </p:cNvSpPr>
          <p:nvPr/>
        </p:nvSpPr>
        <p:spPr>
          <a:xfrm xmlns:a="http://schemas.openxmlformats.org/drawingml/2006/main">
            <a:off x="2400300" y="2771775"/>
            <a:ext cx="6953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تحصيل</a:t>
            </a:r>
          </a:p>
        </p:txBody>
      </p:sp>
      <p:sp>
        <p:nvSpPr>
          <p:cNvPr id="23" name="">
            <a:extLst xmlns:a="http://schemas.openxmlformats.org/drawingml/2006/main">
              <a:ext uri="{FF2B5EF4-FFF2-40B4-BE49-F238E27FC236}">
                <a16:creationId xmlns:a16="http://schemas.microsoft.com/office/drawing/2014/main" id="{14500492-9FB9-45F9-8DB3-8E75891300C5}"/>
              </a:ext>
            </a:extLst>
          </p:cNvPr>
          <p:cNvSpPr>
            <a:spLocks xmlns:a="http://schemas.openxmlformats.org/drawingml/2006/main" noGrp="1"/>
          </p:cNvSpPr>
          <p:nvPr/>
        </p:nvSpPr>
        <p:spPr>
          <a:xfrm xmlns:a="http://schemas.openxmlformats.org/drawingml/2006/main">
            <a:off x="1679258" y="2771775"/>
            <a:ext cx="6381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وإثبات</a:t>
            </a:r>
          </a:p>
        </p:txBody>
      </p:sp>
      <p:sp>
        <p:nvSpPr>
          <p:cNvPr id="24" name="">
            <a:extLst xmlns:a="http://schemas.openxmlformats.org/drawingml/2006/main">
              <a:ext uri="{FF2B5EF4-FFF2-40B4-BE49-F238E27FC236}">
                <a16:creationId xmlns:a16="http://schemas.microsoft.com/office/drawing/2014/main" id="{E0289D37-A5C2-4FCB-924A-29093AD4D45E}"/>
              </a:ext>
            </a:extLst>
          </p:cNvPr>
          <p:cNvSpPr>
            <a:spLocks xmlns:a="http://schemas.openxmlformats.org/drawingml/2006/main" noGrp="1"/>
          </p:cNvSpPr>
          <p:nvPr/>
        </p:nvSpPr>
        <p:spPr>
          <a:xfrm xmlns:a="http://schemas.openxmlformats.org/drawingml/2006/main">
            <a:off x="10982325" y="4933950"/>
            <a:ext cx="4953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إنشاء</a:t>
            </a:r>
          </a:p>
        </p:txBody>
      </p:sp>
      <p:sp>
        <p:nvSpPr>
          <p:cNvPr id="25" name="">
            <a:extLst xmlns:a="http://schemas.openxmlformats.org/drawingml/2006/main">
              <a:ext uri="{FF2B5EF4-FFF2-40B4-BE49-F238E27FC236}">
                <a16:creationId xmlns:a16="http://schemas.microsoft.com/office/drawing/2014/main" id="{F5748097-56B7-42F5-B068-623B1D819E2F}"/>
              </a:ext>
            </a:extLst>
          </p:cNvPr>
          <p:cNvSpPr>
            <a:spLocks xmlns:a="http://schemas.openxmlformats.org/drawingml/2006/main" noGrp="1"/>
          </p:cNvSpPr>
          <p:nvPr/>
        </p:nvSpPr>
        <p:spPr>
          <a:xfrm xmlns:a="http://schemas.openxmlformats.org/drawingml/2006/main">
            <a:off x="9930765" y="4933950"/>
            <a:ext cx="971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المستخلص</a:t>
            </a:r>
          </a:p>
        </p:txBody>
      </p:sp>
      <p:sp>
        <p:nvSpPr>
          <p:cNvPr id="26" name="">
            <a:extLst xmlns:a="http://schemas.openxmlformats.org/drawingml/2006/main">
              <a:ext uri="{FF2B5EF4-FFF2-40B4-BE49-F238E27FC236}">
                <a16:creationId xmlns:a16="http://schemas.microsoft.com/office/drawing/2014/main" id="{B938E60B-5E0D-4251-98E9-DBD2F2FF4BBE}"/>
              </a:ext>
            </a:extLst>
          </p:cNvPr>
          <p:cNvSpPr>
            <a:spLocks xmlns:a="http://schemas.openxmlformats.org/drawingml/2006/main" noGrp="1"/>
          </p:cNvSpPr>
          <p:nvPr/>
        </p:nvSpPr>
        <p:spPr>
          <a:xfrm xmlns:a="http://schemas.openxmlformats.org/drawingml/2006/main">
            <a:off x="9022080" y="4933950"/>
            <a:ext cx="8286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وتحصيله</a:t>
            </a:r>
          </a:p>
        </p:txBody>
      </p:sp>
      <p:sp>
        <p:nvSpPr>
          <p:cNvPr id="27" name="">
            <a:extLst xmlns:a="http://schemas.openxmlformats.org/drawingml/2006/main">
              <a:ext uri="{FF2B5EF4-FFF2-40B4-BE49-F238E27FC236}">
                <a16:creationId xmlns:a16="http://schemas.microsoft.com/office/drawing/2014/main" id="{47FCA340-993B-49A4-BCED-8DF08DF24696}"/>
              </a:ext>
            </a:extLst>
          </p:cNvPr>
          <p:cNvSpPr>
            <a:spLocks xmlns:a="http://schemas.openxmlformats.org/drawingml/2006/main" noGrp="1"/>
          </p:cNvSpPr>
          <p:nvPr/>
        </p:nvSpPr>
        <p:spPr>
          <a:xfrm xmlns:a="http://schemas.openxmlformats.org/drawingml/2006/main">
            <a:off x="8380095" y="4933950"/>
            <a:ext cx="5619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حدثان</a:t>
            </a:r>
          </a:p>
        </p:txBody>
      </p:sp>
      <p:sp>
        <p:nvSpPr>
          <p:cNvPr id="28" name="">
            <a:extLst xmlns:a="http://schemas.openxmlformats.org/drawingml/2006/main">
              <a:ext uri="{FF2B5EF4-FFF2-40B4-BE49-F238E27FC236}">
                <a16:creationId xmlns:a16="http://schemas.microsoft.com/office/drawing/2014/main" id="{D684A52D-BAA6-45DC-BDEA-6CB505CB8B9F}"/>
              </a:ext>
            </a:extLst>
          </p:cNvPr>
          <p:cNvSpPr>
            <a:spLocks xmlns:a="http://schemas.openxmlformats.org/drawingml/2006/main" noGrp="1"/>
          </p:cNvSpPr>
          <p:nvPr/>
        </p:nvSpPr>
        <p:spPr>
          <a:xfrm xmlns:a="http://schemas.openxmlformats.org/drawingml/2006/main">
            <a:off x="7528560" y="4933950"/>
            <a:ext cx="7715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مختلفان.</a:t>
            </a:r>
          </a:p>
        </p:txBody>
      </p:sp>
      <p:sp>
        <p:nvSpPr>
          <p:cNvPr id="29" name="">
            <a:extLst xmlns:a="http://schemas.openxmlformats.org/drawingml/2006/main">
              <a:ext uri="{FF2B5EF4-FFF2-40B4-BE49-F238E27FC236}">
                <a16:creationId xmlns:a16="http://schemas.microsoft.com/office/drawing/2014/main" id="{843C9688-9E9A-4224-ACE7-4D07E2AC15D7}"/>
              </a:ext>
            </a:extLst>
          </p:cNvPr>
          <p:cNvSpPr>
            <a:spLocks xmlns:a="http://schemas.openxmlformats.org/drawingml/2006/main" noGrp="1"/>
          </p:cNvSpPr>
          <p:nvPr/>
        </p:nvSpPr>
        <p:spPr>
          <a:xfrm xmlns:a="http://schemas.openxmlformats.org/drawingml/2006/main">
            <a:off x="7239000" y="4933950"/>
            <a:ext cx="209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لا</a:t>
            </a:r>
          </a:p>
        </p:txBody>
      </p:sp>
      <p:sp>
        <p:nvSpPr>
          <p:cNvPr id="30" name="">
            <a:extLst xmlns:a="http://schemas.openxmlformats.org/drawingml/2006/main">
              <a:ext uri="{FF2B5EF4-FFF2-40B4-BE49-F238E27FC236}">
                <a16:creationId xmlns:a16="http://schemas.microsoft.com/office/drawing/2014/main" id="{C94E9E35-4708-4B6F-B10C-3A9585BB3BDC}"/>
              </a:ext>
            </a:extLst>
          </p:cNvPr>
          <p:cNvSpPr>
            <a:spLocks xmlns:a="http://schemas.openxmlformats.org/drawingml/2006/main" noGrp="1"/>
          </p:cNvSpPr>
          <p:nvPr/>
        </p:nvSpPr>
        <p:spPr>
          <a:xfrm xmlns:a="http://schemas.openxmlformats.org/drawingml/2006/main">
            <a:off x="6616065" y="4933950"/>
            <a:ext cx="5429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تسجل</a:t>
            </a:r>
          </a:p>
        </p:txBody>
      </p:sp>
      <p:sp>
        <p:nvSpPr>
          <p:cNvPr id="31" name="">
            <a:extLst xmlns:a="http://schemas.openxmlformats.org/drawingml/2006/main">
              <a:ext uri="{FF2B5EF4-FFF2-40B4-BE49-F238E27FC236}">
                <a16:creationId xmlns:a16="http://schemas.microsoft.com/office/drawing/2014/main" id="{41B2B21E-8E1A-4E77-95D7-BC33358C6604}"/>
              </a:ext>
            </a:extLst>
          </p:cNvPr>
          <p:cNvSpPr>
            <a:spLocks xmlns:a="http://schemas.openxmlformats.org/drawingml/2006/main" noGrp="1"/>
          </p:cNvSpPr>
          <p:nvPr/>
        </p:nvSpPr>
        <p:spPr>
          <a:xfrm xmlns:a="http://schemas.openxmlformats.org/drawingml/2006/main">
            <a:off x="6002655" y="4933950"/>
            <a:ext cx="5334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إيداعًا</a:t>
            </a:r>
          </a:p>
        </p:txBody>
      </p:sp>
      <p:sp>
        <p:nvSpPr>
          <p:cNvPr id="32" name="">
            <a:extLst xmlns:a="http://schemas.openxmlformats.org/drawingml/2006/main">
              <a:ext uri="{FF2B5EF4-FFF2-40B4-BE49-F238E27FC236}">
                <a16:creationId xmlns:a16="http://schemas.microsoft.com/office/drawing/2014/main" id="{5477DCDA-2EC8-4B0F-A773-E60E660C4F17}"/>
              </a:ext>
            </a:extLst>
          </p:cNvPr>
          <p:cNvSpPr>
            <a:spLocks xmlns:a="http://schemas.openxmlformats.org/drawingml/2006/main" noGrp="1"/>
          </p:cNvSpPr>
          <p:nvPr/>
        </p:nvSpPr>
        <p:spPr>
          <a:xfrm xmlns:a="http://schemas.openxmlformats.org/drawingml/2006/main">
            <a:off x="5503545" y="4933950"/>
            <a:ext cx="4191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بنكيًا</a:t>
            </a:r>
          </a:p>
        </p:txBody>
      </p:sp>
      <p:sp>
        <p:nvSpPr>
          <p:cNvPr id="33" name="">
            <a:extLst xmlns:a="http://schemas.openxmlformats.org/drawingml/2006/main">
              <a:ext uri="{FF2B5EF4-FFF2-40B4-BE49-F238E27FC236}">
                <a16:creationId xmlns:a16="http://schemas.microsoft.com/office/drawing/2014/main" id="{4A9CED5E-C4D7-4F7F-B3B2-CBD167C3FE26}"/>
              </a:ext>
            </a:extLst>
          </p:cNvPr>
          <p:cNvSpPr>
            <a:spLocks xmlns:a="http://schemas.openxmlformats.org/drawingml/2006/main" noGrp="1"/>
          </p:cNvSpPr>
          <p:nvPr/>
        </p:nvSpPr>
        <p:spPr>
          <a:xfrm xmlns:a="http://schemas.openxmlformats.org/drawingml/2006/main">
            <a:off x="4966335" y="4933950"/>
            <a:ext cx="4572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يدويًا</a:t>
            </a:r>
          </a:p>
        </p:txBody>
      </p:sp>
      <p:sp>
        <p:nvSpPr>
          <p:cNvPr id="34" name="">
            <a:extLst xmlns:a="http://schemas.openxmlformats.org/drawingml/2006/main">
              <a:ext uri="{FF2B5EF4-FFF2-40B4-BE49-F238E27FC236}">
                <a16:creationId xmlns:a16="http://schemas.microsoft.com/office/drawing/2014/main" id="{40B691F5-138E-4A86-8FCF-EA88E5F927C0}"/>
              </a:ext>
            </a:extLst>
          </p:cNvPr>
          <p:cNvSpPr>
            <a:spLocks xmlns:a="http://schemas.openxmlformats.org/drawingml/2006/main" noGrp="1"/>
          </p:cNvSpPr>
          <p:nvPr/>
        </p:nvSpPr>
        <p:spPr>
          <a:xfrm xmlns:a="http://schemas.openxmlformats.org/drawingml/2006/main">
            <a:off x="4419600" y="4933950"/>
            <a:ext cx="4667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لنفس</a:t>
            </a:r>
          </a:p>
        </p:txBody>
      </p:sp>
      <p:sp>
        <p:nvSpPr>
          <p:cNvPr id="35" name="">
            <a:extLst xmlns:a="http://schemas.openxmlformats.org/drawingml/2006/main">
              <a:ext uri="{FF2B5EF4-FFF2-40B4-BE49-F238E27FC236}">
                <a16:creationId xmlns:a16="http://schemas.microsoft.com/office/drawing/2014/main" id="{53D202D6-29E5-4A0C-B83B-2E9B72D49ABB}"/>
              </a:ext>
            </a:extLst>
          </p:cNvPr>
          <p:cNvSpPr>
            <a:spLocks xmlns:a="http://schemas.openxmlformats.org/drawingml/2006/main" noGrp="1"/>
          </p:cNvSpPr>
          <p:nvPr/>
        </p:nvSpPr>
        <p:spPr>
          <a:xfrm xmlns:a="http://schemas.openxmlformats.org/drawingml/2006/main">
            <a:off x="3539490" y="4933950"/>
            <a:ext cx="8001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التحصيل</a:t>
            </a:r>
          </a:p>
        </p:txBody>
      </p:sp>
      <p:sp>
        <p:nvSpPr>
          <p:cNvPr id="36" name="">
            <a:extLst xmlns:a="http://schemas.openxmlformats.org/drawingml/2006/main">
              <a:ext uri="{FF2B5EF4-FFF2-40B4-BE49-F238E27FC236}">
                <a16:creationId xmlns:a16="http://schemas.microsoft.com/office/drawing/2014/main" id="{8190A399-6D20-4F69-9E0B-5764CD4D449B}"/>
              </a:ext>
            </a:extLst>
          </p:cNvPr>
          <p:cNvSpPr>
            <a:spLocks xmlns:a="http://schemas.openxmlformats.org/drawingml/2006/main" noGrp="1"/>
          </p:cNvSpPr>
          <p:nvPr/>
        </p:nvSpPr>
        <p:spPr>
          <a:xfrm xmlns:a="http://schemas.openxmlformats.org/drawingml/2006/main">
            <a:off x="3049905" y="4933950"/>
            <a:ext cx="4095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دون</a:t>
            </a:r>
          </a:p>
        </p:txBody>
      </p:sp>
      <p:sp>
        <p:nvSpPr>
          <p:cNvPr id="37" name="">
            <a:extLst xmlns:a="http://schemas.openxmlformats.org/drawingml/2006/main">
              <a:ext uri="{FF2B5EF4-FFF2-40B4-BE49-F238E27FC236}">
                <a16:creationId xmlns:a16="http://schemas.microsoft.com/office/drawing/2014/main" id="{42CF4C37-93A9-4A04-BD30-1A2DE9F069C4}"/>
              </a:ext>
            </a:extLst>
          </p:cNvPr>
          <p:cNvSpPr>
            <a:spLocks xmlns:a="http://schemas.openxmlformats.org/drawingml/2006/main" noGrp="1"/>
          </p:cNvSpPr>
          <p:nvPr/>
        </p:nvSpPr>
        <p:spPr>
          <a:xfrm xmlns:a="http://schemas.openxmlformats.org/drawingml/2006/main">
            <a:off x="2274570" y="4933950"/>
            <a:ext cx="6953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مراجعة</a:t>
            </a:r>
          </a:p>
        </p:txBody>
      </p:sp>
      <p:sp>
        <p:nvSpPr>
          <p:cNvPr id="38" name="">
            <a:extLst xmlns:a="http://schemas.openxmlformats.org/drawingml/2006/main">
              <a:ext uri="{FF2B5EF4-FFF2-40B4-BE49-F238E27FC236}">
                <a16:creationId xmlns:a16="http://schemas.microsoft.com/office/drawing/2014/main" id="{B7A45948-FF4F-42E4-B6FD-7BB1A2542288}"/>
              </a:ext>
            </a:extLst>
          </p:cNvPr>
          <p:cNvSpPr>
            <a:spLocks xmlns:a="http://schemas.openxmlformats.org/drawingml/2006/main" noGrp="1"/>
          </p:cNvSpPr>
          <p:nvPr/>
        </p:nvSpPr>
        <p:spPr>
          <a:xfrm xmlns:a="http://schemas.openxmlformats.org/drawingml/2006/main">
            <a:off x="1546860" y="4933950"/>
            <a:ext cx="6477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الحركة</a:t>
            </a:r>
          </a:p>
        </p:txBody>
      </p:sp>
      <p:sp>
        <p:nvSpPr>
          <p:cNvPr id="39" name="">
            <a:extLst xmlns:a="http://schemas.openxmlformats.org/drawingml/2006/main">
              <a:ext uri="{FF2B5EF4-FFF2-40B4-BE49-F238E27FC236}">
                <a16:creationId xmlns:a16="http://schemas.microsoft.com/office/drawing/2014/main" id="{CE491E01-6CBE-4092-8909-CE24CBCF7815}"/>
              </a:ext>
            </a:extLst>
          </p:cNvPr>
          <p:cNvSpPr>
            <a:spLocks xmlns:a="http://schemas.openxmlformats.org/drawingml/2006/main" noGrp="1"/>
          </p:cNvSpPr>
          <p:nvPr/>
        </p:nvSpPr>
        <p:spPr>
          <a:xfrm xmlns:a="http://schemas.openxmlformats.org/drawingml/2006/main">
            <a:off x="10515600" y="5320665"/>
            <a:ext cx="9620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المصدرية.</a:t>
            </a:r>
          </a:p>
        </p:txBody>
      </p:sp>
    </p:spTree>
    <p:extLst>
      <p:ext uri="{BB962C8B-B14F-4D97-AF65-F5344CB8AC3E}">
        <p14:creationId xmlns:p14="http://schemas.microsoft.com/office/powerpoint/2010/main" val="1123326444"/>
      </p:ext>
    </p:extLst>
  </p:cSld>
</p:sld>
</file>

<file path=ppt/slides/slide7.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CD7B43F-71AA-498A-A98B-4CFCC7CC3DBC}"/>
              </a:ext>
            </a:extLst>
          </p:cNvPr>
          <p:cNvSpPr>
            <a:spLocks xmlns:a="http://schemas.openxmlformats.org/drawingml/2006/main" noGrp="1"/>
          </p:cNvSpPr>
          <p:nvPr/>
        </p:nvSpPr>
        <p:spPr>
          <a:xfrm xmlns:a="http://schemas.openxmlformats.org/drawingml/2006/main">
            <a:off x="11182350" y="333375"/>
            <a:ext cx="3905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العقود</a:t>
            </a:r>
          </a:p>
        </p:txBody>
      </p:sp>
      <p:sp>
        <p:nvSpPr>
          <p:cNvPr id="2" name="">
            <a:extLst xmlns:a="http://schemas.openxmlformats.org/drawingml/2006/main">
              <a:ext uri="{FF2B5EF4-FFF2-40B4-BE49-F238E27FC236}">
                <a16:creationId xmlns:a16="http://schemas.microsoft.com/office/drawing/2014/main" id="{E63B26AA-42B1-45D7-8712-07932DED7981}"/>
              </a:ext>
            </a:extLst>
          </p:cNvPr>
          <p:cNvSpPr>
            <a:spLocks xmlns:a="http://schemas.openxmlformats.org/drawingml/2006/main" noGrp="1"/>
          </p:cNvSpPr>
          <p:nvPr/>
        </p:nvSpPr>
        <p:spPr>
          <a:xfrm xmlns:a="http://schemas.openxmlformats.org/drawingml/2006/main">
            <a:off x="1066419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والوارد</a:t>
            </a:r>
          </a:p>
        </p:txBody>
      </p:sp>
      <p:sp>
        <p:nvSpPr>
          <p:cNvPr id="3" name="">
            <a:extLst xmlns:a="http://schemas.openxmlformats.org/drawingml/2006/main">
              <a:ext uri="{FF2B5EF4-FFF2-40B4-BE49-F238E27FC236}">
                <a16:creationId xmlns:a16="http://schemas.microsoft.com/office/drawing/2014/main" id="{E45CBA4E-E6C3-4A08-9568-7CAA5EFB7298}"/>
              </a:ext>
            </a:extLst>
          </p:cNvPr>
          <p:cNvSpPr>
            <a:spLocks xmlns:a="http://schemas.openxmlformats.org/drawingml/2006/main" noGrp="1"/>
          </p:cNvSpPr>
          <p:nvPr/>
        </p:nvSpPr>
        <p:spPr>
          <a:xfrm xmlns:a="http://schemas.openxmlformats.org/drawingml/2006/main">
            <a:off x="10734675" y="781050"/>
            <a:ext cx="838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إضافة</a:t>
            </a:r>
          </a:p>
        </p:txBody>
      </p:sp>
      <p:sp>
        <p:nvSpPr>
          <p:cNvPr id="4" name="">
            <a:extLst xmlns:a="http://schemas.openxmlformats.org/drawingml/2006/main">
              <a:ext uri="{FF2B5EF4-FFF2-40B4-BE49-F238E27FC236}">
                <a16:creationId xmlns:a16="http://schemas.microsoft.com/office/drawing/2014/main" id="{C284FE4C-4CDA-42FE-88C5-CF2E7CE33A77}"/>
              </a:ext>
            </a:extLst>
          </p:cNvPr>
          <p:cNvSpPr>
            <a:spLocks xmlns:a="http://schemas.openxmlformats.org/drawingml/2006/main" noGrp="1"/>
          </p:cNvSpPr>
          <p:nvPr/>
        </p:nvSpPr>
        <p:spPr>
          <a:xfrm xmlns:a="http://schemas.openxmlformats.org/drawingml/2006/main">
            <a:off x="10071735" y="781050"/>
            <a:ext cx="5429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عقد</a:t>
            </a:r>
          </a:p>
        </p:txBody>
      </p:sp>
      <p:sp>
        <p:nvSpPr>
          <p:cNvPr id="5" name="">
            <a:extLst xmlns:a="http://schemas.openxmlformats.org/drawingml/2006/main">
              <a:ext uri="{FF2B5EF4-FFF2-40B4-BE49-F238E27FC236}">
                <a16:creationId xmlns:a16="http://schemas.microsoft.com/office/drawing/2014/main" id="{F8E48E18-A99B-4521-9B5F-FE09B788711E}"/>
              </a:ext>
            </a:extLst>
          </p:cNvPr>
          <p:cNvSpPr>
            <a:spLocks xmlns:a="http://schemas.openxmlformats.org/drawingml/2006/main" noGrp="1"/>
          </p:cNvSpPr>
          <p:nvPr/>
        </p:nvSpPr>
        <p:spPr>
          <a:xfrm xmlns:a="http://schemas.openxmlformats.org/drawingml/2006/main">
            <a:off x="9313545" y="781050"/>
            <a:ext cx="6381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وارد</a:t>
            </a:r>
          </a:p>
        </p:txBody>
      </p:sp>
      <p:sp>
        <p:nvSpPr>
          <p:cNvPr id="6" name="">
            <a:extLst xmlns:a="http://schemas.openxmlformats.org/drawingml/2006/main">
              <a:ext uri="{FF2B5EF4-FFF2-40B4-BE49-F238E27FC236}">
                <a16:creationId xmlns:a16="http://schemas.microsoft.com/office/drawing/2014/main" id="{4BC5CD91-3945-4336-B4ED-4B6A30F01383}"/>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278F42B-EAD9-4AFF-910C-29390454F891}"/>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FC0844A-C4AC-4F89-9A41-4B7420D24186}"/>
              </a:ext>
            </a:extLst>
          </p:cNvPr>
          <p:cNvSpPr>
            <a:spLocks xmlns:a="http://schemas.openxmlformats.org/drawingml/2006/main" noGrp="1"/>
          </p:cNvSpPr>
          <p:nvPr/>
        </p:nvSpPr>
        <p:spPr>
          <a:xfrm xmlns:a="http://schemas.openxmlformats.org/drawingml/2006/main">
            <a:off x="10201275"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9" name="">
            <a:extLst xmlns:a="http://schemas.openxmlformats.org/drawingml/2006/main">
              <a:ext uri="{FF2B5EF4-FFF2-40B4-BE49-F238E27FC236}">
                <a16:creationId xmlns:a16="http://schemas.microsoft.com/office/drawing/2014/main" id="{17F88575-1E97-44DF-A19B-055003FED6E9}"/>
              </a:ext>
            </a:extLst>
          </p:cNvPr>
          <p:cNvSpPr>
            <a:spLocks xmlns:a="http://schemas.openxmlformats.org/drawingml/2006/main" noGrp="1"/>
          </p:cNvSpPr>
          <p:nvPr/>
        </p:nvSpPr>
        <p:spPr>
          <a:xfrm xmlns:a="http://schemas.openxmlformats.org/drawingml/2006/main">
            <a:off x="9781223" y="1809750"/>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اسم</a:t>
            </a:r>
          </a:p>
        </p:txBody>
      </p:sp>
      <p:sp>
        <p:nvSpPr>
          <p:cNvPr id="10" name="">
            <a:extLst xmlns:a="http://schemas.openxmlformats.org/drawingml/2006/main">
              <a:ext uri="{FF2B5EF4-FFF2-40B4-BE49-F238E27FC236}">
                <a16:creationId xmlns:a16="http://schemas.microsoft.com/office/drawing/2014/main" id="{BF31E33D-A4AC-4A3D-852E-7883D41CBA6A}"/>
              </a:ext>
            </a:extLst>
          </p:cNvPr>
          <p:cNvSpPr>
            <a:spLocks xmlns:a="http://schemas.openxmlformats.org/drawingml/2006/main" noGrp="1"/>
          </p:cNvSpPr>
          <p:nvPr/>
        </p:nvSpPr>
        <p:spPr>
          <a:xfrm xmlns:a="http://schemas.openxmlformats.org/drawingml/2006/main">
            <a:off x="9275445" y="1809750"/>
            <a:ext cx="428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العقد</a:t>
            </a:r>
          </a:p>
        </p:txBody>
      </p:sp>
      <p:sp>
        <p:nvSpPr>
          <p:cNvPr id="11" name="">
            <a:extLst xmlns:a="http://schemas.openxmlformats.org/drawingml/2006/main">
              <a:ext uri="{FF2B5EF4-FFF2-40B4-BE49-F238E27FC236}">
                <a16:creationId xmlns:a16="http://schemas.microsoft.com/office/drawing/2014/main" id="{15AD8110-A846-43F9-A059-4F1CD8EBE694}"/>
              </a:ext>
            </a:extLst>
          </p:cNvPr>
          <p:cNvSpPr>
            <a:spLocks xmlns:a="http://schemas.openxmlformats.org/drawingml/2006/main" noGrp="1"/>
          </p:cNvSpPr>
          <p:nvPr/>
        </p:nvSpPr>
        <p:spPr>
          <a:xfrm xmlns:a="http://schemas.openxmlformats.org/drawingml/2006/main">
            <a:off x="8636318" y="180975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ورقمه</a:t>
            </a:r>
          </a:p>
        </p:txBody>
      </p:sp>
      <p:sp>
        <p:nvSpPr>
          <p:cNvPr id="12" name="">
            <a:extLst xmlns:a="http://schemas.openxmlformats.org/drawingml/2006/main">
              <a:ext uri="{FF2B5EF4-FFF2-40B4-BE49-F238E27FC236}">
                <a16:creationId xmlns:a16="http://schemas.microsoft.com/office/drawing/2014/main" id="{33E566FC-5595-4396-A049-A57D6C5CAC91}"/>
              </a:ext>
            </a:extLst>
          </p:cNvPr>
          <p:cNvSpPr>
            <a:spLocks xmlns:a="http://schemas.openxmlformats.org/drawingml/2006/main" noGrp="1"/>
          </p:cNvSpPr>
          <p:nvPr/>
        </p:nvSpPr>
        <p:spPr>
          <a:xfrm xmlns:a="http://schemas.openxmlformats.org/drawingml/2006/main">
            <a:off x="7663815" y="1809750"/>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والمشروع</a:t>
            </a:r>
          </a:p>
        </p:txBody>
      </p:sp>
      <p:sp>
        <p:nvSpPr>
          <p:cNvPr id="13" name="">
            <a:extLst xmlns:a="http://schemas.openxmlformats.org/drawingml/2006/main">
              <a:ext uri="{FF2B5EF4-FFF2-40B4-BE49-F238E27FC236}">
                <a16:creationId xmlns:a16="http://schemas.microsoft.com/office/drawing/2014/main" id="{F97FF6EC-AD8C-44F3-B876-2D1F42DB659E}"/>
              </a:ext>
            </a:extLst>
          </p:cNvPr>
          <p:cNvSpPr>
            <a:spLocks xmlns:a="http://schemas.openxmlformats.org/drawingml/2006/main" noGrp="1"/>
          </p:cNvSpPr>
          <p:nvPr/>
        </p:nvSpPr>
        <p:spPr>
          <a:xfrm xmlns:a="http://schemas.openxmlformats.org/drawingml/2006/main">
            <a:off x="7024688" y="180975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وقيمته</a:t>
            </a:r>
          </a:p>
        </p:txBody>
      </p:sp>
      <p:sp>
        <p:nvSpPr>
          <p:cNvPr id="14" name="">
            <a:extLst xmlns:a="http://schemas.openxmlformats.org/drawingml/2006/main">
              <a:ext uri="{FF2B5EF4-FFF2-40B4-BE49-F238E27FC236}">
                <a16:creationId xmlns:a16="http://schemas.microsoft.com/office/drawing/2014/main" id="{9B580F89-F81B-4297-B0C8-59856D0606BC}"/>
              </a:ext>
            </a:extLst>
          </p:cNvPr>
          <p:cNvSpPr>
            <a:spLocks xmlns:a="http://schemas.openxmlformats.org/drawingml/2006/main" noGrp="1"/>
          </p:cNvSpPr>
          <p:nvPr/>
        </p:nvSpPr>
        <p:spPr>
          <a:xfrm xmlns:a="http://schemas.openxmlformats.org/drawingml/2006/main">
            <a:off x="6195060" y="180975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الأصلية.</a:t>
            </a:r>
          </a:p>
        </p:txBody>
      </p:sp>
      <p:sp>
        <p:nvSpPr>
          <p:cNvPr id="15" name="">
            <a:extLst xmlns:a="http://schemas.openxmlformats.org/drawingml/2006/main">
              <a:ext uri="{FF2B5EF4-FFF2-40B4-BE49-F238E27FC236}">
                <a16:creationId xmlns:a16="http://schemas.microsoft.com/office/drawing/2014/main" id="{CEB2A0C2-713C-4B8C-AD13-136A97C9D240}"/>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A62E5315-3ADA-4FB4-9079-AD3F9DC80B61}"/>
              </a:ext>
            </a:extLst>
          </p:cNvPr>
          <p:cNvSpPr>
            <a:spLocks xmlns:a="http://schemas.openxmlformats.org/drawingml/2006/main" noGrp="1"/>
          </p:cNvSpPr>
          <p:nvPr/>
        </p:nvSpPr>
        <p:spPr>
          <a:xfrm xmlns:a="http://schemas.openxmlformats.org/drawingml/2006/main">
            <a:off x="10210800" y="2733675"/>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أرفق</a:t>
            </a:r>
          </a:p>
        </p:txBody>
      </p:sp>
      <p:sp>
        <p:nvSpPr>
          <p:cNvPr id="17" name="">
            <a:extLst xmlns:a="http://schemas.openxmlformats.org/drawingml/2006/main">
              <a:ext uri="{FF2B5EF4-FFF2-40B4-BE49-F238E27FC236}">
                <a16:creationId xmlns:a16="http://schemas.microsoft.com/office/drawing/2014/main" id="{7AC9B933-A677-4A6A-964E-9662C2534F44}"/>
              </a:ext>
            </a:extLst>
          </p:cNvPr>
          <p:cNvSpPr>
            <a:spLocks xmlns:a="http://schemas.openxmlformats.org/drawingml/2006/main" noGrp="1"/>
          </p:cNvSpPr>
          <p:nvPr/>
        </p:nvSpPr>
        <p:spPr>
          <a:xfrm xmlns:a="http://schemas.openxmlformats.org/drawingml/2006/main">
            <a:off x="9628823"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العقد،</a:t>
            </a:r>
          </a:p>
        </p:txBody>
      </p:sp>
      <p:sp>
        <p:nvSpPr>
          <p:cNvPr id="18" name="">
            <a:extLst xmlns:a="http://schemas.openxmlformats.org/drawingml/2006/main">
              <a:ext uri="{FF2B5EF4-FFF2-40B4-BE49-F238E27FC236}">
                <a16:creationId xmlns:a16="http://schemas.microsoft.com/office/drawing/2014/main" id="{2EA1A0D0-281E-4D8C-9A85-2BA146649174}"/>
              </a:ext>
            </a:extLst>
          </p:cNvPr>
          <p:cNvSpPr>
            <a:spLocks xmlns:a="http://schemas.openxmlformats.org/drawingml/2006/main" noGrp="1"/>
          </p:cNvSpPr>
          <p:nvPr/>
        </p:nvSpPr>
        <p:spPr>
          <a:xfrm xmlns:a="http://schemas.openxmlformats.org/drawingml/2006/main">
            <a:off x="8970645" y="2733675"/>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وأدخل</a:t>
            </a:r>
          </a:p>
        </p:txBody>
      </p:sp>
      <p:sp>
        <p:nvSpPr>
          <p:cNvPr id="19" name="">
            <a:extLst xmlns:a="http://schemas.openxmlformats.org/drawingml/2006/main">
              <a:ext uri="{FF2B5EF4-FFF2-40B4-BE49-F238E27FC236}">
                <a16:creationId xmlns:a16="http://schemas.microsoft.com/office/drawing/2014/main" id="{56EE1801-BA79-4D1F-BF51-F15E4036B88B}"/>
              </a:ext>
            </a:extLst>
          </p:cNvPr>
          <p:cNvSpPr>
            <a:spLocks xmlns:a="http://schemas.openxmlformats.org/drawingml/2006/main" noGrp="1"/>
          </p:cNvSpPr>
          <p:nvPr/>
        </p:nvSpPr>
        <p:spPr>
          <a:xfrm xmlns:a="http://schemas.openxmlformats.org/drawingml/2006/main">
            <a:off x="8502968" y="2733675"/>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قيمة</a:t>
            </a:r>
          </a:p>
        </p:txBody>
      </p:sp>
      <p:sp>
        <p:nvSpPr>
          <p:cNvPr id="20" name="">
            <a:extLst xmlns:a="http://schemas.openxmlformats.org/drawingml/2006/main">
              <a:ext uri="{FF2B5EF4-FFF2-40B4-BE49-F238E27FC236}">
                <a16:creationId xmlns:a16="http://schemas.microsoft.com/office/drawing/2014/main" id="{85EE29E5-B6FA-4E2C-9690-E22FAEC9E2FF}"/>
              </a:ext>
            </a:extLst>
          </p:cNvPr>
          <p:cNvSpPr>
            <a:spLocks xmlns:a="http://schemas.openxmlformats.org/drawingml/2006/main" noGrp="1"/>
          </p:cNvSpPr>
          <p:nvPr/>
        </p:nvSpPr>
        <p:spPr>
          <a:xfrm xmlns:a="http://schemas.openxmlformats.org/drawingml/2006/main">
            <a:off x="7730490" y="2733675"/>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المقايسة</a:t>
            </a:r>
          </a:p>
        </p:txBody>
      </p:sp>
      <p:sp>
        <p:nvSpPr>
          <p:cNvPr id="21" name="">
            <a:extLst xmlns:a="http://schemas.openxmlformats.org/drawingml/2006/main">
              <a:ext uri="{FF2B5EF4-FFF2-40B4-BE49-F238E27FC236}">
                <a16:creationId xmlns:a16="http://schemas.microsoft.com/office/drawing/2014/main" id="{1B23E1F9-692F-4933-B110-55431885F90B}"/>
              </a:ext>
            </a:extLst>
          </p:cNvPr>
          <p:cNvSpPr>
            <a:spLocks xmlns:a="http://schemas.openxmlformats.org/drawingml/2006/main" noGrp="1"/>
          </p:cNvSpPr>
          <p:nvPr/>
        </p:nvSpPr>
        <p:spPr>
          <a:xfrm xmlns:a="http://schemas.openxmlformats.org/drawingml/2006/main">
            <a:off x="7405688" y="2733675"/>
            <a:ext cx="247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إن</a:t>
            </a:r>
          </a:p>
        </p:txBody>
      </p:sp>
      <p:sp>
        <p:nvSpPr>
          <p:cNvPr id="22" name="">
            <a:extLst xmlns:a="http://schemas.openxmlformats.org/drawingml/2006/main">
              <a:ext uri="{FF2B5EF4-FFF2-40B4-BE49-F238E27FC236}">
                <a16:creationId xmlns:a16="http://schemas.microsoft.com/office/drawing/2014/main" id="{4C59E632-AA59-4AFF-86D0-7D188AB7E386}"/>
              </a:ext>
            </a:extLst>
          </p:cNvPr>
          <p:cNvSpPr>
            <a:spLocks xmlns:a="http://schemas.openxmlformats.org/drawingml/2006/main" noGrp="1"/>
          </p:cNvSpPr>
          <p:nvPr/>
        </p:nvSpPr>
        <p:spPr>
          <a:xfrm xmlns:a="http://schemas.openxmlformats.org/drawingml/2006/main">
            <a:off x="6690360" y="2733675"/>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احتجت</a:t>
            </a:r>
          </a:p>
        </p:txBody>
      </p:sp>
      <p:sp>
        <p:nvSpPr>
          <p:cNvPr id="23" name="">
            <a:extLst xmlns:a="http://schemas.openxmlformats.org/drawingml/2006/main">
              <a:ext uri="{FF2B5EF4-FFF2-40B4-BE49-F238E27FC236}">
                <a16:creationId xmlns:a16="http://schemas.microsoft.com/office/drawing/2014/main" id="{09C47D3F-16B2-4200-A875-46F14B2D5DEA}"/>
              </a:ext>
            </a:extLst>
          </p:cNvPr>
          <p:cNvSpPr>
            <a:spLocks xmlns:a="http://schemas.openxmlformats.org/drawingml/2006/main" noGrp="1"/>
          </p:cNvSpPr>
          <p:nvPr/>
        </p:nvSpPr>
        <p:spPr>
          <a:xfrm xmlns:a="http://schemas.openxmlformats.org/drawingml/2006/main">
            <a:off x="5860733" y="2733675"/>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المقارنة.</a:t>
            </a:r>
          </a:p>
        </p:txBody>
      </p:sp>
      <p:sp>
        <p:nvSpPr>
          <p:cNvPr id="24" name="">
            <a:extLst xmlns:a="http://schemas.openxmlformats.org/drawingml/2006/main">
              <a:ext uri="{FF2B5EF4-FFF2-40B4-BE49-F238E27FC236}">
                <a16:creationId xmlns:a16="http://schemas.microsoft.com/office/drawing/2014/main" id="{4135296F-7613-49A1-8F23-0A50EA5D3E3B}"/>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A1B4BC73-6AFB-401C-9590-FC472E4B7617}"/>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6" name="">
            <a:extLst xmlns:a="http://schemas.openxmlformats.org/drawingml/2006/main">
              <a:ext uri="{FF2B5EF4-FFF2-40B4-BE49-F238E27FC236}">
                <a16:creationId xmlns:a16="http://schemas.microsoft.com/office/drawing/2014/main" id="{29809E5B-7AEB-4837-8156-5D9835E5751A}"/>
              </a:ext>
            </a:extLst>
          </p:cNvPr>
          <p:cNvSpPr>
            <a:spLocks xmlns:a="http://schemas.openxmlformats.org/drawingml/2006/main" noGrp="1"/>
          </p:cNvSpPr>
          <p:nvPr/>
        </p:nvSpPr>
        <p:spPr>
          <a:xfrm xmlns:a="http://schemas.openxmlformats.org/drawingml/2006/main">
            <a:off x="9495473" y="36576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الأصل</a:t>
            </a:r>
          </a:p>
        </p:txBody>
      </p:sp>
      <p:sp>
        <p:nvSpPr>
          <p:cNvPr id="27" name="">
            <a:extLst xmlns:a="http://schemas.openxmlformats.org/drawingml/2006/main">
              <a:ext uri="{FF2B5EF4-FFF2-40B4-BE49-F238E27FC236}">
                <a16:creationId xmlns:a16="http://schemas.microsoft.com/office/drawing/2014/main" id="{BF6825F9-FF5D-473E-A603-BED2E585C74E}"/>
              </a:ext>
            </a:extLst>
          </p:cNvPr>
          <p:cNvSpPr>
            <a:spLocks xmlns:a="http://schemas.openxmlformats.org/drawingml/2006/main" noGrp="1"/>
          </p:cNvSpPr>
          <p:nvPr/>
        </p:nvSpPr>
        <p:spPr>
          <a:xfrm xmlns:a="http://schemas.openxmlformats.org/drawingml/2006/main">
            <a:off x="9094470" y="36576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28" name="">
            <a:extLst xmlns:a="http://schemas.openxmlformats.org/drawingml/2006/main">
              <a:ext uri="{FF2B5EF4-FFF2-40B4-BE49-F238E27FC236}">
                <a16:creationId xmlns:a16="http://schemas.microsoft.com/office/drawing/2014/main" id="{343DA4C6-E6F5-46D5-9E08-CB1650DF2CC4}"/>
              </a:ext>
            </a:extLst>
          </p:cNvPr>
          <p:cNvSpPr>
            <a:spLocks xmlns:a="http://schemas.openxmlformats.org/drawingml/2006/main" noGrp="1"/>
          </p:cNvSpPr>
          <p:nvPr/>
        </p:nvSpPr>
        <p:spPr>
          <a:xfrm xmlns:a="http://schemas.openxmlformats.org/drawingml/2006/main">
            <a:off x="8464868" y="36576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إضافة</a:t>
            </a:r>
          </a:p>
        </p:txBody>
      </p:sp>
      <p:sp>
        <p:nvSpPr>
          <p:cNvPr id="29" name="">
            <a:extLst xmlns:a="http://schemas.openxmlformats.org/drawingml/2006/main">
              <a:ext uri="{FF2B5EF4-FFF2-40B4-BE49-F238E27FC236}">
                <a16:creationId xmlns:a16="http://schemas.microsoft.com/office/drawing/2014/main" id="{D456632B-B8D6-4C44-B3D5-8786B9C91400}"/>
              </a:ext>
            </a:extLst>
          </p:cNvPr>
          <p:cNvSpPr>
            <a:spLocks xmlns:a="http://schemas.openxmlformats.org/drawingml/2006/main" noGrp="1"/>
          </p:cNvSpPr>
          <p:nvPr/>
        </p:nvSpPr>
        <p:spPr>
          <a:xfrm xmlns:a="http://schemas.openxmlformats.org/drawingml/2006/main">
            <a:off x="8035290" y="3657600"/>
            <a:ext cx="352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أول</a:t>
            </a:r>
          </a:p>
        </p:txBody>
      </p:sp>
      <p:sp>
        <p:nvSpPr>
          <p:cNvPr id="30" name="">
            <a:extLst xmlns:a="http://schemas.openxmlformats.org/drawingml/2006/main">
              <a:ext uri="{FF2B5EF4-FFF2-40B4-BE49-F238E27FC236}">
                <a16:creationId xmlns:a16="http://schemas.microsoft.com/office/drawing/2014/main" id="{57E114CA-9C5A-4006-B98C-5EC12A269F48}"/>
              </a:ext>
            </a:extLst>
          </p:cNvPr>
          <p:cNvSpPr>
            <a:spLocks xmlns:a="http://schemas.openxmlformats.org/drawingml/2006/main" noGrp="1"/>
          </p:cNvSpPr>
          <p:nvPr/>
        </p:nvSpPr>
        <p:spPr>
          <a:xfrm xmlns:a="http://schemas.openxmlformats.org/drawingml/2006/main">
            <a:off x="7053263" y="3657600"/>
            <a:ext cx="904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مستخلص.</a:t>
            </a:r>
          </a:p>
        </p:txBody>
      </p:sp>
      <p:sp>
        <p:nvSpPr>
          <p:cNvPr id="31" name="">
            <a:extLst xmlns:a="http://schemas.openxmlformats.org/drawingml/2006/main">
              <a:ext uri="{FF2B5EF4-FFF2-40B4-BE49-F238E27FC236}">
                <a16:creationId xmlns:a16="http://schemas.microsoft.com/office/drawing/2014/main" id="{7C6137B3-30DA-4B4A-8F63-C5D077428172}"/>
              </a:ext>
            </a:extLst>
          </p:cNvPr>
          <p:cNvSpPr>
            <a:spLocks xmlns:a="http://schemas.openxmlformats.org/drawingml/2006/main" noGrp="1"/>
          </p:cNvSpPr>
          <p:nvPr/>
        </p:nvSpPr>
        <p:spPr>
          <a:xfrm xmlns:a="http://schemas.openxmlformats.org/drawingml/2006/main">
            <a:off x="4572000" y="1924050"/>
            <a:ext cx="3333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هل</a:t>
            </a:r>
          </a:p>
        </p:txBody>
      </p:sp>
      <p:sp>
        <p:nvSpPr>
          <p:cNvPr id="32" name="">
            <a:extLst xmlns:a="http://schemas.openxmlformats.org/drawingml/2006/main">
              <a:ext uri="{FF2B5EF4-FFF2-40B4-BE49-F238E27FC236}">
                <a16:creationId xmlns:a16="http://schemas.microsoft.com/office/drawing/2014/main" id="{40E06EB1-78E0-4C39-B326-0C6B98849BDD}"/>
              </a:ext>
            </a:extLst>
          </p:cNvPr>
          <p:cNvSpPr>
            <a:spLocks xmlns:a="http://schemas.openxmlformats.org/drawingml/2006/main" noGrp="1"/>
          </p:cNvSpPr>
          <p:nvPr/>
        </p:nvSpPr>
        <p:spPr>
          <a:xfrm xmlns:a="http://schemas.openxmlformats.org/drawingml/2006/main">
            <a:off x="3616643" y="1924050"/>
            <a:ext cx="8667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المقايسة</a:t>
            </a:r>
          </a:p>
        </p:txBody>
      </p:sp>
      <p:sp>
        <p:nvSpPr>
          <p:cNvPr id="33" name="">
            <a:extLst xmlns:a="http://schemas.openxmlformats.org/drawingml/2006/main">
              <a:ext uri="{FF2B5EF4-FFF2-40B4-BE49-F238E27FC236}">
                <a16:creationId xmlns:a16="http://schemas.microsoft.com/office/drawing/2014/main" id="{8AAB2465-9F50-45AE-BCB1-7B165264144B}"/>
              </a:ext>
            </a:extLst>
          </p:cNvPr>
          <p:cNvSpPr>
            <a:spLocks xmlns:a="http://schemas.openxmlformats.org/drawingml/2006/main" noGrp="1"/>
          </p:cNvSpPr>
          <p:nvPr/>
        </p:nvSpPr>
        <p:spPr>
          <a:xfrm xmlns:a="http://schemas.openxmlformats.org/drawingml/2006/main">
            <a:off x="3070860" y="1924050"/>
            <a:ext cx="4572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تغيّر</a:t>
            </a:r>
          </a:p>
        </p:txBody>
      </p:sp>
      <p:sp>
        <p:nvSpPr>
          <p:cNvPr id="34" name="">
            <a:extLst xmlns:a="http://schemas.openxmlformats.org/drawingml/2006/main">
              <a:ext uri="{FF2B5EF4-FFF2-40B4-BE49-F238E27FC236}">
                <a16:creationId xmlns:a16="http://schemas.microsoft.com/office/drawing/2014/main" id="{1E7704A4-48DB-4F0F-8D78-1FD8A1B3302B}"/>
              </a:ext>
            </a:extLst>
          </p:cNvPr>
          <p:cNvSpPr>
            <a:spLocks xmlns:a="http://schemas.openxmlformats.org/drawingml/2006/main" noGrp="1"/>
          </p:cNvSpPr>
          <p:nvPr/>
        </p:nvSpPr>
        <p:spPr>
          <a:xfrm xmlns:a="http://schemas.openxmlformats.org/drawingml/2006/main">
            <a:off x="2382202" y="1924050"/>
            <a:ext cx="6000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العقد؟</a:t>
            </a:r>
          </a:p>
        </p:txBody>
      </p:sp>
      <p:sp>
        <p:nvSpPr>
          <p:cNvPr id="35" name="">
            <a:extLst xmlns:a="http://schemas.openxmlformats.org/drawingml/2006/main">
              <a:ext uri="{FF2B5EF4-FFF2-40B4-BE49-F238E27FC236}">
                <a16:creationId xmlns:a16="http://schemas.microsoft.com/office/drawing/2014/main" id="{4174D21B-68D9-41B5-9AC2-62B909E1C36A}"/>
              </a:ext>
            </a:extLst>
          </p:cNvPr>
          <p:cNvSpPr>
            <a:spLocks xmlns:a="http://schemas.openxmlformats.org/drawingml/2006/main" noGrp="1"/>
          </p:cNvSpPr>
          <p:nvPr/>
        </p:nvSpPr>
        <p:spPr>
          <a:xfrm xmlns:a="http://schemas.openxmlformats.org/drawingml/2006/main">
            <a:off x="4210050" y="300990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المقايسة</a:t>
            </a:r>
          </a:p>
        </p:txBody>
      </p:sp>
      <p:sp>
        <p:nvSpPr>
          <p:cNvPr id="36" name="">
            <a:extLst xmlns:a="http://schemas.openxmlformats.org/drawingml/2006/main">
              <a:ext uri="{FF2B5EF4-FFF2-40B4-BE49-F238E27FC236}">
                <a16:creationId xmlns:a16="http://schemas.microsoft.com/office/drawing/2014/main" id="{A9588842-271A-4F62-8D7A-E98B06CDF66D}"/>
              </a:ext>
            </a:extLst>
          </p:cNvPr>
          <p:cNvSpPr>
            <a:spLocks xmlns:a="http://schemas.openxmlformats.org/drawingml/2006/main" noGrp="1"/>
          </p:cNvSpPr>
          <p:nvPr/>
        </p:nvSpPr>
        <p:spPr>
          <a:xfrm xmlns:a="http://schemas.openxmlformats.org/drawingml/2006/main">
            <a:off x="3380423" y="300990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للمقارنة.</a:t>
            </a:r>
          </a:p>
        </p:txBody>
      </p:sp>
      <p:sp>
        <p:nvSpPr>
          <p:cNvPr id="37" name="">
            <a:extLst xmlns:a="http://schemas.openxmlformats.org/drawingml/2006/main">
              <a:ext uri="{FF2B5EF4-FFF2-40B4-BE49-F238E27FC236}">
                <a16:creationId xmlns:a16="http://schemas.microsoft.com/office/drawing/2014/main" id="{C087523D-5E16-4A7F-A856-74C6DB45111C}"/>
              </a:ext>
            </a:extLst>
          </p:cNvPr>
          <p:cNvSpPr>
            <a:spLocks xmlns:a="http://schemas.openxmlformats.org/drawingml/2006/main" noGrp="1"/>
          </p:cNvSpPr>
          <p:nvPr/>
        </p:nvSpPr>
        <p:spPr>
          <a:xfrm xmlns:a="http://schemas.openxmlformats.org/drawingml/2006/main">
            <a:off x="2988945" y="3009900"/>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بعد</a:t>
            </a:r>
          </a:p>
        </p:txBody>
      </p:sp>
      <p:sp>
        <p:nvSpPr>
          <p:cNvPr id="38" name="">
            <a:extLst xmlns:a="http://schemas.openxmlformats.org/drawingml/2006/main">
              <a:ext uri="{FF2B5EF4-FFF2-40B4-BE49-F238E27FC236}">
                <a16:creationId xmlns:a16="http://schemas.microsoft.com/office/drawing/2014/main" id="{9B5A994D-05AC-461A-B265-B5C57F5838A1}"/>
              </a:ext>
            </a:extLst>
          </p:cNvPr>
          <p:cNvSpPr>
            <a:spLocks xmlns:a="http://schemas.openxmlformats.org/drawingml/2006/main" noGrp="1"/>
          </p:cNvSpPr>
          <p:nvPr/>
        </p:nvSpPr>
        <p:spPr>
          <a:xfrm xmlns:a="http://schemas.openxmlformats.org/drawingml/2006/main">
            <a:off x="2359342" y="30099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إضافة</a:t>
            </a:r>
          </a:p>
        </p:txBody>
      </p:sp>
      <p:sp>
        <p:nvSpPr>
          <p:cNvPr id="39" name="">
            <a:extLst xmlns:a="http://schemas.openxmlformats.org/drawingml/2006/main">
              <a:ext uri="{FF2B5EF4-FFF2-40B4-BE49-F238E27FC236}">
                <a16:creationId xmlns:a16="http://schemas.microsoft.com/office/drawing/2014/main" id="{3B0F0C49-9D89-4A73-925D-E0C435C34E03}"/>
              </a:ext>
            </a:extLst>
          </p:cNvPr>
          <p:cNvSpPr>
            <a:spLocks xmlns:a="http://schemas.openxmlformats.org/drawingml/2006/main" noGrp="1"/>
          </p:cNvSpPr>
          <p:nvPr/>
        </p:nvSpPr>
        <p:spPr>
          <a:xfrm xmlns:a="http://schemas.openxmlformats.org/drawingml/2006/main">
            <a:off x="1367790" y="3009900"/>
            <a:ext cx="914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مستخلص،</a:t>
            </a:r>
          </a:p>
        </p:txBody>
      </p:sp>
      <p:sp>
        <p:nvSpPr>
          <p:cNvPr id="40" name="">
            <a:extLst xmlns:a="http://schemas.openxmlformats.org/drawingml/2006/main">
              <a:ext uri="{FF2B5EF4-FFF2-40B4-BE49-F238E27FC236}">
                <a16:creationId xmlns:a16="http://schemas.microsoft.com/office/drawing/2014/main" id="{295E7258-BD95-4D08-B727-60FA23818951}"/>
              </a:ext>
            </a:extLst>
          </p:cNvPr>
          <p:cNvSpPr>
            <a:spLocks xmlns:a="http://schemas.openxmlformats.org/drawingml/2006/main" noGrp="1"/>
          </p:cNvSpPr>
          <p:nvPr/>
        </p:nvSpPr>
        <p:spPr>
          <a:xfrm xmlns:a="http://schemas.openxmlformats.org/drawingml/2006/main">
            <a:off x="890587" y="3009900"/>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يمنع</a:t>
            </a:r>
          </a:p>
        </p:txBody>
      </p:sp>
      <p:sp>
        <p:nvSpPr>
          <p:cNvPr id="41" name="">
            <a:extLst xmlns:a="http://schemas.openxmlformats.org/drawingml/2006/main">
              <a:ext uri="{FF2B5EF4-FFF2-40B4-BE49-F238E27FC236}">
                <a16:creationId xmlns:a16="http://schemas.microsoft.com/office/drawing/2014/main" id="{B18E89FE-D12B-464C-8A0C-8F7EAC343AC2}"/>
              </a:ext>
            </a:extLst>
          </p:cNvPr>
          <p:cNvSpPr>
            <a:spLocks xmlns:a="http://schemas.openxmlformats.org/drawingml/2006/main" noGrp="1"/>
          </p:cNvSpPr>
          <p:nvPr/>
        </p:nvSpPr>
        <p:spPr>
          <a:xfrm xmlns:a="http://schemas.openxmlformats.org/drawingml/2006/main">
            <a:off x="4381500"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42" name="">
            <a:extLst xmlns:a="http://schemas.openxmlformats.org/drawingml/2006/main">
              <a:ext uri="{FF2B5EF4-FFF2-40B4-BE49-F238E27FC236}">
                <a16:creationId xmlns:a16="http://schemas.microsoft.com/office/drawing/2014/main" id="{97A8881C-FD46-42FB-941A-0D715FF40D49}"/>
              </a:ext>
            </a:extLst>
          </p:cNvPr>
          <p:cNvSpPr>
            <a:spLocks xmlns:a="http://schemas.openxmlformats.org/drawingml/2006/main" noGrp="1"/>
          </p:cNvSpPr>
          <p:nvPr/>
        </p:nvSpPr>
        <p:spPr>
          <a:xfrm xmlns:a="http://schemas.openxmlformats.org/drawingml/2006/main">
            <a:off x="3828098"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تغيير</a:t>
            </a:r>
          </a:p>
        </p:txBody>
      </p:sp>
      <p:sp>
        <p:nvSpPr>
          <p:cNvPr id="43" name="">
            <a:extLst xmlns:a="http://schemas.openxmlformats.org/drawingml/2006/main">
              <a:ext uri="{FF2B5EF4-FFF2-40B4-BE49-F238E27FC236}">
                <a16:creationId xmlns:a16="http://schemas.microsoft.com/office/drawing/2014/main" id="{17FC89A3-EF55-4A4D-9075-498B1787BD2A}"/>
              </a:ext>
            </a:extLst>
          </p:cNvPr>
          <p:cNvSpPr>
            <a:spLocks xmlns:a="http://schemas.openxmlformats.org/drawingml/2006/main" noGrp="1"/>
          </p:cNvSpPr>
          <p:nvPr/>
        </p:nvSpPr>
        <p:spPr>
          <a:xfrm xmlns:a="http://schemas.openxmlformats.org/drawingml/2006/main">
            <a:off x="2969895" y="3382804"/>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44" name="">
            <a:extLst xmlns:a="http://schemas.openxmlformats.org/drawingml/2006/main">
              <a:ext uri="{FF2B5EF4-FFF2-40B4-BE49-F238E27FC236}">
                <a16:creationId xmlns:a16="http://schemas.microsoft.com/office/drawing/2014/main" id="{77A9EB62-5CC5-4798-B7B3-F4D0495E1855}"/>
              </a:ext>
            </a:extLst>
          </p:cNvPr>
          <p:cNvSpPr>
            <a:spLocks xmlns:a="http://schemas.openxmlformats.org/drawingml/2006/main" noGrp="1"/>
          </p:cNvSpPr>
          <p:nvPr/>
        </p:nvSpPr>
        <p:spPr>
          <a:xfrm xmlns:a="http://schemas.openxmlformats.org/drawingml/2006/main">
            <a:off x="2664142" y="3382804"/>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45" name="">
            <a:extLst xmlns:a="http://schemas.openxmlformats.org/drawingml/2006/main">
              <a:ext uri="{FF2B5EF4-FFF2-40B4-BE49-F238E27FC236}">
                <a16:creationId xmlns:a16="http://schemas.microsoft.com/office/drawing/2014/main" id="{9026F27B-4C69-48C2-A997-BEA6B736D9C2}"/>
              </a:ext>
            </a:extLst>
          </p:cNvPr>
          <p:cNvSpPr>
            <a:spLocks xmlns:a="http://schemas.openxmlformats.org/drawingml/2006/main" noGrp="1"/>
          </p:cNvSpPr>
          <p:nvPr/>
        </p:nvSpPr>
        <p:spPr>
          <a:xfrm xmlns:a="http://schemas.openxmlformats.org/drawingml/2006/main">
            <a:off x="2120265" y="3382804"/>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أصل</a:t>
            </a:r>
          </a:p>
        </p:txBody>
      </p:sp>
      <p:sp>
        <p:nvSpPr>
          <p:cNvPr id="46" name="">
            <a:extLst xmlns:a="http://schemas.openxmlformats.org/drawingml/2006/main">
              <a:ext uri="{FF2B5EF4-FFF2-40B4-BE49-F238E27FC236}">
                <a16:creationId xmlns:a16="http://schemas.microsoft.com/office/drawing/2014/main" id="{C9E10716-94CB-42AF-A36B-7726BBE44C7A}"/>
              </a:ext>
            </a:extLst>
          </p:cNvPr>
          <p:cNvSpPr>
            <a:spLocks xmlns:a="http://schemas.openxmlformats.org/drawingml/2006/main" noGrp="1"/>
          </p:cNvSpPr>
          <p:nvPr/>
        </p:nvSpPr>
        <p:spPr>
          <a:xfrm xmlns:a="http://schemas.openxmlformats.org/drawingml/2006/main">
            <a:off x="1652587" y="3382804"/>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قيمة</a:t>
            </a:r>
          </a:p>
        </p:txBody>
      </p:sp>
      <p:sp>
        <p:nvSpPr>
          <p:cNvPr id="47" name="">
            <a:extLst xmlns:a="http://schemas.openxmlformats.org/drawingml/2006/main">
              <a:ext uri="{FF2B5EF4-FFF2-40B4-BE49-F238E27FC236}">
                <a16:creationId xmlns:a16="http://schemas.microsoft.com/office/drawing/2014/main" id="{E2DE0359-BBB0-4874-9253-DB9E49345327}"/>
              </a:ext>
            </a:extLst>
          </p:cNvPr>
          <p:cNvSpPr>
            <a:spLocks xmlns:a="http://schemas.openxmlformats.org/drawingml/2006/main" noGrp="1"/>
          </p:cNvSpPr>
          <p:nvPr/>
        </p:nvSpPr>
        <p:spPr>
          <a:xfrm xmlns:a="http://schemas.openxmlformats.org/drawingml/2006/main">
            <a:off x="1146810" y="3382804"/>
            <a:ext cx="428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العقد</a:t>
            </a:r>
          </a:p>
        </p:txBody>
      </p:sp>
      <p:sp>
        <p:nvSpPr>
          <p:cNvPr id="48" name="">
            <a:extLst xmlns:a="http://schemas.openxmlformats.org/drawingml/2006/main">
              <a:ext uri="{FF2B5EF4-FFF2-40B4-BE49-F238E27FC236}">
                <a16:creationId xmlns:a16="http://schemas.microsoft.com/office/drawing/2014/main" id="{CFD45119-A161-45AB-A61D-B5280D03E48C}"/>
              </a:ext>
            </a:extLst>
          </p:cNvPr>
          <p:cNvSpPr>
            <a:spLocks xmlns:a="http://schemas.openxmlformats.org/drawingml/2006/main" noGrp="1"/>
          </p:cNvSpPr>
          <p:nvPr/>
        </p:nvSpPr>
        <p:spPr>
          <a:xfrm xmlns:a="http://schemas.openxmlformats.org/drawingml/2006/main">
            <a:off x="4162425" y="3755707"/>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بالطريقة</a:t>
            </a:r>
          </a:p>
        </p:txBody>
      </p:sp>
      <p:sp>
        <p:nvSpPr>
          <p:cNvPr id="49" name="">
            <a:extLst xmlns:a="http://schemas.openxmlformats.org/drawingml/2006/main">
              <a:ext uri="{FF2B5EF4-FFF2-40B4-BE49-F238E27FC236}">
                <a16:creationId xmlns:a16="http://schemas.microsoft.com/office/drawing/2014/main" id="{0A2B0B70-2CF6-4942-937F-EE5C17EBBC6F}"/>
              </a:ext>
            </a:extLst>
          </p:cNvPr>
          <p:cNvSpPr>
            <a:spLocks xmlns:a="http://schemas.openxmlformats.org/drawingml/2006/main" noGrp="1"/>
          </p:cNvSpPr>
          <p:nvPr/>
        </p:nvSpPr>
        <p:spPr>
          <a:xfrm xmlns:a="http://schemas.openxmlformats.org/drawingml/2006/main">
            <a:off x="3437573" y="3755707"/>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العادية.</a:t>
            </a:r>
          </a:p>
        </p:txBody>
      </p:sp>
    </p:spTree>
    <p:extLst>
      <p:ext uri="{BB962C8B-B14F-4D97-AF65-F5344CB8AC3E}">
        <p14:creationId xmlns:p14="http://schemas.microsoft.com/office/powerpoint/2010/main" val="157091450"/>
      </p:ext>
    </p:extLst>
  </p:cSld>
</p:sld>
</file>

<file path=ppt/slides/slide8.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E4F77F7-B560-4ED8-9A2C-BA5E9F201F16}"/>
              </a:ext>
            </a:extLst>
          </p:cNvPr>
          <p:cNvSpPr>
            <a:spLocks xmlns:a="http://schemas.openxmlformats.org/drawingml/2006/main" noGrp="1"/>
          </p:cNvSpPr>
          <p:nvPr/>
        </p:nvSpPr>
        <p:spPr>
          <a:xfrm xmlns:a="http://schemas.openxmlformats.org/drawingml/2006/main">
            <a:off x="11258550" y="333375"/>
            <a:ext cx="3143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لقطة</a:t>
            </a:r>
          </a:p>
        </p:txBody>
      </p:sp>
      <p:sp>
        <p:nvSpPr>
          <p:cNvPr id="2" name="">
            <a:extLst xmlns:a="http://schemas.openxmlformats.org/drawingml/2006/main">
              <a:ext uri="{FF2B5EF4-FFF2-40B4-BE49-F238E27FC236}">
                <a16:creationId xmlns:a16="http://schemas.microsoft.com/office/drawing/2014/main" id="{20A6578B-3AE5-441D-A905-2A0A30969890}"/>
              </a:ext>
            </a:extLst>
          </p:cNvPr>
          <p:cNvSpPr>
            <a:spLocks xmlns:a="http://schemas.openxmlformats.org/drawingml/2006/main" noGrp="1"/>
          </p:cNvSpPr>
          <p:nvPr/>
        </p:nvSpPr>
        <p:spPr>
          <a:xfrm xmlns:a="http://schemas.openxmlformats.org/drawingml/2006/main">
            <a:off x="10978515" y="333375"/>
            <a:ext cx="2286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من</a:t>
            </a:r>
          </a:p>
        </p:txBody>
      </p:sp>
      <p:sp>
        <p:nvSpPr>
          <p:cNvPr id="3" name="">
            <a:extLst xmlns:a="http://schemas.openxmlformats.org/drawingml/2006/main">
              <a:ext uri="{FF2B5EF4-FFF2-40B4-BE49-F238E27FC236}">
                <a16:creationId xmlns:a16="http://schemas.microsoft.com/office/drawing/2014/main" id="{EDA5DB8D-F983-480D-8678-C4FF6BFB57C0}"/>
              </a:ext>
            </a:extLst>
          </p:cNvPr>
          <p:cNvSpPr>
            <a:spLocks xmlns:a="http://schemas.openxmlformats.org/drawingml/2006/main" noGrp="1"/>
          </p:cNvSpPr>
          <p:nvPr/>
        </p:nvSpPr>
        <p:spPr>
          <a:xfrm xmlns:a="http://schemas.openxmlformats.org/drawingml/2006/main">
            <a:off x="10365105"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المشروع</a:t>
            </a:r>
          </a:p>
        </p:txBody>
      </p:sp>
      <p:sp>
        <p:nvSpPr>
          <p:cNvPr id="4" name="">
            <a:extLst xmlns:a="http://schemas.openxmlformats.org/drawingml/2006/main">
              <a:ext uri="{FF2B5EF4-FFF2-40B4-BE49-F238E27FC236}">
                <a16:creationId xmlns:a16="http://schemas.microsoft.com/office/drawing/2014/main" id="{081D00BD-6A5E-41FD-A07A-265EEFC911BB}"/>
              </a:ext>
            </a:extLst>
          </p:cNvPr>
          <p:cNvSpPr>
            <a:spLocks xmlns:a="http://schemas.openxmlformats.org/drawingml/2006/main" noGrp="1"/>
          </p:cNvSpPr>
          <p:nvPr/>
        </p:nvSpPr>
        <p:spPr>
          <a:xfrm xmlns:a="http://schemas.openxmlformats.org/drawingml/2006/main">
            <a:off x="10801350" y="781050"/>
            <a:ext cx="7715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أماكن</a:t>
            </a:r>
          </a:p>
        </p:txBody>
      </p:sp>
      <p:sp>
        <p:nvSpPr>
          <p:cNvPr id="5" name="">
            <a:extLst xmlns:a="http://schemas.openxmlformats.org/drawingml/2006/main">
              <a:ext uri="{FF2B5EF4-FFF2-40B4-BE49-F238E27FC236}">
                <a16:creationId xmlns:a16="http://schemas.microsoft.com/office/drawing/2014/main" id="{AC2F5305-C930-4821-B448-8A71CC51251F}"/>
              </a:ext>
            </a:extLst>
          </p:cNvPr>
          <p:cNvSpPr>
            <a:spLocks xmlns:a="http://schemas.openxmlformats.org/drawingml/2006/main" noGrp="1"/>
          </p:cNvSpPr>
          <p:nvPr/>
        </p:nvSpPr>
        <p:spPr>
          <a:xfrm xmlns:a="http://schemas.openxmlformats.org/drawingml/2006/main">
            <a:off x="9662160" y="781050"/>
            <a:ext cx="10191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البيانات</a:t>
            </a:r>
          </a:p>
        </p:txBody>
      </p:sp>
      <p:sp>
        <p:nvSpPr>
          <p:cNvPr id="6" name="">
            <a:extLst xmlns:a="http://schemas.openxmlformats.org/drawingml/2006/main">
              <a:ext uri="{FF2B5EF4-FFF2-40B4-BE49-F238E27FC236}">
                <a16:creationId xmlns:a16="http://schemas.microsoft.com/office/drawing/2014/main" id="{1D87CF9F-AD25-46DB-AC9E-3965B0D6D03C}"/>
              </a:ext>
            </a:extLst>
          </p:cNvPr>
          <p:cNvSpPr>
            <a:spLocks xmlns:a="http://schemas.openxmlformats.org/drawingml/2006/main" noGrp="1"/>
          </p:cNvSpPr>
          <p:nvPr/>
        </p:nvSpPr>
        <p:spPr>
          <a:xfrm xmlns:a="http://schemas.openxmlformats.org/drawingml/2006/main">
            <a:off x="9123045" y="781050"/>
            <a:ext cx="4191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في</a:t>
            </a:r>
          </a:p>
        </p:txBody>
      </p:sp>
      <p:sp>
        <p:nvSpPr>
          <p:cNvPr id="7" name="">
            <a:extLst xmlns:a="http://schemas.openxmlformats.org/drawingml/2006/main">
              <a:ext uri="{FF2B5EF4-FFF2-40B4-BE49-F238E27FC236}">
                <a16:creationId xmlns:a16="http://schemas.microsoft.com/office/drawing/2014/main" id="{0ED98671-489C-48F5-B9FD-A6F54F1A24AE}"/>
              </a:ext>
            </a:extLst>
          </p:cNvPr>
          <p:cNvSpPr>
            <a:spLocks xmlns:a="http://schemas.openxmlformats.org/drawingml/2006/main" noGrp="1"/>
          </p:cNvSpPr>
          <p:nvPr/>
        </p:nvSpPr>
        <p:spPr>
          <a:xfrm xmlns:a="http://schemas.openxmlformats.org/drawingml/2006/main">
            <a:off x="8117205" y="781050"/>
            <a:ext cx="8858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نموذج</a:t>
            </a:r>
          </a:p>
        </p:txBody>
      </p:sp>
      <p:sp>
        <p:nvSpPr>
          <p:cNvPr id="8" name="">
            <a:extLst xmlns:a="http://schemas.openxmlformats.org/drawingml/2006/main">
              <a:ext uri="{FF2B5EF4-FFF2-40B4-BE49-F238E27FC236}">
                <a16:creationId xmlns:a16="http://schemas.microsoft.com/office/drawing/2014/main" id="{26258F6A-7899-4991-A9E3-034486BF72D8}"/>
              </a:ext>
            </a:extLst>
          </p:cNvPr>
          <p:cNvSpPr>
            <a:spLocks xmlns:a="http://schemas.openxmlformats.org/drawingml/2006/main" noGrp="1"/>
          </p:cNvSpPr>
          <p:nvPr/>
        </p:nvSpPr>
        <p:spPr>
          <a:xfrm xmlns:a="http://schemas.openxmlformats.org/drawingml/2006/main">
            <a:off x="7339965" y="781050"/>
            <a:ext cx="6572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العقد</a:t>
            </a:r>
          </a:p>
        </p:txBody>
      </p:sp>
      <p:sp>
        <p:nvSpPr>
          <p:cNvPr id="9" name="">
            <a:extLst xmlns:a="http://schemas.openxmlformats.org/drawingml/2006/main">
              <a:ext uri="{FF2B5EF4-FFF2-40B4-BE49-F238E27FC236}">
                <a16:creationId xmlns:a16="http://schemas.microsoft.com/office/drawing/2014/main" id="{A73F5D8A-A2C9-49D7-8E58-7AD0FD0BC7A5}"/>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08</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898378fe98e446a"/>
          <a:stretch xmlns:a="http://schemas.openxmlformats.org/drawingml/2006/main"/>
        </p:blipFill>
        <p:spPr>
          <a:xfrm xmlns:a="http://schemas.openxmlformats.org/drawingml/2006/main">
            <a:off x="619125" y="1754300"/>
            <a:ext cx="7762875" cy="36923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D6F25C2-1BF4-4819-85BD-770CD7EA41D5}"/>
              </a:ext>
            </a:extLst>
          </p:cNvPr>
          <p:cNvSpPr>
            <a:spLocks xmlns:a="http://schemas.openxmlformats.org/drawingml/2006/main" noGrp="1"/>
          </p:cNvSpPr>
          <p:nvPr/>
        </p:nvSpPr>
        <p:spPr>
          <a:xfrm xmlns:a="http://schemas.openxmlformats.org/drawingml/2006/main">
            <a:off x="11268075" y="190500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١</a:t>
            </a:r>
          </a:p>
        </p:txBody>
      </p:sp>
      <p:sp>
        <p:nvSpPr>
          <p:cNvPr id="12" name="">
            <a:extLst xmlns:a="http://schemas.openxmlformats.org/drawingml/2006/main">
              <a:ext uri="{FF2B5EF4-FFF2-40B4-BE49-F238E27FC236}">
                <a16:creationId xmlns:a16="http://schemas.microsoft.com/office/drawing/2014/main" id="{8B192C5E-E329-40A7-A186-F75103A65BA6}"/>
              </a:ext>
            </a:extLst>
          </p:cNvPr>
          <p:cNvSpPr>
            <a:spLocks xmlns:a="http://schemas.openxmlformats.org/drawingml/2006/main" noGrp="1"/>
          </p:cNvSpPr>
          <p:nvPr/>
        </p:nvSpPr>
        <p:spPr>
          <a:xfrm xmlns:a="http://schemas.openxmlformats.org/drawingml/2006/main">
            <a:off x="10819448" y="190500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اسم</a:t>
            </a:r>
          </a:p>
        </p:txBody>
      </p:sp>
      <p:sp>
        <p:nvSpPr>
          <p:cNvPr id="13" name="">
            <a:extLst xmlns:a="http://schemas.openxmlformats.org/drawingml/2006/main">
              <a:ext uri="{FF2B5EF4-FFF2-40B4-BE49-F238E27FC236}">
                <a16:creationId xmlns:a16="http://schemas.microsoft.com/office/drawing/2014/main" id="{6EA851ED-7B94-40DD-8E95-EDEB41AE1D44}"/>
              </a:ext>
            </a:extLst>
          </p:cNvPr>
          <p:cNvSpPr>
            <a:spLocks xmlns:a="http://schemas.openxmlformats.org/drawingml/2006/main" noGrp="1"/>
          </p:cNvSpPr>
          <p:nvPr/>
        </p:nvSpPr>
        <p:spPr>
          <a:xfrm xmlns:a="http://schemas.openxmlformats.org/drawingml/2006/main">
            <a:off x="10285095" y="19050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ورقم</a:t>
            </a:r>
          </a:p>
        </p:txBody>
      </p:sp>
      <p:sp>
        <p:nvSpPr>
          <p:cNvPr id="14" name="">
            <a:extLst xmlns:a="http://schemas.openxmlformats.org/drawingml/2006/main">
              <a:ext uri="{FF2B5EF4-FFF2-40B4-BE49-F238E27FC236}">
                <a16:creationId xmlns:a16="http://schemas.microsoft.com/office/drawing/2014/main" id="{E08DF0ED-9403-4767-B5D0-A981ABEE8B30}"/>
              </a:ext>
            </a:extLst>
          </p:cNvPr>
          <p:cNvSpPr>
            <a:spLocks xmlns:a="http://schemas.openxmlformats.org/drawingml/2006/main" noGrp="1"/>
          </p:cNvSpPr>
          <p:nvPr/>
        </p:nvSpPr>
        <p:spPr>
          <a:xfrm xmlns:a="http://schemas.openxmlformats.org/drawingml/2006/main">
            <a:off x="9769793" y="190500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العقد</a:t>
            </a:r>
          </a:p>
        </p:txBody>
      </p:sp>
      <p:sp>
        <p:nvSpPr>
          <p:cNvPr id="15" name="">
            <a:extLst xmlns:a="http://schemas.openxmlformats.org/drawingml/2006/main">
              <a:ext uri="{FF2B5EF4-FFF2-40B4-BE49-F238E27FC236}">
                <a16:creationId xmlns:a16="http://schemas.microsoft.com/office/drawing/2014/main" id="{34D695E2-2179-49D6-A520-214E1E638B48}"/>
              </a:ext>
            </a:extLst>
          </p:cNvPr>
          <p:cNvSpPr>
            <a:spLocks xmlns:a="http://schemas.openxmlformats.org/drawingml/2006/main" noGrp="1"/>
          </p:cNvSpPr>
          <p:nvPr/>
        </p:nvSpPr>
        <p:spPr>
          <a:xfrm xmlns:a="http://schemas.openxmlformats.org/drawingml/2006/main">
            <a:off x="11268075" y="2650808"/>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٢</a:t>
            </a:r>
          </a:p>
        </p:txBody>
      </p:sp>
      <p:sp>
        <p:nvSpPr>
          <p:cNvPr id="16" name="">
            <a:extLst xmlns:a="http://schemas.openxmlformats.org/drawingml/2006/main">
              <a:ext uri="{FF2B5EF4-FFF2-40B4-BE49-F238E27FC236}">
                <a16:creationId xmlns:a16="http://schemas.microsoft.com/office/drawing/2014/main" id="{381AD269-1C4C-4509-9B49-66B71A8B8841}"/>
              </a:ext>
            </a:extLst>
          </p:cNvPr>
          <p:cNvSpPr>
            <a:spLocks xmlns:a="http://schemas.openxmlformats.org/drawingml/2006/main" noGrp="1"/>
          </p:cNvSpPr>
          <p:nvPr/>
        </p:nvSpPr>
        <p:spPr>
          <a:xfrm xmlns:a="http://schemas.openxmlformats.org/drawingml/2006/main">
            <a:off x="10381298" y="2650808"/>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المشروع</a:t>
            </a:r>
          </a:p>
        </p:txBody>
      </p:sp>
      <p:sp>
        <p:nvSpPr>
          <p:cNvPr id="17" name="">
            <a:extLst xmlns:a="http://schemas.openxmlformats.org/drawingml/2006/main">
              <a:ext uri="{FF2B5EF4-FFF2-40B4-BE49-F238E27FC236}">
                <a16:creationId xmlns:a16="http://schemas.microsoft.com/office/drawing/2014/main" id="{DDE27521-A4C6-49FB-8902-406E35B2F019}"/>
              </a:ext>
            </a:extLst>
          </p:cNvPr>
          <p:cNvSpPr>
            <a:spLocks xmlns:a="http://schemas.openxmlformats.org/drawingml/2006/main" noGrp="1"/>
          </p:cNvSpPr>
          <p:nvPr/>
        </p:nvSpPr>
        <p:spPr>
          <a:xfrm xmlns:a="http://schemas.openxmlformats.org/drawingml/2006/main">
            <a:off x="9761220" y="2650808"/>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وقيمة</a:t>
            </a:r>
          </a:p>
        </p:txBody>
      </p:sp>
      <p:sp>
        <p:nvSpPr>
          <p:cNvPr id="18" name="">
            <a:extLst xmlns:a="http://schemas.openxmlformats.org/drawingml/2006/main">
              <a:ext uri="{FF2B5EF4-FFF2-40B4-BE49-F238E27FC236}">
                <a16:creationId xmlns:a16="http://schemas.microsoft.com/office/drawing/2014/main" id="{E9102634-FAD5-4169-B823-B98032EC4C0B}"/>
              </a:ext>
            </a:extLst>
          </p:cNvPr>
          <p:cNvSpPr>
            <a:spLocks xmlns:a="http://schemas.openxmlformats.org/drawingml/2006/main" noGrp="1"/>
          </p:cNvSpPr>
          <p:nvPr/>
        </p:nvSpPr>
        <p:spPr>
          <a:xfrm xmlns:a="http://schemas.openxmlformats.org/drawingml/2006/main">
            <a:off x="9131618" y="2650808"/>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الأصل</a:t>
            </a:r>
          </a:p>
        </p:txBody>
      </p:sp>
      <p:sp>
        <p:nvSpPr>
          <p:cNvPr id="19" name="">
            <a:extLst xmlns:a="http://schemas.openxmlformats.org/drawingml/2006/main">
              <a:ext uri="{FF2B5EF4-FFF2-40B4-BE49-F238E27FC236}">
                <a16:creationId xmlns:a16="http://schemas.microsoft.com/office/drawing/2014/main" id="{F6C570AC-1569-4F45-BA26-3282D349D847}"/>
              </a:ext>
            </a:extLst>
          </p:cNvPr>
          <p:cNvSpPr>
            <a:spLocks xmlns:a="http://schemas.openxmlformats.org/drawingml/2006/main" noGrp="1"/>
          </p:cNvSpPr>
          <p:nvPr/>
        </p:nvSpPr>
        <p:spPr>
          <a:xfrm xmlns:a="http://schemas.openxmlformats.org/drawingml/2006/main">
            <a:off x="11268075" y="3396615"/>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٣</a:t>
            </a:r>
          </a:p>
        </p:txBody>
      </p:sp>
      <p:sp>
        <p:nvSpPr>
          <p:cNvPr id="20" name="">
            <a:extLst xmlns:a="http://schemas.openxmlformats.org/drawingml/2006/main">
              <a:ext uri="{FF2B5EF4-FFF2-40B4-BE49-F238E27FC236}">
                <a16:creationId xmlns:a16="http://schemas.microsoft.com/office/drawing/2014/main" id="{F7925F74-23CC-4837-AA0A-B0C5D8AA988F}"/>
              </a:ext>
            </a:extLst>
          </p:cNvPr>
          <p:cNvSpPr>
            <a:spLocks xmlns:a="http://schemas.openxmlformats.org/drawingml/2006/main" noGrp="1"/>
          </p:cNvSpPr>
          <p:nvPr/>
        </p:nvSpPr>
        <p:spPr>
          <a:xfrm xmlns:a="http://schemas.openxmlformats.org/drawingml/2006/main">
            <a:off x="10428923" y="3396615"/>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المقايسة</a:t>
            </a:r>
          </a:p>
        </p:txBody>
      </p:sp>
      <p:sp>
        <p:nvSpPr>
          <p:cNvPr id="21" name="">
            <a:extLst xmlns:a="http://schemas.openxmlformats.org/drawingml/2006/main">
              <a:ext uri="{FF2B5EF4-FFF2-40B4-BE49-F238E27FC236}">
                <a16:creationId xmlns:a16="http://schemas.microsoft.com/office/drawing/2014/main" id="{10EDC8DB-B62C-4F43-9B33-812EF488B5D3}"/>
              </a:ext>
            </a:extLst>
          </p:cNvPr>
          <p:cNvSpPr>
            <a:spLocks xmlns:a="http://schemas.openxmlformats.org/drawingml/2006/main" noGrp="1"/>
          </p:cNvSpPr>
          <p:nvPr/>
        </p:nvSpPr>
        <p:spPr>
          <a:xfrm xmlns:a="http://schemas.openxmlformats.org/drawingml/2006/main">
            <a:off x="9599295" y="3396615"/>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1">
                <a:solidFill>
                  <a:srgbClr val="1D4ED8"/>
                </a:solidFill>
                <a:latin typeface="Arial"/>
                <a:ea typeface="Arial"/>
                <a:cs typeface="Arial"/>
              </a:defRPr>
            </a:pPr>
            <a:r>
              <a:rPr sz="2025" b="1">
                <a:solidFill>
                  <a:srgbClr val="1D4ED8"/>
                </a:solidFill>
                <a:latin typeface="Arial"/>
                <a:ea typeface="Arial"/>
                <a:cs typeface="Arial"/>
              </a:rPr>
              <a:t>والمرفق</a:t>
            </a:r>
          </a:p>
        </p:txBody>
      </p:sp>
      <p:sp>
        <p:nvSpPr>
          <p:cNvPr id="22" name="">
            <a:extLst xmlns:a="http://schemas.openxmlformats.org/drawingml/2006/main">
              <a:ext uri="{FF2B5EF4-FFF2-40B4-BE49-F238E27FC236}">
                <a16:creationId xmlns:a16="http://schemas.microsoft.com/office/drawing/2014/main" id="{93E3A208-653D-4703-9B0B-D405AFA9599E}"/>
              </a:ext>
            </a:extLst>
          </p:cNvPr>
          <p:cNvSpPr>
            <a:spLocks xmlns:a="http://schemas.openxmlformats.org/drawingml/2006/main" noGrp="1"/>
          </p:cNvSpPr>
          <p:nvPr/>
        </p:nvSpPr>
        <p:spPr>
          <a:xfrm xmlns:a="http://schemas.openxmlformats.org/drawingml/2006/main">
            <a:off x="8305800" y="3268028"/>
            <a:ext cx="41910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0">
                <a:solidFill>
                  <a:srgbClr val="2563EB"/>
                </a:solidFill>
                <a:latin typeface="Arial"/>
                <a:ea typeface="Arial"/>
                <a:cs typeface="Arial"/>
              </a:defRPr>
            </a:pPr>
            <a:r>
              <a:rPr sz="2850" b="0">
                <a:solidFill>
                  <a:srgbClr val="2563EB"/>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6F9AF403-B088-4DB9-B333-ED561C920174}"/>
              </a:ext>
            </a:extLst>
          </p:cNvPr>
          <p:cNvSpPr>
            <a:spLocks xmlns:a="http://schemas.openxmlformats.org/drawingml/2006/main" noGrp="1"/>
          </p:cNvSpPr>
          <p:nvPr/>
        </p:nvSpPr>
        <p:spPr>
          <a:xfrm xmlns:a="http://schemas.openxmlformats.org/drawingml/2006/main">
            <a:off x="11153775" y="5810250"/>
            <a:ext cx="3238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لقطة</a:t>
            </a:r>
          </a:p>
        </p:txBody>
      </p:sp>
      <p:sp>
        <p:nvSpPr>
          <p:cNvPr id="24" name="">
            <a:extLst xmlns:a="http://schemas.openxmlformats.org/drawingml/2006/main">
              <a:ext uri="{FF2B5EF4-FFF2-40B4-BE49-F238E27FC236}">
                <a16:creationId xmlns:a16="http://schemas.microsoft.com/office/drawing/2014/main" id="{22BE9D63-4A5C-46A5-BA51-E251525A97AF}"/>
              </a:ext>
            </a:extLst>
          </p:cNvPr>
          <p:cNvSpPr>
            <a:spLocks xmlns:a="http://schemas.openxmlformats.org/drawingml/2006/main" noGrp="1"/>
          </p:cNvSpPr>
          <p:nvPr/>
        </p:nvSpPr>
        <p:spPr>
          <a:xfrm xmlns:a="http://schemas.openxmlformats.org/drawingml/2006/main">
            <a:off x="10613708" y="5810250"/>
            <a:ext cx="48577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أرشيفية</a:t>
            </a:r>
          </a:p>
        </p:txBody>
      </p:sp>
      <p:sp>
        <p:nvSpPr>
          <p:cNvPr id="25" name="">
            <a:extLst xmlns:a="http://schemas.openxmlformats.org/drawingml/2006/main">
              <a:ext uri="{FF2B5EF4-FFF2-40B4-BE49-F238E27FC236}">
                <a16:creationId xmlns:a16="http://schemas.microsoft.com/office/drawing/2014/main" id="{0F2E201D-565E-4038-A54E-6B8DCCBA3F87}"/>
              </a:ext>
            </a:extLst>
          </p:cNvPr>
          <p:cNvSpPr>
            <a:spLocks xmlns:a="http://schemas.openxmlformats.org/drawingml/2006/main" noGrp="1"/>
          </p:cNvSpPr>
          <p:nvPr/>
        </p:nvSpPr>
        <p:spPr>
          <a:xfrm xmlns:a="http://schemas.openxmlformats.org/drawingml/2006/main">
            <a:off x="10330815" y="5810250"/>
            <a:ext cx="22860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من</a:t>
            </a:r>
          </a:p>
        </p:txBody>
      </p:sp>
      <p:sp>
        <p:nvSpPr>
          <p:cNvPr id="26" name="">
            <a:extLst xmlns:a="http://schemas.openxmlformats.org/drawingml/2006/main">
              <a:ext uri="{FF2B5EF4-FFF2-40B4-BE49-F238E27FC236}">
                <a16:creationId xmlns:a16="http://schemas.microsoft.com/office/drawing/2014/main" id="{9A5A09F7-87E1-466D-8D60-555B34941CCE}"/>
              </a:ext>
            </a:extLst>
          </p:cNvPr>
          <p:cNvSpPr>
            <a:spLocks xmlns:a="http://schemas.openxmlformats.org/drawingml/2006/main" noGrp="1"/>
          </p:cNvSpPr>
          <p:nvPr/>
        </p:nvSpPr>
        <p:spPr>
          <a:xfrm xmlns:a="http://schemas.openxmlformats.org/drawingml/2006/main">
            <a:off x="9657397" y="5810250"/>
            <a:ext cx="61912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المشروع.</a:t>
            </a:r>
          </a:p>
        </p:txBody>
      </p:sp>
      <p:sp>
        <p:nvSpPr>
          <p:cNvPr id="27" name="">
            <a:extLst xmlns:a="http://schemas.openxmlformats.org/drawingml/2006/main">
              <a:ext uri="{FF2B5EF4-FFF2-40B4-BE49-F238E27FC236}">
                <a16:creationId xmlns:a16="http://schemas.microsoft.com/office/drawing/2014/main" id="{C7F9091A-40B2-4030-8627-0C617D8A6C1C}"/>
              </a:ext>
            </a:extLst>
          </p:cNvPr>
          <p:cNvSpPr>
            <a:spLocks xmlns:a="http://schemas.openxmlformats.org/drawingml/2006/main" noGrp="1"/>
          </p:cNvSpPr>
          <p:nvPr/>
        </p:nvSpPr>
        <p:spPr>
          <a:xfrm xmlns:a="http://schemas.openxmlformats.org/drawingml/2006/main">
            <a:off x="9431655" y="5810250"/>
            <a:ext cx="1714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قد</a:t>
            </a:r>
          </a:p>
        </p:txBody>
      </p:sp>
      <p:sp>
        <p:nvSpPr>
          <p:cNvPr id="28" name="">
            <a:extLst xmlns:a="http://schemas.openxmlformats.org/drawingml/2006/main">
              <a:ext uri="{FF2B5EF4-FFF2-40B4-BE49-F238E27FC236}">
                <a16:creationId xmlns:a16="http://schemas.microsoft.com/office/drawing/2014/main" id="{8ACCA95B-A601-4DC2-A33D-33881AB298B1}"/>
              </a:ext>
            </a:extLst>
          </p:cNvPr>
          <p:cNvSpPr>
            <a:spLocks xmlns:a="http://schemas.openxmlformats.org/drawingml/2006/main" noGrp="1"/>
          </p:cNvSpPr>
          <p:nvPr/>
        </p:nvSpPr>
        <p:spPr>
          <a:xfrm xmlns:a="http://schemas.openxmlformats.org/drawingml/2006/main">
            <a:off x="8948737" y="5810250"/>
            <a:ext cx="42862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تختلف</a:t>
            </a:r>
          </a:p>
        </p:txBody>
      </p:sp>
      <p:sp>
        <p:nvSpPr>
          <p:cNvPr id="29" name="">
            <a:extLst xmlns:a="http://schemas.openxmlformats.org/drawingml/2006/main">
              <a:ext uri="{FF2B5EF4-FFF2-40B4-BE49-F238E27FC236}">
                <a16:creationId xmlns:a16="http://schemas.microsoft.com/office/drawing/2014/main" id="{FA63C481-0584-4887-9551-5413870ACF18}"/>
              </a:ext>
            </a:extLst>
          </p:cNvPr>
          <p:cNvSpPr>
            <a:spLocks xmlns:a="http://schemas.openxmlformats.org/drawingml/2006/main" noGrp="1"/>
          </p:cNvSpPr>
          <p:nvPr/>
        </p:nvSpPr>
        <p:spPr>
          <a:xfrm xmlns:a="http://schemas.openxmlformats.org/drawingml/2006/main">
            <a:off x="8599170" y="5810250"/>
            <a:ext cx="29527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هيئة</a:t>
            </a:r>
          </a:p>
        </p:txBody>
      </p:sp>
      <p:sp>
        <p:nvSpPr>
          <p:cNvPr id="30" name="">
            <a:extLst xmlns:a="http://schemas.openxmlformats.org/drawingml/2006/main">
              <a:ext uri="{FF2B5EF4-FFF2-40B4-BE49-F238E27FC236}">
                <a16:creationId xmlns:a16="http://schemas.microsoft.com/office/drawing/2014/main" id="{0D2B0D03-10D7-4A96-BA54-019D3AC9C5A4}"/>
              </a:ext>
            </a:extLst>
          </p:cNvPr>
          <p:cNvSpPr>
            <a:spLocks xmlns:a="http://schemas.openxmlformats.org/drawingml/2006/main" noGrp="1"/>
          </p:cNvSpPr>
          <p:nvPr/>
        </p:nvSpPr>
        <p:spPr>
          <a:xfrm xmlns:a="http://schemas.openxmlformats.org/drawingml/2006/main">
            <a:off x="8182927" y="5810250"/>
            <a:ext cx="3619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التنقل</a:t>
            </a:r>
          </a:p>
        </p:txBody>
      </p:sp>
      <p:sp>
        <p:nvSpPr>
          <p:cNvPr id="31" name="">
            <a:extLst xmlns:a="http://schemas.openxmlformats.org/drawingml/2006/main">
              <a:ext uri="{FF2B5EF4-FFF2-40B4-BE49-F238E27FC236}">
                <a16:creationId xmlns:a16="http://schemas.microsoft.com/office/drawing/2014/main" id="{5013C185-1701-4AC2-82DC-0912451F13B2}"/>
              </a:ext>
            </a:extLst>
          </p:cNvPr>
          <p:cNvSpPr>
            <a:spLocks xmlns:a="http://schemas.openxmlformats.org/drawingml/2006/main" noGrp="1"/>
          </p:cNvSpPr>
          <p:nvPr/>
        </p:nvSpPr>
        <p:spPr>
          <a:xfrm xmlns:a="http://schemas.openxmlformats.org/drawingml/2006/main">
            <a:off x="7909560" y="5810250"/>
            <a:ext cx="21907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في</a:t>
            </a:r>
          </a:p>
        </p:txBody>
      </p:sp>
      <p:sp>
        <p:nvSpPr>
          <p:cNvPr id="32" name="">
            <a:extLst xmlns:a="http://schemas.openxmlformats.org/drawingml/2006/main">
              <a:ext uri="{FF2B5EF4-FFF2-40B4-BE49-F238E27FC236}">
                <a16:creationId xmlns:a16="http://schemas.microsoft.com/office/drawing/2014/main" id="{18D6CDD2-936C-464E-AC26-F64FC912172F}"/>
              </a:ext>
            </a:extLst>
          </p:cNvPr>
          <p:cNvSpPr>
            <a:spLocks xmlns:a="http://schemas.openxmlformats.org/drawingml/2006/main" noGrp="1"/>
          </p:cNvSpPr>
          <p:nvPr/>
        </p:nvSpPr>
        <p:spPr>
          <a:xfrm xmlns:a="http://schemas.openxmlformats.org/drawingml/2006/main">
            <a:off x="7321867" y="5810250"/>
            <a:ext cx="53340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الإصدار</a:t>
            </a:r>
          </a:p>
        </p:txBody>
      </p:sp>
      <p:sp>
        <p:nvSpPr>
          <p:cNvPr id="33" name="">
            <a:extLst xmlns:a="http://schemas.openxmlformats.org/drawingml/2006/main">
              <a:ext uri="{FF2B5EF4-FFF2-40B4-BE49-F238E27FC236}">
                <a16:creationId xmlns:a16="http://schemas.microsoft.com/office/drawing/2014/main" id="{60C23E25-2602-4EEA-8233-6A068640220B}"/>
              </a:ext>
            </a:extLst>
          </p:cNvPr>
          <p:cNvSpPr>
            <a:spLocks xmlns:a="http://schemas.openxmlformats.org/drawingml/2006/main" noGrp="1"/>
          </p:cNvSpPr>
          <p:nvPr/>
        </p:nvSpPr>
        <p:spPr>
          <a:xfrm xmlns:a="http://schemas.openxmlformats.org/drawingml/2006/main">
            <a:off x="6800850" y="5810250"/>
            <a:ext cx="46672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الحالي.</a:t>
            </a:r>
          </a:p>
        </p:txBody>
      </p:sp>
    </p:spTree>
    <p:extLst>
      <p:ext uri="{BB962C8B-B14F-4D97-AF65-F5344CB8AC3E}">
        <p14:creationId xmlns:p14="http://schemas.microsoft.com/office/powerpoint/2010/main" val="166571652"/>
      </p:ext>
    </p:extLst>
  </p:cSld>
</p:sld>
</file>

<file path=ppt/slides/slide9.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7E7913B-D8BF-4864-9F93-A743A3B305A1}"/>
              </a:ext>
            </a:extLst>
          </p:cNvPr>
          <p:cNvSpPr>
            <a:spLocks xmlns:a="http://schemas.openxmlformats.org/drawingml/2006/main" noGrp="1"/>
          </p:cNvSpPr>
          <p:nvPr/>
        </p:nvSpPr>
        <p:spPr>
          <a:xfrm xmlns:a="http://schemas.openxmlformats.org/drawingml/2006/main">
            <a:off x="11182350" y="333375"/>
            <a:ext cx="3905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العقود</a:t>
            </a:r>
          </a:p>
        </p:txBody>
      </p:sp>
      <p:sp>
        <p:nvSpPr>
          <p:cNvPr id="2" name="">
            <a:extLst xmlns:a="http://schemas.openxmlformats.org/drawingml/2006/main">
              <a:ext uri="{FF2B5EF4-FFF2-40B4-BE49-F238E27FC236}">
                <a16:creationId xmlns:a16="http://schemas.microsoft.com/office/drawing/2014/main" id="{D61B6625-8E9D-4DB5-96D2-D79812764460}"/>
              </a:ext>
            </a:extLst>
          </p:cNvPr>
          <p:cNvSpPr>
            <a:spLocks xmlns:a="http://schemas.openxmlformats.org/drawingml/2006/main" noGrp="1"/>
          </p:cNvSpPr>
          <p:nvPr/>
        </p:nvSpPr>
        <p:spPr>
          <a:xfrm xmlns:a="http://schemas.openxmlformats.org/drawingml/2006/main">
            <a:off x="1066419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والوارد</a:t>
            </a:r>
          </a:p>
        </p:txBody>
      </p:sp>
      <p:sp>
        <p:nvSpPr>
          <p:cNvPr id="3" name="">
            <a:extLst xmlns:a="http://schemas.openxmlformats.org/drawingml/2006/main">
              <a:ext uri="{FF2B5EF4-FFF2-40B4-BE49-F238E27FC236}">
                <a16:creationId xmlns:a16="http://schemas.microsoft.com/office/drawing/2014/main" id="{FADB10CA-EE07-4013-8134-F07C8409B35C}"/>
              </a:ext>
            </a:extLst>
          </p:cNvPr>
          <p:cNvSpPr>
            <a:spLocks xmlns:a="http://schemas.openxmlformats.org/drawingml/2006/main" noGrp="1"/>
          </p:cNvSpPr>
          <p:nvPr/>
        </p:nvSpPr>
        <p:spPr>
          <a:xfrm xmlns:a="http://schemas.openxmlformats.org/drawingml/2006/main">
            <a:off x="10420350" y="781050"/>
            <a:ext cx="11525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التراكمي</a:t>
            </a:r>
          </a:p>
        </p:txBody>
      </p:sp>
      <p:sp>
        <p:nvSpPr>
          <p:cNvPr id="4" name="">
            <a:extLst xmlns:a="http://schemas.openxmlformats.org/drawingml/2006/main">
              <a:ext uri="{FF2B5EF4-FFF2-40B4-BE49-F238E27FC236}">
                <a16:creationId xmlns:a16="http://schemas.microsoft.com/office/drawing/2014/main" id="{8940F1BD-7E80-4C25-A503-7A8512C4AE73}"/>
              </a:ext>
            </a:extLst>
          </p:cNvPr>
          <p:cNvSpPr>
            <a:spLocks xmlns:a="http://schemas.openxmlformats.org/drawingml/2006/main" noGrp="1"/>
          </p:cNvSpPr>
          <p:nvPr/>
        </p:nvSpPr>
        <p:spPr>
          <a:xfrm xmlns:a="http://schemas.openxmlformats.org/drawingml/2006/main">
            <a:off x="9014460" y="781050"/>
            <a:ext cx="12858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والجاري:</a:t>
            </a:r>
          </a:p>
        </p:txBody>
      </p:sp>
      <p:sp>
        <p:nvSpPr>
          <p:cNvPr id="5" name="">
            <a:extLst xmlns:a="http://schemas.openxmlformats.org/drawingml/2006/main">
              <a:ext uri="{FF2B5EF4-FFF2-40B4-BE49-F238E27FC236}">
                <a16:creationId xmlns:a16="http://schemas.microsoft.com/office/drawing/2014/main" id="{34791F78-4A77-48C1-977C-BBAE0B536C72}"/>
              </a:ext>
            </a:extLst>
          </p:cNvPr>
          <p:cNvSpPr>
            <a:spLocks xmlns:a="http://schemas.openxmlformats.org/drawingml/2006/main" noGrp="1"/>
          </p:cNvSpPr>
          <p:nvPr/>
        </p:nvSpPr>
        <p:spPr>
          <a:xfrm xmlns:a="http://schemas.openxmlformats.org/drawingml/2006/main">
            <a:off x="8284845" y="781050"/>
            <a:ext cx="6096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مثال</a:t>
            </a:r>
          </a:p>
        </p:txBody>
      </p:sp>
      <p:sp>
        <p:nvSpPr>
          <p:cNvPr id="6" name="">
            <a:extLst xmlns:a="http://schemas.openxmlformats.org/drawingml/2006/main">
              <a:ext uri="{FF2B5EF4-FFF2-40B4-BE49-F238E27FC236}">
                <a16:creationId xmlns:a16="http://schemas.microsoft.com/office/drawing/2014/main" id="{B077F971-F399-4E0F-9230-C79015C44905}"/>
              </a:ext>
            </a:extLst>
          </p:cNvPr>
          <p:cNvSpPr>
            <a:spLocks xmlns:a="http://schemas.openxmlformats.org/drawingml/2006/main" noGrp="1"/>
          </p:cNvSpPr>
          <p:nvPr/>
        </p:nvSpPr>
        <p:spPr>
          <a:xfrm xmlns:a="http://schemas.openxmlformats.org/drawingml/2006/main">
            <a:off x="7307580" y="781050"/>
            <a:ext cx="8572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واضح</a:t>
            </a:r>
          </a:p>
        </p:txBody>
      </p:sp>
      <p:sp>
        <p:nvSpPr>
          <p:cNvPr id="7" name="">
            <a:extLst xmlns:a="http://schemas.openxmlformats.org/drawingml/2006/main">
              <a:ext uri="{FF2B5EF4-FFF2-40B4-BE49-F238E27FC236}">
                <a16:creationId xmlns:a16="http://schemas.microsoft.com/office/drawing/2014/main" id="{9D59B2F6-3762-43F7-AEDF-6A91939D1D9A}"/>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09</a:t>
            </a:r>
          </a:p>
        </p:txBody>
      </p:sp>
      <p:sp>
        <p:nvSpPr>
          <p:cNvPr id="8" name="">
            <a:extLst xmlns:a="http://schemas.openxmlformats.org/drawingml/2006/main">
              <a:ext uri="{FF2B5EF4-FFF2-40B4-BE49-F238E27FC236}">
                <a16:creationId xmlns:a16="http://schemas.microsoft.com/office/drawing/2014/main" id="{C1C1B461-EC1D-48FE-98FB-C1EEF4589E9A}"/>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0B0527E6-C332-4523-AAC2-D63D937F3303}"/>
              </a:ext>
            </a:extLst>
          </p:cNvPr>
          <p:cNvSpPr>
            <a:spLocks xmlns:a="http://schemas.openxmlformats.org/drawingml/2006/main" noGrp="1"/>
          </p:cNvSpPr>
          <p:nvPr/>
        </p:nvSpPr>
        <p:spPr>
          <a:xfrm xmlns:a="http://schemas.openxmlformats.org/drawingml/2006/main">
            <a:off x="10239375" y="1809750"/>
            <a:ext cx="428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العقد</a:t>
            </a:r>
          </a:p>
        </p:txBody>
      </p:sp>
      <p:sp>
        <p:nvSpPr>
          <p:cNvPr id="10" name="">
            <a:extLst xmlns:a="http://schemas.openxmlformats.org/drawingml/2006/main">
              <a:ext uri="{FF2B5EF4-FFF2-40B4-BE49-F238E27FC236}">
                <a16:creationId xmlns:a16="http://schemas.microsoft.com/office/drawing/2014/main" id="{13995088-EACC-49D3-B79E-57CEBF3AC018}"/>
              </a:ext>
            </a:extLst>
          </p:cNvPr>
          <p:cNvSpPr>
            <a:spLocks xmlns:a="http://schemas.openxmlformats.org/drawingml/2006/main" noGrp="1"/>
          </p:cNvSpPr>
          <p:nvPr/>
        </p:nvSpPr>
        <p:spPr>
          <a:xfrm xmlns:a="http://schemas.openxmlformats.org/drawingml/2006/main">
            <a:off x="9171623" y="1809750"/>
            <a:ext cx="990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100,000</a:t>
            </a:r>
          </a:p>
        </p:txBody>
      </p:sp>
      <p:sp>
        <p:nvSpPr>
          <p:cNvPr id="11" name="">
            <a:extLst xmlns:a="http://schemas.openxmlformats.org/drawingml/2006/main">
              <a:ext uri="{FF2B5EF4-FFF2-40B4-BE49-F238E27FC236}">
                <a16:creationId xmlns:a16="http://schemas.microsoft.com/office/drawing/2014/main" id="{81855F7F-928D-41EB-88BB-E77F46FEC604}"/>
              </a:ext>
            </a:extLst>
          </p:cNvPr>
          <p:cNvSpPr>
            <a:spLocks xmlns:a="http://schemas.openxmlformats.org/drawingml/2006/main" noGrp="1"/>
          </p:cNvSpPr>
          <p:nvPr/>
        </p:nvSpPr>
        <p:spPr>
          <a:xfrm xmlns:a="http://schemas.openxmlformats.org/drawingml/2006/main">
            <a:off x="8599170"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جنيه.</a:t>
            </a:r>
          </a:p>
        </p:txBody>
      </p:sp>
      <p:sp>
        <p:nvSpPr>
          <p:cNvPr id="12" name="">
            <a:extLst xmlns:a="http://schemas.openxmlformats.org/drawingml/2006/main">
              <a:ext uri="{FF2B5EF4-FFF2-40B4-BE49-F238E27FC236}">
                <a16:creationId xmlns:a16="http://schemas.microsoft.com/office/drawing/2014/main" id="{2480F455-EAF9-42F6-853A-69E533294B91}"/>
              </a:ext>
            </a:extLst>
          </p:cNvPr>
          <p:cNvSpPr>
            <a:spLocks xmlns:a="http://schemas.openxmlformats.org/drawingml/2006/main" noGrp="1"/>
          </p:cNvSpPr>
          <p:nvPr/>
        </p:nvSpPr>
        <p:spPr>
          <a:xfrm xmlns:a="http://schemas.openxmlformats.org/drawingml/2006/main">
            <a:off x="7579043" y="1809750"/>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13" name="">
            <a:extLst xmlns:a="http://schemas.openxmlformats.org/drawingml/2006/main">
              <a:ext uri="{FF2B5EF4-FFF2-40B4-BE49-F238E27FC236}">
                <a16:creationId xmlns:a16="http://schemas.microsoft.com/office/drawing/2014/main" id="{4AA313DC-EC47-44FE-AB67-9E310784A85D}"/>
              </a:ext>
            </a:extLst>
          </p:cNvPr>
          <p:cNvSpPr>
            <a:spLocks xmlns:a="http://schemas.openxmlformats.org/drawingml/2006/main" noGrp="1"/>
          </p:cNvSpPr>
          <p:nvPr/>
        </p:nvSpPr>
        <p:spPr>
          <a:xfrm xmlns:a="http://schemas.openxmlformats.org/drawingml/2006/main">
            <a:off x="7006590"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الأول</a:t>
            </a:r>
          </a:p>
        </p:txBody>
      </p:sp>
      <p:sp>
        <p:nvSpPr>
          <p:cNvPr id="14" name="">
            <a:extLst xmlns:a="http://schemas.openxmlformats.org/drawingml/2006/main">
              <a:ext uri="{FF2B5EF4-FFF2-40B4-BE49-F238E27FC236}">
                <a16:creationId xmlns:a16="http://schemas.microsoft.com/office/drawing/2014/main" id="{A4B591C9-DA80-4F2E-B1FB-359AB24BED90}"/>
              </a:ext>
            </a:extLst>
          </p:cNvPr>
          <p:cNvSpPr>
            <a:spLocks xmlns:a="http://schemas.openxmlformats.org/drawingml/2006/main" noGrp="1"/>
          </p:cNvSpPr>
          <p:nvPr/>
        </p:nvSpPr>
        <p:spPr>
          <a:xfrm xmlns:a="http://schemas.openxmlformats.org/drawingml/2006/main">
            <a:off x="6272213" y="180975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تراكمي</a:t>
            </a:r>
          </a:p>
        </p:txBody>
      </p:sp>
      <p:sp>
        <p:nvSpPr>
          <p:cNvPr id="15" name="">
            <a:extLst xmlns:a="http://schemas.openxmlformats.org/drawingml/2006/main">
              <a:ext uri="{FF2B5EF4-FFF2-40B4-BE49-F238E27FC236}">
                <a16:creationId xmlns:a16="http://schemas.microsoft.com/office/drawing/2014/main" id="{07050511-23C3-4E54-87A0-0ADAB399D6A9}"/>
              </a:ext>
            </a:extLst>
          </p:cNvPr>
          <p:cNvSpPr>
            <a:spLocks xmlns:a="http://schemas.openxmlformats.org/drawingml/2006/main" noGrp="1"/>
          </p:cNvSpPr>
          <p:nvPr/>
        </p:nvSpPr>
        <p:spPr>
          <a:xfrm xmlns:a="http://schemas.openxmlformats.org/drawingml/2006/main">
            <a:off x="9744075" y="2182654"/>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30,000.</a:t>
            </a:r>
          </a:p>
        </p:txBody>
      </p:sp>
      <p:sp>
        <p:nvSpPr>
          <p:cNvPr id="16" name="">
            <a:extLst xmlns:a="http://schemas.openxmlformats.org/drawingml/2006/main">
              <a:ext uri="{FF2B5EF4-FFF2-40B4-BE49-F238E27FC236}">
                <a16:creationId xmlns:a16="http://schemas.microsoft.com/office/drawing/2014/main" id="{D59FF2DB-DDC8-4DAA-AA8B-D9F44645240B}"/>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AACE44A9-D6FC-4D5A-9F23-DD28DE85220B}"/>
              </a:ext>
            </a:extLst>
          </p:cNvPr>
          <p:cNvSpPr>
            <a:spLocks xmlns:a="http://schemas.openxmlformats.org/drawingml/2006/main" noGrp="1"/>
          </p:cNvSpPr>
          <p:nvPr/>
        </p:nvSpPr>
        <p:spPr>
          <a:xfrm xmlns:a="http://schemas.openxmlformats.org/drawingml/2006/main">
            <a:off x="9725025" y="2733675"/>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18" name="">
            <a:extLst xmlns:a="http://schemas.openxmlformats.org/drawingml/2006/main">
              <a:ext uri="{FF2B5EF4-FFF2-40B4-BE49-F238E27FC236}">
                <a16:creationId xmlns:a16="http://schemas.microsoft.com/office/drawing/2014/main" id="{030202DE-C735-40D4-90FD-EA2147955BF4}"/>
              </a:ext>
            </a:extLst>
          </p:cNvPr>
          <p:cNvSpPr>
            <a:spLocks xmlns:a="http://schemas.openxmlformats.org/drawingml/2006/main" noGrp="1"/>
          </p:cNvSpPr>
          <p:nvPr/>
        </p:nvSpPr>
        <p:spPr>
          <a:xfrm xmlns:a="http://schemas.openxmlformats.org/drawingml/2006/main">
            <a:off x="9143048"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الثاني</a:t>
            </a:r>
          </a:p>
        </p:txBody>
      </p:sp>
      <p:sp>
        <p:nvSpPr>
          <p:cNvPr id="19" name="">
            <a:extLst xmlns:a="http://schemas.openxmlformats.org/drawingml/2006/main">
              <a:ext uri="{FF2B5EF4-FFF2-40B4-BE49-F238E27FC236}">
                <a16:creationId xmlns:a16="http://schemas.microsoft.com/office/drawing/2014/main" id="{A7885C7D-21FC-4681-8B2D-F0CB5743280C}"/>
              </a:ext>
            </a:extLst>
          </p:cNvPr>
          <p:cNvSpPr>
            <a:spLocks xmlns:a="http://schemas.openxmlformats.org/drawingml/2006/main" noGrp="1"/>
          </p:cNvSpPr>
          <p:nvPr/>
        </p:nvSpPr>
        <p:spPr>
          <a:xfrm xmlns:a="http://schemas.openxmlformats.org/drawingml/2006/main">
            <a:off x="8408670" y="2733675"/>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تراكمي</a:t>
            </a:r>
          </a:p>
        </p:txBody>
      </p:sp>
      <p:sp>
        <p:nvSpPr>
          <p:cNvPr id="20" name="">
            <a:extLst xmlns:a="http://schemas.openxmlformats.org/drawingml/2006/main">
              <a:ext uri="{FF2B5EF4-FFF2-40B4-BE49-F238E27FC236}">
                <a16:creationId xmlns:a16="http://schemas.microsoft.com/office/drawing/2014/main" id="{4A1683C5-F9E5-4CE3-83B0-A6F5EC355EAE}"/>
              </a:ext>
            </a:extLst>
          </p:cNvPr>
          <p:cNvSpPr>
            <a:spLocks xmlns:a="http://schemas.openxmlformats.org/drawingml/2006/main" noGrp="1"/>
          </p:cNvSpPr>
          <p:nvPr/>
        </p:nvSpPr>
        <p:spPr>
          <a:xfrm xmlns:a="http://schemas.openxmlformats.org/drawingml/2006/main">
            <a:off x="7407592" y="2733675"/>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55,000.</a:t>
            </a:r>
          </a:p>
        </p:txBody>
      </p:sp>
      <p:sp>
        <p:nvSpPr>
          <p:cNvPr id="21" name="">
            <a:extLst xmlns:a="http://schemas.openxmlformats.org/drawingml/2006/main">
              <a:ext uri="{FF2B5EF4-FFF2-40B4-BE49-F238E27FC236}">
                <a16:creationId xmlns:a16="http://schemas.microsoft.com/office/drawing/2014/main" id="{8E641DB5-FB2D-4062-9CF3-DFE9834835D2}"/>
              </a:ext>
            </a:extLst>
          </p:cNvPr>
          <p:cNvSpPr>
            <a:spLocks xmlns:a="http://schemas.openxmlformats.org/drawingml/2006/main" noGrp="1"/>
          </p:cNvSpPr>
          <p:nvPr/>
        </p:nvSpPr>
        <p:spPr>
          <a:xfrm xmlns:a="http://schemas.openxmlformats.org/drawingml/2006/main">
            <a:off x="6816090" y="2733675"/>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الفرق</a:t>
            </a:r>
          </a:p>
        </p:txBody>
      </p:sp>
      <p:sp>
        <p:nvSpPr>
          <p:cNvPr id="22" name="">
            <a:extLst xmlns:a="http://schemas.openxmlformats.org/drawingml/2006/main">
              <a:ext uri="{FF2B5EF4-FFF2-40B4-BE49-F238E27FC236}">
                <a16:creationId xmlns:a16="http://schemas.microsoft.com/office/drawing/2014/main" id="{714CAFFF-8023-4C71-B287-BAA229B6732F}"/>
              </a:ext>
            </a:extLst>
          </p:cNvPr>
          <p:cNvSpPr>
            <a:spLocks xmlns:a="http://schemas.openxmlformats.org/drawingml/2006/main" noGrp="1"/>
          </p:cNvSpPr>
          <p:nvPr/>
        </p:nvSpPr>
        <p:spPr>
          <a:xfrm xmlns:a="http://schemas.openxmlformats.org/drawingml/2006/main">
            <a:off x="6405562" y="2733675"/>
            <a:ext cx="333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a:t>
            </a:r>
          </a:p>
        </p:txBody>
      </p:sp>
      <p:sp>
        <p:nvSpPr>
          <p:cNvPr id="23" name="">
            <a:extLst xmlns:a="http://schemas.openxmlformats.org/drawingml/2006/main">
              <a:ext uri="{FF2B5EF4-FFF2-40B4-BE49-F238E27FC236}">
                <a16:creationId xmlns:a16="http://schemas.microsoft.com/office/drawing/2014/main" id="{50C8A395-F5D8-4F75-A81B-9997BB9FDCB1}"/>
              </a:ext>
            </a:extLst>
          </p:cNvPr>
          <p:cNvSpPr>
            <a:spLocks xmlns:a="http://schemas.openxmlformats.org/drawingml/2006/main" noGrp="1"/>
          </p:cNvSpPr>
          <p:nvPr/>
        </p:nvSpPr>
        <p:spPr>
          <a:xfrm xmlns:a="http://schemas.openxmlformats.org/drawingml/2006/main">
            <a:off x="5756910" y="2733675"/>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السابق</a:t>
            </a:r>
          </a:p>
        </p:txBody>
      </p:sp>
      <p:sp>
        <p:nvSpPr>
          <p:cNvPr id="24" name="">
            <a:extLst xmlns:a="http://schemas.openxmlformats.org/drawingml/2006/main">
              <a:ext uri="{FF2B5EF4-FFF2-40B4-BE49-F238E27FC236}">
                <a16:creationId xmlns:a16="http://schemas.microsoft.com/office/drawing/2014/main" id="{16CE9557-503A-493A-9A55-86E072849D12}"/>
              </a:ext>
            </a:extLst>
          </p:cNvPr>
          <p:cNvSpPr>
            <a:spLocks xmlns:a="http://schemas.openxmlformats.org/drawingml/2006/main" noGrp="1"/>
          </p:cNvSpPr>
          <p:nvPr/>
        </p:nvSpPr>
        <p:spPr>
          <a:xfrm xmlns:a="http://schemas.openxmlformats.org/drawingml/2006/main">
            <a:off x="9744075" y="3106579"/>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25,000.</a:t>
            </a:r>
          </a:p>
        </p:txBody>
      </p:sp>
      <p:sp>
        <p:nvSpPr>
          <p:cNvPr id="25" name="">
            <a:extLst xmlns:a="http://schemas.openxmlformats.org/drawingml/2006/main">
              <a:ext uri="{FF2B5EF4-FFF2-40B4-BE49-F238E27FC236}">
                <a16:creationId xmlns:a16="http://schemas.microsoft.com/office/drawing/2014/main" id="{E2B8CF11-46B6-446C-B872-B845B82F5080}"/>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47843E6C-1BC2-42CC-AD26-2D07FB82D4F5}"/>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7" name="">
            <a:extLst xmlns:a="http://schemas.openxmlformats.org/drawingml/2006/main">
              <a:ext uri="{FF2B5EF4-FFF2-40B4-BE49-F238E27FC236}">
                <a16:creationId xmlns:a16="http://schemas.microsoft.com/office/drawing/2014/main" id="{BE16CCA7-0422-46CC-929D-483C63906985}"/>
              </a:ext>
            </a:extLst>
          </p:cNvPr>
          <p:cNvSpPr>
            <a:spLocks xmlns:a="http://schemas.openxmlformats.org/drawingml/2006/main" noGrp="1"/>
          </p:cNvSpPr>
          <p:nvPr/>
        </p:nvSpPr>
        <p:spPr>
          <a:xfrm xmlns:a="http://schemas.openxmlformats.org/drawingml/2006/main">
            <a:off x="9514523" y="365760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تسلسل</a:t>
            </a:r>
          </a:p>
        </p:txBody>
      </p:sp>
      <p:sp>
        <p:nvSpPr>
          <p:cNvPr id="28" name="">
            <a:extLst xmlns:a="http://schemas.openxmlformats.org/drawingml/2006/main">
              <a:ext uri="{FF2B5EF4-FFF2-40B4-BE49-F238E27FC236}">
                <a16:creationId xmlns:a16="http://schemas.microsoft.com/office/drawing/2014/main" id="{49E673B5-62E3-4C9E-A5FB-53456C0FCDEC}"/>
              </a:ext>
            </a:extLst>
          </p:cNvPr>
          <p:cNvSpPr>
            <a:spLocks xmlns:a="http://schemas.openxmlformats.org/drawingml/2006/main" noGrp="1"/>
          </p:cNvSpPr>
          <p:nvPr/>
        </p:nvSpPr>
        <p:spPr>
          <a:xfrm xmlns:a="http://schemas.openxmlformats.org/drawingml/2006/main">
            <a:off x="8322945" y="3657600"/>
            <a:ext cx="1114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المستخلصات</a:t>
            </a:r>
          </a:p>
        </p:txBody>
      </p:sp>
      <p:sp>
        <p:nvSpPr>
          <p:cNvPr id="29" name="">
            <a:extLst xmlns:a="http://schemas.openxmlformats.org/drawingml/2006/main">
              <a:ext uri="{FF2B5EF4-FFF2-40B4-BE49-F238E27FC236}">
                <a16:creationId xmlns:a16="http://schemas.microsoft.com/office/drawing/2014/main" id="{F0B54B35-C048-4D26-8627-F7882C39A7F3}"/>
              </a:ext>
            </a:extLst>
          </p:cNvPr>
          <p:cNvSpPr>
            <a:spLocks xmlns:a="http://schemas.openxmlformats.org/drawingml/2006/main" noGrp="1"/>
          </p:cNvSpPr>
          <p:nvPr/>
        </p:nvSpPr>
        <p:spPr>
          <a:xfrm xmlns:a="http://schemas.openxmlformats.org/drawingml/2006/main">
            <a:off x="7921943" y="36576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30" name="">
            <a:extLst xmlns:a="http://schemas.openxmlformats.org/drawingml/2006/main">
              <a:ext uri="{FF2B5EF4-FFF2-40B4-BE49-F238E27FC236}">
                <a16:creationId xmlns:a16="http://schemas.microsoft.com/office/drawing/2014/main" id="{D6479A33-7F73-4496-B9EE-994F6F7AF65C}"/>
              </a:ext>
            </a:extLst>
          </p:cNvPr>
          <p:cNvSpPr>
            <a:spLocks xmlns:a="http://schemas.openxmlformats.org/drawingml/2006/main" noGrp="1"/>
          </p:cNvSpPr>
          <p:nvPr/>
        </p:nvSpPr>
        <p:spPr>
          <a:xfrm xmlns:a="http://schemas.openxmlformats.org/drawingml/2006/main">
            <a:off x="7292340" y="36576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إضافة</a:t>
            </a:r>
          </a:p>
        </p:txBody>
      </p:sp>
      <p:sp>
        <p:nvSpPr>
          <p:cNvPr id="31" name="">
            <a:extLst xmlns:a="http://schemas.openxmlformats.org/drawingml/2006/main">
              <a:ext uri="{FF2B5EF4-FFF2-40B4-BE49-F238E27FC236}">
                <a16:creationId xmlns:a16="http://schemas.microsoft.com/office/drawing/2014/main" id="{3D884C01-76D4-471E-BC17-0FA068AE1A99}"/>
              </a:ext>
            </a:extLst>
          </p:cNvPr>
          <p:cNvSpPr>
            <a:spLocks xmlns:a="http://schemas.openxmlformats.org/drawingml/2006/main" noGrp="1"/>
          </p:cNvSpPr>
          <p:nvPr/>
        </p:nvSpPr>
        <p:spPr>
          <a:xfrm xmlns:a="http://schemas.openxmlformats.org/drawingml/2006/main">
            <a:off x="6824663" y="3657600"/>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قيمة</a:t>
            </a:r>
          </a:p>
        </p:txBody>
      </p:sp>
      <p:sp>
        <p:nvSpPr>
          <p:cNvPr id="32" name="">
            <a:extLst xmlns:a="http://schemas.openxmlformats.org/drawingml/2006/main">
              <a:ext uri="{FF2B5EF4-FFF2-40B4-BE49-F238E27FC236}">
                <a16:creationId xmlns:a16="http://schemas.microsoft.com/office/drawing/2014/main" id="{A37C2504-867B-44BA-B170-62D386ED141A}"/>
              </a:ext>
            </a:extLst>
          </p:cNvPr>
          <p:cNvSpPr>
            <a:spLocks xmlns:a="http://schemas.openxmlformats.org/drawingml/2006/main" noGrp="1"/>
          </p:cNvSpPr>
          <p:nvPr/>
        </p:nvSpPr>
        <p:spPr>
          <a:xfrm xmlns:a="http://schemas.openxmlformats.org/drawingml/2006/main">
            <a:off x="6166485" y="365760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جديدة.</a:t>
            </a:r>
          </a:p>
        </p:txBody>
      </p:sp>
      <p:sp>
        <p:nvSpPr>
          <p:cNvPr id="33" name="">
            <a:extLst xmlns:a="http://schemas.openxmlformats.org/drawingml/2006/main">
              <a:ext uri="{FF2B5EF4-FFF2-40B4-BE49-F238E27FC236}">
                <a16:creationId xmlns:a16="http://schemas.microsoft.com/office/drawing/2014/main" id="{AD8AA3CB-97F9-485C-9C9E-97CE1A6D6F72}"/>
              </a:ext>
            </a:extLst>
          </p:cNvPr>
          <p:cNvSpPr>
            <a:spLocks xmlns:a="http://schemas.openxmlformats.org/drawingml/2006/main" noGrp="1"/>
          </p:cNvSpPr>
          <p:nvPr/>
        </p:nvSpPr>
        <p:spPr>
          <a:xfrm xmlns:a="http://schemas.openxmlformats.org/drawingml/2006/main">
            <a:off x="4400550" y="1924050"/>
            <a:ext cx="5048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أكتب</a:t>
            </a:r>
          </a:p>
        </p:txBody>
      </p:sp>
      <p:sp>
        <p:nvSpPr>
          <p:cNvPr id="34" name="">
            <a:extLst xmlns:a="http://schemas.openxmlformats.org/drawingml/2006/main">
              <a:ext uri="{FF2B5EF4-FFF2-40B4-BE49-F238E27FC236}">
                <a16:creationId xmlns:a16="http://schemas.microsoft.com/office/drawing/2014/main" id="{1567AA68-507F-4410-A1A7-716DACABD367}"/>
              </a:ext>
            </a:extLst>
          </p:cNvPr>
          <p:cNvSpPr>
            <a:spLocks xmlns:a="http://schemas.openxmlformats.org/drawingml/2006/main" noGrp="1"/>
          </p:cNvSpPr>
          <p:nvPr/>
        </p:nvSpPr>
        <p:spPr>
          <a:xfrm xmlns:a="http://schemas.openxmlformats.org/drawingml/2006/main">
            <a:off x="3349943" y="1924050"/>
            <a:ext cx="9620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25,000</a:t>
            </a:r>
          </a:p>
        </p:txBody>
      </p:sp>
      <p:sp>
        <p:nvSpPr>
          <p:cNvPr id="35" name="">
            <a:extLst xmlns:a="http://schemas.openxmlformats.org/drawingml/2006/main">
              <a:ext uri="{FF2B5EF4-FFF2-40B4-BE49-F238E27FC236}">
                <a16:creationId xmlns:a16="http://schemas.microsoft.com/office/drawing/2014/main" id="{53C7D085-9EDA-4DCC-B4B2-8F947B9B8A2E}"/>
              </a:ext>
            </a:extLst>
          </p:cNvPr>
          <p:cNvSpPr>
            <a:spLocks xmlns:a="http://schemas.openxmlformats.org/drawingml/2006/main" noGrp="1"/>
          </p:cNvSpPr>
          <p:nvPr/>
        </p:nvSpPr>
        <p:spPr>
          <a:xfrm xmlns:a="http://schemas.openxmlformats.org/drawingml/2006/main">
            <a:off x="2918460" y="1924050"/>
            <a:ext cx="3429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ولا</a:t>
            </a:r>
          </a:p>
        </p:txBody>
      </p:sp>
      <p:sp>
        <p:nvSpPr>
          <p:cNvPr id="36" name="">
            <a:extLst xmlns:a="http://schemas.openxmlformats.org/drawingml/2006/main">
              <a:ext uri="{FF2B5EF4-FFF2-40B4-BE49-F238E27FC236}">
                <a16:creationId xmlns:a16="http://schemas.microsoft.com/office/drawing/2014/main" id="{539460B1-81DA-4902-8509-44ED7D16CFE2}"/>
              </a:ext>
            </a:extLst>
          </p:cNvPr>
          <p:cNvSpPr>
            <a:spLocks xmlns:a="http://schemas.openxmlformats.org/drawingml/2006/main" noGrp="1"/>
          </p:cNvSpPr>
          <p:nvPr/>
        </p:nvSpPr>
        <p:spPr>
          <a:xfrm xmlns:a="http://schemas.openxmlformats.org/drawingml/2006/main">
            <a:off x="1763077" y="1924050"/>
            <a:ext cx="1066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55,000؟</a:t>
            </a:r>
          </a:p>
        </p:txBody>
      </p:sp>
      <p:sp>
        <p:nvSpPr>
          <p:cNvPr id="37" name="">
            <a:extLst xmlns:a="http://schemas.openxmlformats.org/drawingml/2006/main">
              <a:ext uri="{FF2B5EF4-FFF2-40B4-BE49-F238E27FC236}">
                <a16:creationId xmlns:a16="http://schemas.microsoft.com/office/drawing/2014/main" id="{CAF0509A-C582-4A4B-B8D8-62D8207C7486}"/>
              </a:ext>
            </a:extLst>
          </p:cNvPr>
          <p:cNvSpPr>
            <a:spLocks xmlns:a="http://schemas.openxmlformats.org/drawingml/2006/main" noGrp="1"/>
          </p:cNvSpPr>
          <p:nvPr/>
        </p:nvSpPr>
        <p:spPr>
          <a:xfrm xmlns:a="http://schemas.openxmlformats.org/drawingml/2006/main">
            <a:off x="4619625" y="3009900"/>
            <a:ext cx="285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في</a:t>
            </a:r>
          </a:p>
        </p:txBody>
      </p:sp>
      <p:sp>
        <p:nvSpPr>
          <p:cNvPr id="38" name="">
            <a:extLst xmlns:a="http://schemas.openxmlformats.org/drawingml/2006/main">
              <a:ext uri="{FF2B5EF4-FFF2-40B4-BE49-F238E27FC236}">
                <a16:creationId xmlns:a16="http://schemas.microsoft.com/office/drawing/2014/main" id="{64EB3FF2-0E21-4C0C-8207-FB48746395EE}"/>
              </a:ext>
            </a:extLst>
          </p:cNvPr>
          <p:cNvSpPr>
            <a:spLocks xmlns:a="http://schemas.openxmlformats.org/drawingml/2006/main" noGrp="1"/>
          </p:cNvSpPr>
          <p:nvPr/>
        </p:nvSpPr>
        <p:spPr>
          <a:xfrm xmlns:a="http://schemas.openxmlformats.org/drawingml/2006/main">
            <a:off x="4142423" y="3009900"/>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حقل</a:t>
            </a:r>
          </a:p>
        </p:txBody>
      </p:sp>
      <p:sp>
        <p:nvSpPr>
          <p:cNvPr id="39" name="">
            <a:extLst xmlns:a="http://schemas.openxmlformats.org/drawingml/2006/main">
              <a:ext uri="{FF2B5EF4-FFF2-40B4-BE49-F238E27FC236}">
                <a16:creationId xmlns:a16="http://schemas.microsoft.com/office/drawing/2014/main" id="{935ACF36-4267-45C8-B70D-719526A7D4FC}"/>
              </a:ext>
            </a:extLst>
          </p:cNvPr>
          <p:cNvSpPr>
            <a:spLocks xmlns:a="http://schemas.openxmlformats.org/drawingml/2006/main" noGrp="1"/>
          </p:cNvSpPr>
          <p:nvPr/>
        </p:nvSpPr>
        <p:spPr>
          <a:xfrm xmlns:a="http://schemas.openxmlformats.org/drawingml/2006/main">
            <a:off x="3569970"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القيمة</a:t>
            </a:r>
          </a:p>
        </p:txBody>
      </p:sp>
      <p:sp>
        <p:nvSpPr>
          <p:cNvPr id="40" name="">
            <a:extLst xmlns:a="http://schemas.openxmlformats.org/drawingml/2006/main">
              <a:ext uri="{FF2B5EF4-FFF2-40B4-BE49-F238E27FC236}">
                <a16:creationId xmlns:a16="http://schemas.microsoft.com/office/drawing/2014/main" id="{8BD85D16-A1D9-4F80-A6AF-40418A4E6DB9}"/>
              </a:ext>
            </a:extLst>
          </p:cNvPr>
          <p:cNvSpPr>
            <a:spLocks xmlns:a="http://schemas.openxmlformats.org/drawingml/2006/main" noGrp="1"/>
          </p:cNvSpPr>
          <p:nvPr/>
        </p:nvSpPr>
        <p:spPr>
          <a:xfrm xmlns:a="http://schemas.openxmlformats.org/drawingml/2006/main">
            <a:off x="2721292" y="3009900"/>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التراكمية</a:t>
            </a:r>
          </a:p>
        </p:txBody>
      </p:sp>
      <p:sp>
        <p:nvSpPr>
          <p:cNvPr id="41" name="">
            <a:extLst xmlns:a="http://schemas.openxmlformats.org/drawingml/2006/main">
              <a:ext uri="{FF2B5EF4-FFF2-40B4-BE49-F238E27FC236}">
                <a16:creationId xmlns:a16="http://schemas.microsoft.com/office/drawing/2014/main" id="{E7F568C5-2597-4246-89CD-36263798C1A2}"/>
              </a:ext>
            </a:extLst>
          </p:cNvPr>
          <p:cNvSpPr>
            <a:spLocks xmlns:a="http://schemas.openxmlformats.org/drawingml/2006/main" noGrp="1"/>
          </p:cNvSpPr>
          <p:nvPr/>
        </p:nvSpPr>
        <p:spPr>
          <a:xfrm xmlns:a="http://schemas.openxmlformats.org/drawingml/2006/main">
            <a:off x="2177415"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اكتب</a:t>
            </a:r>
          </a:p>
        </p:txBody>
      </p:sp>
      <p:sp>
        <p:nvSpPr>
          <p:cNvPr id="42" name="">
            <a:extLst xmlns:a="http://schemas.openxmlformats.org/drawingml/2006/main">
              <a:ext uri="{FF2B5EF4-FFF2-40B4-BE49-F238E27FC236}">
                <a16:creationId xmlns:a16="http://schemas.microsoft.com/office/drawing/2014/main" id="{02178D48-2B73-4677-BB01-03DB076748EB}"/>
              </a:ext>
            </a:extLst>
          </p:cNvPr>
          <p:cNvSpPr>
            <a:spLocks xmlns:a="http://schemas.openxmlformats.org/drawingml/2006/main" noGrp="1"/>
          </p:cNvSpPr>
          <p:nvPr/>
        </p:nvSpPr>
        <p:spPr>
          <a:xfrm xmlns:a="http://schemas.openxmlformats.org/drawingml/2006/main">
            <a:off x="1176337" y="3009900"/>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55,000.</a:t>
            </a:r>
          </a:p>
        </p:txBody>
      </p:sp>
      <p:sp>
        <p:nvSpPr>
          <p:cNvPr id="43" name="">
            <a:extLst xmlns:a="http://schemas.openxmlformats.org/drawingml/2006/main">
              <a:ext uri="{FF2B5EF4-FFF2-40B4-BE49-F238E27FC236}">
                <a16:creationId xmlns:a16="http://schemas.microsoft.com/office/drawing/2014/main" id="{72E1232A-EBE9-4E81-92F6-CA818AADB449}"/>
              </a:ext>
            </a:extLst>
          </p:cNvPr>
          <p:cNvSpPr>
            <a:spLocks xmlns:a="http://schemas.openxmlformats.org/drawingml/2006/main" noGrp="1"/>
          </p:cNvSpPr>
          <p:nvPr/>
        </p:nvSpPr>
        <p:spPr>
          <a:xfrm xmlns:a="http://schemas.openxmlformats.org/drawingml/2006/main">
            <a:off x="4381500"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إدخال</a:t>
            </a:r>
          </a:p>
        </p:txBody>
      </p:sp>
      <p:sp>
        <p:nvSpPr>
          <p:cNvPr id="44" name="">
            <a:extLst xmlns:a="http://schemas.openxmlformats.org/drawingml/2006/main">
              <a:ext uri="{FF2B5EF4-FFF2-40B4-BE49-F238E27FC236}">
                <a16:creationId xmlns:a16="http://schemas.microsoft.com/office/drawing/2014/main" id="{96AA913A-034E-45B8-B3C0-9DE9EF84816F}"/>
              </a:ext>
            </a:extLst>
          </p:cNvPr>
          <p:cNvSpPr>
            <a:spLocks xmlns:a="http://schemas.openxmlformats.org/drawingml/2006/main" noGrp="1"/>
          </p:cNvSpPr>
          <p:nvPr/>
        </p:nvSpPr>
        <p:spPr>
          <a:xfrm xmlns:a="http://schemas.openxmlformats.org/drawingml/2006/main">
            <a:off x="3789998" y="3382804"/>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الفرق</a:t>
            </a:r>
          </a:p>
        </p:txBody>
      </p:sp>
      <p:sp>
        <p:nvSpPr>
          <p:cNvPr id="45" name="">
            <a:extLst xmlns:a="http://schemas.openxmlformats.org/drawingml/2006/main">
              <a:ext uri="{FF2B5EF4-FFF2-40B4-BE49-F238E27FC236}">
                <a16:creationId xmlns:a16="http://schemas.microsoft.com/office/drawing/2014/main" id="{4C386DF3-289E-4B7F-ADD3-700E86CFAE28}"/>
              </a:ext>
            </a:extLst>
          </p:cNvPr>
          <p:cNvSpPr>
            <a:spLocks xmlns:a="http://schemas.openxmlformats.org/drawingml/2006/main" noGrp="1"/>
          </p:cNvSpPr>
          <p:nvPr/>
        </p:nvSpPr>
        <p:spPr>
          <a:xfrm xmlns:a="http://schemas.openxmlformats.org/drawingml/2006/main">
            <a:off x="3246120" y="3382804"/>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وحده</a:t>
            </a:r>
          </a:p>
        </p:txBody>
      </p:sp>
      <p:sp>
        <p:nvSpPr>
          <p:cNvPr id="46" name="">
            <a:extLst xmlns:a="http://schemas.openxmlformats.org/drawingml/2006/main">
              <a:ext uri="{FF2B5EF4-FFF2-40B4-BE49-F238E27FC236}">
                <a16:creationId xmlns:a16="http://schemas.microsoft.com/office/drawing/2014/main" id="{18444630-9A7C-41CD-844A-DBFF75F0F265}"/>
              </a:ext>
            </a:extLst>
          </p:cNvPr>
          <p:cNvSpPr>
            <a:spLocks xmlns:a="http://schemas.openxmlformats.org/drawingml/2006/main" noGrp="1"/>
          </p:cNvSpPr>
          <p:nvPr/>
        </p:nvSpPr>
        <p:spPr>
          <a:xfrm xmlns:a="http://schemas.openxmlformats.org/drawingml/2006/main">
            <a:off x="2845117" y="3382804"/>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يقل</a:t>
            </a:r>
          </a:p>
        </p:txBody>
      </p:sp>
      <p:sp>
        <p:nvSpPr>
          <p:cNvPr id="47" name="">
            <a:extLst xmlns:a="http://schemas.openxmlformats.org/drawingml/2006/main">
              <a:ext uri="{FF2B5EF4-FFF2-40B4-BE49-F238E27FC236}">
                <a16:creationId xmlns:a16="http://schemas.microsoft.com/office/drawing/2014/main" id="{915DFFD2-AA69-4325-A1E9-429EE4180E05}"/>
              </a:ext>
            </a:extLst>
          </p:cNvPr>
          <p:cNvSpPr>
            <a:spLocks xmlns:a="http://schemas.openxmlformats.org/drawingml/2006/main" noGrp="1"/>
          </p:cNvSpPr>
          <p:nvPr/>
        </p:nvSpPr>
        <p:spPr>
          <a:xfrm xmlns:a="http://schemas.openxmlformats.org/drawingml/2006/main">
            <a:off x="2434590" y="3382804"/>
            <a:ext cx="333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a:t>
            </a:r>
          </a:p>
        </p:txBody>
      </p:sp>
      <p:sp>
        <p:nvSpPr>
          <p:cNvPr id="48" name="">
            <a:extLst xmlns:a="http://schemas.openxmlformats.org/drawingml/2006/main">
              <a:ext uri="{FF2B5EF4-FFF2-40B4-BE49-F238E27FC236}">
                <a16:creationId xmlns:a16="http://schemas.microsoft.com/office/drawing/2014/main" id="{9EF6B018-6DF3-4759-86B2-8C97A4949CCA}"/>
              </a:ext>
            </a:extLst>
          </p:cNvPr>
          <p:cNvSpPr>
            <a:spLocks xmlns:a="http://schemas.openxmlformats.org/drawingml/2006/main" noGrp="1"/>
          </p:cNvSpPr>
          <p:nvPr/>
        </p:nvSpPr>
        <p:spPr>
          <a:xfrm xmlns:a="http://schemas.openxmlformats.org/drawingml/2006/main">
            <a:off x="1785937" y="3382804"/>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السابق</a:t>
            </a:r>
          </a:p>
        </p:txBody>
      </p:sp>
      <p:sp>
        <p:nvSpPr>
          <p:cNvPr id="49" name="">
            <a:extLst xmlns:a="http://schemas.openxmlformats.org/drawingml/2006/main">
              <a:ext uri="{FF2B5EF4-FFF2-40B4-BE49-F238E27FC236}">
                <a16:creationId xmlns:a16="http://schemas.microsoft.com/office/drawing/2014/main" id="{96311C29-FC5E-431C-B83E-C99CAE01BFE6}"/>
              </a:ext>
            </a:extLst>
          </p:cNvPr>
          <p:cNvSpPr>
            <a:spLocks xmlns:a="http://schemas.openxmlformats.org/drawingml/2006/main" noGrp="1"/>
          </p:cNvSpPr>
          <p:nvPr/>
        </p:nvSpPr>
        <p:spPr>
          <a:xfrm xmlns:a="http://schemas.openxmlformats.org/drawingml/2006/main">
            <a:off x="965835" y="3382804"/>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ويرفضه</a:t>
            </a:r>
          </a:p>
        </p:txBody>
      </p:sp>
      <p:sp>
        <p:nvSpPr>
          <p:cNvPr id="50" name="">
            <a:extLst xmlns:a="http://schemas.openxmlformats.org/drawingml/2006/main">
              <a:ext uri="{FF2B5EF4-FFF2-40B4-BE49-F238E27FC236}">
                <a16:creationId xmlns:a16="http://schemas.microsoft.com/office/drawing/2014/main" id="{BC657C8A-51AD-4664-9222-EFCD595B79AF}"/>
              </a:ext>
            </a:extLst>
          </p:cNvPr>
          <p:cNvSpPr>
            <a:spLocks xmlns:a="http://schemas.openxmlformats.org/drawingml/2006/main" noGrp="1"/>
          </p:cNvSpPr>
          <p:nvPr/>
        </p:nvSpPr>
        <p:spPr>
          <a:xfrm xmlns:a="http://schemas.openxmlformats.org/drawingml/2006/main">
            <a:off x="4305300" y="3755707"/>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Tree>
    <p:extLst>
      <p:ext uri="{BB962C8B-B14F-4D97-AF65-F5344CB8AC3E}">
        <p14:creationId xmlns:p14="http://schemas.microsoft.com/office/powerpoint/2010/main" val="1204291982"/>
      </p:ext>
    </p:extLst>
  </p:cSld>
</p:sld>
</file>

<file path=ppt/slides/slide10.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DBF7BFFF-491C-4B0B-9FFF-3DF92CBAFD66}"/>
              </a:ext>
            </a:extLst>
          </p:cNvPr>
          <p:cNvSpPr>
            <a:spLocks xmlns:a="http://schemas.openxmlformats.org/drawingml/2006/main" noGrp="1"/>
          </p:cNvSpPr>
          <p:nvPr/>
        </p:nvSpPr>
        <p:spPr>
          <a:xfrm xmlns:a="http://schemas.openxmlformats.org/drawingml/2006/main">
            <a:off x="11077575" y="333375"/>
            <a:ext cx="4953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شهادات</a:t>
            </a:r>
          </a:p>
        </p:txBody>
      </p:sp>
      <p:sp>
        <p:nvSpPr>
          <p:cNvPr id="2" name="">
            <a:extLst xmlns:a="http://schemas.openxmlformats.org/drawingml/2006/main">
              <a:ext uri="{FF2B5EF4-FFF2-40B4-BE49-F238E27FC236}">
                <a16:creationId xmlns:a16="http://schemas.microsoft.com/office/drawing/2014/main" id="{82E60172-AAA6-4AA3-BF36-2AB7FC06B4A6}"/>
              </a:ext>
            </a:extLst>
          </p:cNvPr>
          <p:cNvSpPr>
            <a:spLocks xmlns:a="http://schemas.openxmlformats.org/drawingml/2006/main" noGrp="1"/>
          </p:cNvSpPr>
          <p:nvPr/>
        </p:nvSpPr>
        <p:spPr>
          <a:xfrm xmlns:a="http://schemas.openxmlformats.org/drawingml/2006/main">
            <a:off x="10607040"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خامات</a:t>
            </a:r>
          </a:p>
        </p:txBody>
      </p:sp>
      <p:sp>
        <p:nvSpPr>
          <p:cNvPr id="3" name="">
            <a:extLst xmlns:a="http://schemas.openxmlformats.org/drawingml/2006/main">
              <a:ext uri="{FF2B5EF4-FFF2-40B4-BE49-F238E27FC236}">
                <a16:creationId xmlns:a16="http://schemas.microsoft.com/office/drawing/2014/main" id="{EAEED882-A9AE-4C74-8075-F7C53CAEC563}"/>
              </a:ext>
            </a:extLst>
          </p:cNvPr>
          <p:cNvSpPr>
            <a:spLocks xmlns:a="http://schemas.openxmlformats.org/drawingml/2006/main" noGrp="1"/>
          </p:cNvSpPr>
          <p:nvPr/>
        </p:nvSpPr>
        <p:spPr>
          <a:xfrm xmlns:a="http://schemas.openxmlformats.org/drawingml/2006/main">
            <a:off x="10174605" y="333375"/>
            <a:ext cx="3810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الجهة</a:t>
            </a:r>
          </a:p>
        </p:txBody>
      </p:sp>
      <p:sp>
        <p:nvSpPr>
          <p:cNvPr id="4" name="">
            <a:extLst xmlns:a="http://schemas.openxmlformats.org/drawingml/2006/main">
              <a:ext uri="{FF2B5EF4-FFF2-40B4-BE49-F238E27FC236}">
                <a16:creationId xmlns:a16="http://schemas.microsoft.com/office/drawing/2014/main" id="{DF24CB9B-18E5-4F52-B25F-968A5ED7BA2A}"/>
              </a:ext>
            </a:extLst>
          </p:cNvPr>
          <p:cNvSpPr>
            <a:spLocks xmlns:a="http://schemas.openxmlformats.org/drawingml/2006/main" noGrp="1"/>
          </p:cNvSpPr>
          <p:nvPr/>
        </p:nvSpPr>
        <p:spPr>
          <a:xfrm xmlns:a="http://schemas.openxmlformats.org/drawingml/2006/main">
            <a:off x="9704070"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المالكة</a:t>
            </a:r>
          </a:p>
        </p:txBody>
      </p:sp>
      <p:sp>
        <p:nvSpPr>
          <p:cNvPr id="5" name="">
            <a:extLst xmlns:a="http://schemas.openxmlformats.org/drawingml/2006/main">
              <a:ext uri="{FF2B5EF4-FFF2-40B4-BE49-F238E27FC236}">
                <a16:creationId xmlns:a16="http://schemas.microsoft.com/office/drawing/2014/main" id="{24466281-601B-4E61-9184-256673A353F8}"/>
              </a:ext>
            </a:extLst>
          </p:cNvPr>
          <p:cNvSpPr>
            <a:spLocks xmlns:a="http://schemas.openxmlformats.org/drawingml/2006/main" noGrp="1"/>
          </p:cNvSpPr>
          <p:nvPr/>
        </p:nvSpPr>
        <p:spPr>
          <a:xfrm xmlns:a="http://schemas.openxmlformats.org/drawingml/2006/main">
            <a:off x="10734675" y="781050"/>
            <a:ext cx="838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إضافة</a:t>
            </a:r>
          </a:p>
        </p:txBody>
      </p:sp>
      <p:sp>
        <p:nvSpPr>
          <p:cNvPr id="6" name="">
            <a:extLst xmlns:a="http://schemas.openxmlformats.org/drawingml/2006/main">
              <a:ext uri="{FF2B5EF4-FFF2-40B4-BE49-F238E27FC236}">
                <a16:creationId xmlns:a16="http://schemas.microsoft.com/office/drawing/2014/main" id="{98E2ED5D-75D6-448D-BEBE-2815ACB79ED4}"/>
              </a:ext>
            </a:extLst>
          </p:cNvPr>
          <p:cNvSpPr>
            <a:spLocks xmlns:a="http://schemas.openxmlformats.org/drawingml/2006/main" noGrp="1"/>
          </p:cNvSpPr>
          <p:nvPr/>
        </p:nvSpPr>
        <p:spPr>
          <a:xfrm xmlns:a="http://schemas.openxmlformats.org/drawingml/2006/main">
            <a:off x="9757410" y="781050"/>
            <a:ext cx="8572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شهادة</a:t>
            </a:r>
          </a:p>
        </p:txBody>
      </p:sp>
      <p:sp>
        <p:nvSpPr>
          <p:cNvPr id="7" name="">
            <a:extLst xmlns:a="http://schemas.openxmlformats.org/drawingml/2006/main">
              <a:ext uri="{FF2B5EF4-FFF2-40B4-BE49-F238E27FC236}">
                <a16:creationId xmlns:a16="http://schemas.microsoft.com/office/drawing/2014/main" id="{6C6CFC31-9EB4-4F2A-AA06-586F7FBC36AB}"/>
              </a:ext>
            </a:extLst>
          </p:cNvPr>
          <p:cNvSpPr>
            <a:spLocks xmlns:a="http://schemas.openxmlformats.org/drawingml/2006/main" noGrp="1"/>
          </p:cNvSpPr>
          <p:nvPr/>
        </p:nvSpPr>
        <p:spPr>
          <a:xfrm xmlns:a="http://schemas.openxmlformats.org/drawingml/2006/main">
            <a:off x="8751570" y="781050"/>
            <a:ext cx="8858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خامات</a:t>
            </a:r>
          </a:p>
        </p:txBody>
      </p:sp>
      <p:sp>
        <p:nvSpPr>
          <p:cNvPr id="8" name="">
            <a:extLst xmlns:a="http://schemas.openxmlformats.org/drawingml/2006/main">
              <a:ext uri="{FF2B5EF4-FFF2-40B4-BE49-F238E27FC236}">
                <a16:creationId xmlns:a16="http://schemas.microsoft.com/office/drawing/2014/main" id="{BDFC32DD-810F-45C4-AC2F-9D00F9032DA7}"/>
              </a:ext>
            </a:extLst>
          </p:cNvPr>
          <p:cNvSpPr>
            <a:spLocks xmlns:a="http://schemas.openxmlformats.org/drawingml/2006/main" noGrp="1"/>
          </p:cNvSpPr>
          <p:nvPr/>
        </p:nvSpPr>
        <p:spPr>
          <a:xfrm xmlns:a="http://schemas.openxmlformats.org/drawingml/2006/main">
            <a:off x="7136130" y="781050"/>
            <a:ext cx="1495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للمستخلص</a:t>
            </a:r>
          </a:p>
        </p:txBody>
      </p:sp>
      <p:sp>
        <p:nvSpPr>
          <p:cNvPr id="9" name="">
            <a:extLst xmlns:a="http://schemas.openxmlformats.org/drawingml/2006/main">
              <a:ext uri="{FF2B5EF4-FFF2-40B4-BE49-F238E27FC236}">
                <a16:creationId xmlns:a16="http://schemas.microsoft.com/office/drawing/2014/main" id="{BEA952D1-1762-4CF7-A4EC-1B7B87FE1B2A}"/>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10</a:t>
            </a:r>
          </a:p>
        </p:txBody>
      </p:sp>
      <p:sp>
        <p:nvSpPr>
          <p:cNvPr id="10" name="">
            <a:extLst xmlns:a="http://schemas.openxmlformats.org/drawingml/2006/main">
              <a:ext uri="{FF2B5EF4-FFF2-40B4-BE49-F238E27FC236}">
                <a16:creationId xmlns:a16="http://schemas.microsoft.com/office/drawing/2014/main" id="{83F6612E-DFD7-43CD-AE7E-787FF5950A64}"/>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23BB195-3697-4869-A49E-C05BCF9234BB}"/>
              </a:ext>
            </a:extLst>
          </p:cNvPr>
          <p:cNvSpPr>
            <a:spLocks xmlns:a="http://schemas.openxmlformats.org/drawingml/2006/main" noGrp="1"/>
          </p:cNvSpPr>
          <p:nvPr/>
        </p:nvSpPr>
        <p:spPr>
          <a:xfrm xmlns:a="http://schemas.openxmlformats.org/drawingml/2006/main">
            <a:off x="10229850" y="180975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اختر</a:t>
            </a:r>
          </a:p>
        </p:txBody>
      </p:sp>
      <p:sp>
        <p:nvSpPr>
          <p:cNvPr id="12" name="">
            <a:extLst xmlns:a="http://schemas.openxmlformats.org/drawingml/2006/main">
              <a:ext uri="{FF2B5EF4-FFF2-40B4-BE49-F238E27FC236}">
                <a16:creationId xmlns:a16="http://schemas.microsoft.com/office/drawing/2014/main" id="{F0F18E52-B2B4-4ADC-B56A-0FEEDAC2DB4B}"/>
              </a:ext>
            </a:extLst>
          </p:cNvPr>
          <p:cNvSpPr>
            <a:spLocks xmlns:a="http://schemas.openxmlformats.org/drawingml/2006/main" noGrp="1"/>
          </p:cNvSpPr>
          <p:nvPr/>
        </p:nvSpPr>
        <p:spPr>
          <a:xfrm xmlns:a="http://schemas.openxmlformats.org/drawingml/2006/main">
            <a:off x="9209723" y="1809750"/>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13" name="">
            <a:extLst xmlns:a="http://schemas.openxmlformats.org/drawingml/2006/main">
              <a:ext uri="{FF2B5EF4-FFF2-40B4-BE49-F238E27FC236}">
                <a16:creationId xmlns:a16="http://schemas.microsoft.com/office/drawing/2014/main" id="{000571FC-3F3B-4127-BFD9-6BCF5FF0B9D5}"/>
              </a:ext>
            </a:extLst>
          </p:cNvPr>
          <p:cNvSpPr>
            <a:spLocks xmlns:a="http://schemas.openxmlformats.org/drawingml/2006/main" noGrp="1"/>
          </p:cNvSpPr>
          <p:nvPr/>
        </p:nvSpPr>
        <p:spPr>
          <a:xfrm xmlns:a="http://schemas.openxmlformats.org/drawingml/2006/main">
            <a:off x="8465820"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المرتبط</a:t>
            </a:r>
          </a:p>
        </p:txBody>
      </p:sp>
      <p:sp>
        <p:nvSpPr>
          <p:cNvPr id="14" name="">
            <a:extLst xmlns:a="http://schemas.openxmlformats.org/drawingml/2006/main">
              <a:ext uri="{FF2B5EF4-FFF2-40B4-BE49-F238E27FC236}">
                <a16:creationId xmlns:a16="http://schemas.microsoft.com/office/drawing/2014/main" id="{6B385B99-F8AE-4FE4-A73A-8EB14F7CDBF9}"/>
              </a:ext>
            </a:extLst>
          </p:cNvPr>
          <p:cNvSpPr>
            <a:spLocks xmlns:a="http://schemas.openxmlformats.org/drawingml/2006/main" noGrp="1"/>
          </p:cNvSpPr>
          <p:nvPr/>
        </p:nvSpPr>
        <p:spPr>
          <a:xfrm xmlns:a="http://schemas.openxmlformats.org/drawingml/2006/main">
            <a:off x="7693343" y="180975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بالشهادة</a:t>
            </a:r>
          </a:p>
        </p:txBody>
      </p:sp>
      <p:sp>
        <p:nvSpPr>
          <p:cNvPr id="15" name="">
            <a:extLst xmlns:a="http://schemas.openxmlformats.org/drawingml/2006/main">
              <a:ext uri="{FF2B5EF4-FFF2-40B4-BE49-F238E27FC236}">
                <a16:creationId xmlns:a16="http://schemas.microsoft.com/office/drawing/2014/main" id="{B653EF1E-A42B-4F92-8952-D1063035671F}"/>
              </a:ext>
            </a:extLst>
          </p:cNvPr>
          <p:cNvSpPr>
            <a:spLocks xmlns:a="http://schemas.openxmlformats.org/drawingml/2006/main" noGrp="1"/>
          </p:cNvSpPr>
          <p:nvPr/>
        </p:nvSpPr>
        <p:spPr>
          <a:xfrm xmlns:a="http://schemas.openxmlformats.org/drawingml/2006/main">
            <a:off x="7149465"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داخل</a:t>
            </a:r>
          </a:p>
        </p:txBody>
      </p:sp>
      <p:sp>
        <p:nvSpPr>
          <p:cNvPr id="16" name="">
            <a:extLst xmlns:a="http://schemas.openxmlformats.org/drawingml/2006/main">
              <a:ext uri="{FF2B5EF4-FFF2-40B4-BE49-F238E27FC236}">
                <a16:creationId xmlns:a16="http://schemas.microsoft.com/office/drawing/2014/main" id="{8912A7BE-6246-491B-861F-23FA90C1369E}"/>
              </a:ext>
            </a:extLst>
          </p:cNvPr>
          <p:cNvSpPr>
            <a:spLocks xmlns:a="http://schemas.openxmlformats.org/drawingml/2006/main" noGrp="1"/>
          </p:cNvSpPr>
          <p:nvPr/>
        </p:nvSpPr>
        <p:spPr>
          <a:xfrm xmlns:a="http://schemas.openxmlformats.org/drawingml/2006/main">
            <a:off x="6577013"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العقد.</a:t>
            </a:r>
          </a:p>
        </p:txBody>
      </p:sp>
      <p:sp>
        <p:nvSpPr>
          <p:cNvPr id="17" name="">
            <a:extLst xmlns:a="http://schemas.openxmlformats.org/drawingml/2006/main">
              <a:ext uri="{FF2B5EF4-FFF2-40B4-BE49-F238E27FC236}">
                <a16:creationId xmlns:a16="http://schemas.microsoft.com/office/drawing/2014/main" id="{083B77F0-9C31-479C-900F-471A77B13B28}"/>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ED82DCC7-4824-4DD0-AD73-0E0B9603EAB8}"/>
              </a:ext>
            </a:extLst>
          </p:cNvPr>
          <p:cNvSpPr>
            <a:spLocks xmlns:a="http://schemas.openxmlformats.org/drawingml/2006/main" noGrp="1"/>
          </p:cNvSpPr>
          <p:nvPr/>
        </p:nvSpPr>
        <p:spPr>
          <a:xfrm xmlns:a="http://schemas.openxmlformats.org/drawingml/2006/main">
            <a:off x="10201275" y="2733675"/>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19" name="">
            <a:extLst xmlns:a="http://schemas.openxmlformats.org/drawingml/2006/main">
              <a:ext uri="{FF2B5EF4-FFF2-40B4-BE49-F238E27FC236}">
                <a16:creationId xmlns:a16="http://schemas.microsoft.com/office/drawing/2014/main" id="{FE54A37A-7D37-4327-AA36-8B007E71AEA7}"/>
              </a:ext>
            </a:extLst>
          </p:cNvPr>
          <p:cNvSpPr>
            <a:spLocks xmlns:a="http://schemas.openxmlformats.org/drawingml/2006/main" noGrp="1"/>
          </p:cNvSpPr>
          <p:nvPr/>
        </p:nvSpPr>
        <p:spPr>
          <a:xfrm xmlns:a="http://schemas.openxmlformats.org/drawingml/2006/main">
            <a:off x="9781223" y="2733675"/>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رقم</a:t>
            </a:r>
          </a:p>
        </p:txBody>
      </p:sp>
      <p:sp>
        <p:nvSpPr>
          <p:cNvPr id="20" name="">
            <a:extLst xmlns:a="http://schemas.openxmlformats.org/drawingml/2006/main">
              <a:ext uri="{FF2B5EF4-FFF2-40B4-BE49-F238E27FC236}">
                <a16:creationId xmlns:a16="http://schemas.microsoft.com/office/drawing/2014/main" id="{3CAE1C90-4895-44C4-A6A4-CB05B016CE65}"/>
              </a:ext>
            </a:extLst>
          </p:cNvPr>
          <p:cNvSpPr>
            <a:spLocks xmlns:a="http://schemas.openxmlformats.org/drawingml/2006/main" noGrp="1"/>
          </p:cNvSpPr>
          <p:nvPr/>
        </p:nvSpPr>
        <p:spPr>
          <a:xfrm xmlns:a="http://schemas.openxmlformats.org/drawingml/2006/main">
            <a:off x="9075420" y="2733675"/>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الشهادة</a:t>
            </a:r>
          </a:p>
        </p:txBody>
      </p:sp>
      <p:sp>
        <p:nvSpPr>
          <p:cNvPr id="21" name="">
            <a:extLst xmlns:a="http://schemas.openxmlformats.org/drawingml/2006/main">
              <a:ext uri="{FF2B5EF4-FFF2-40B4-BE49-F238E27FC236}">
                <a16:creationId xmlns:a16="http://schemas.microsoft.com/office/drawing/2014/main" id="{7ED8EBB6-428C-448E-90B2-F56A1008C33D}"/>
              </a:ext>
            </a:extLst>
          </p:cNvPr>
          <p:cNvSpPr>
            <a:spLocks xmlns:a="http://schemas.openxmlformats.org/drawingml/2006/main" noGrp="1"/>
          </p:cNvSpPr>
          <p:nvPr/>
        </p:nvSpPr>
        <p:spPr>
          <a:xfrm xmlns:a="http://schemas.openxmlformats.org/drawingml/2006/main">
            <a:off x="8255318" y="2733675"/>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وبنودها:</a:t>
            </a:r>
          </a:p>
        </p:txBody>
      </p:sp>
      <p:sp>
        <p:nvSpPr>
          <p:cNvPr id="22" name="">
            <a:extLst xmlns:a="http://schemas.openxmlformats.org/drawingml/2006/main">
              <a:ext uri="{FF2B5EF4-FFF2-40B4-BE49-F238E27FC236}">
                <a16:creationId xmlns:a16="http://schemas.microsoft.com/office/drawing/2014/main" id="{A2622242-48C7-42CC-8509-3B6A47991BB2}"/>
              </a:ext>
            </a:extLst>
          </p:cNvPr>
          <p:cNvSpPr>
            <a:spLocks xmlns:a="http://schemas.openxmlformats.org/drawingml/2006/main" noGrp="1"/>
          </p:cNvSpPr>
          <p:nvPr/>
        </p:nvSpPr>
        <p:spPr>
          <a:xfrm xmlns:a="http://schemas.openxmlformats.org/drawingml/2006/main">
            <a:off x="7701915" y="2733675"/>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الاسم</a:t>
            </a:r>
          </a:p>
        </p:txBody>
      </p:sp>
      <p:sp>
        <p:nvSpPr>
          <p:cNvPr id="23" name="">
            <a:extLst xmlns:a="http://schemas.openxmlformats.org/drawingml/2006/main">
              <a:ext uri="{FF2B5EF4-FFF2-40B4-BE49-F238E27FC236}">
                <a16:creationId xmlns:a16="http://schemas.microsoft.com/office/drawing/2014/main" id="{59EA2DBC-6973-4DFC-917B-E55FCB7B1E14}"/>
              </a:ext>
            </a:extLst>
          </p:cNvPr>
          <p:cNvSpPr>
            <a:spLocks xmlns:a="http://schemas.openxmlformats.org/drawingml/2006/main" noGrp="1"/>
          </p:cNvSpPr>
          <p:nvPr/>
        </p:nvSpPr>
        <p:spPr>
          <a:xfrm xmlns:a="http://schemas.openxmlformats.org/drawingml/2006/main">
            <a:off x="6938963" y="2733675"/>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والوحدة</a:t>
            </a:r>
          </a:p>
        </p:txBody>
      </p:sp>
      <p:sp>
        <p:nvSpPr>
          <p:cNvPr id="24" name="">
            <a:extLst xmlns:a="http://schemas.openxmlformats.org/drawingml/2006/main">
              <a:ext uri="{FF2B5EF4-FFF2-40B4-BE49-F238E27FC236}">
                <a16:creationId xmlns:a16="http://schemas.microsoft.com/office/drawing/2014/main" id="{F1740743-74AA-44F0-B6D5-0F212A3F2884}"/>
              </a:ext>
            </a:extLst>
          </p:cNvPr>
          <p:cNvSpPr>
            <a:spLocks xmlns:a="http://schemas.openxmlformats.org/drawingml/2006/main" noGrp="1"/>
          </p:cNvSpPr>
          <p:nvPr/>
        </p:nvSpPr>
        <p:spPr>
          <a:xfrm xmlns:a="http://schemas.openxmlformats.org/drawingml/2006/main">
            <a:off x="6223635" y="2733675"/>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والكمية</a:t>
            </a:r>
          </a:p>
        </p:txBody>
      </p:sp>
      <p:sp>
        <p:nvSpPr>
          <p:cNvPr id="25" name="">
            <a:extLst xmlns:a="http://schemas.openxmlformats.org/drawingml/2006/main">
              <a:ext uri="{FF2B5EF4-FFF2-40B4-BE49-F238E27FC236}">
                <a16:creationId xmlns:a16="http://schemas.microsoft.com/office/drawing/2014/main" id="{C082038F-0578-490C-AE05-9C003A0813CA}"/>
              </a:ext>
            </a:extLst>
          </p:cNvPr>
          <p:cNvSpPr>
            <a:spLocks xmlns:a="http://schemas.openxmlformats.org/drawingml/2006/main" noGrp="1"/>
          </p:cNvSpPr>
          <p:nvPr/>
        </p:nvSpPr>
        <p:spPr>
          <a:xfrm xmlns:a="http://schemas.openxmlformats.org/drawingml/2006/main">
            <a:off x="9953625" y="3106579"/>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والسعر.</a:t>
            </a:r>
          </a:p>
        </p:txBody>
      </p:sp>
      <p:sp>
        <p:nvSpPr>
          <p:cNvPr id="26" name="">
            <a:extLst xmlns:a="http://schemas.openxmlformats.org/drawingml/2006/main">
              <a:ext uri="{FF2B5EF4-FFF2-40B4-BE49-F238E27FC236}">
                <a16:creationId xmlns:a16="http://schemas.microsoft.com/office/drawing/2014/main" id="{C6D6D4E2-0C7F-44B6-9685-F1EB5EA061C2}"/>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7" name="">
            <a:extLst xmlns:a="http://schemas.openxmlformats.org/drawingml/2006/main">
              <a:ext uri="{FF2B5EF4-FFF2-40B4-BE49-F238E27FC236}">
                <a16:creationId xmlns:a16="http://schemas.microsoft.com/office/drawing/2014/main" id="{689E2B2F-A699-4CFC-8E1C-9522D75EBCD3}"/>
              </a:ext>
            </a:extLst>
          </p:cNvPr>
          <p:cNvSpPr>
            <a:spLocks xmlns:a="http://schemas.openxmlformats.org/drawingml/2006/main" noGrp="1"/>
          </p:cNvSpPr>
          <p:nvPr/>
        </p:nvSpPr>
        <p:spPr>
          <a:xfrm xmlns:a="http://schemas.openxmlformats.org/drawingml/2006/main">
            <a:off x="10210800" y="36576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أرفق</a:t>
            </a:r>
          </a:p>
        </p:txBody>
      </p:sp>
      <p:sp>
        <p:nvSpPr>
          <p:cNvPr id="28" name="">
            <a:extLst xmlns:a="http://schemas.openxmlformats.org/drawingml/2006/main">
              <a:ext uri="{FF2B5EF4-FFF2-40B4-BE49-F238E27FC236}">
                <a16:creationId xmlns:a16="http://schemas.microsoft.com/office/drawing/2014/main" id="{D52F5F69-007C-4DB3-9842-CC9F75F1F2C0}"/>
              </a:ext>
            </a:extLst>
          </p:cNvPr>
          <p:cNvSpPr>
            <a:spLocks xmlns:a="http://schemas.openxmlformats.org/drawingml/2006/main" noGrp="1"/>
          </p:cNvSpPr>
          <p:nvPr/>
        </p:nvSpPr>
        <p:spPr>
          <a:xfrm xmlns:a="http://schemas.openxmlformats.org/drawingml/2006/main">
            <a:off x="9619298" y="365760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شهادة</a:t>
            </a:r>
          </a:p>
        </p:txBody>
      </p:sp>
      <p:sp>
        <p:nvSpPr>
          <p:cNvPr id="29" name="">
            <a:extLst xmlns:a="http://schemas.openxmlformats.org/drawingml/2006/main">
              <a:ext uri="{FF2B5EF4-FFF2-40B4-BE49-F238E27FC236}">
                <a16:creationId xmlns:a16="http://schemas.microsoft.com/office/drawing/2014/main" id="{7574D906-87FC-4703-B007-7CEC3A128411}"/>
              </a:ext>
            </a:extLst>
          </p:cNvPr>
          <p:cNvSpPr>
            <a:spLocks xmlns:a="http://schemas.openxmlformats.org/drawingml/2006/main" noGrp="1"/>
          </p:cNvSpPr>
          <p:nvPr/>
        </p:nvSpPr>
        <p:spPr>
          <a:xfrm xmlns:a="http://schemas.openxmlformats.org/drawingml/2006/main">
            <a:off x="8837295" y="365760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
        <p:nvSpPr>
          <p:cNvPr id="30" name="">
            <a:extLst xmlns:a="http://schemas.openxmlformats.org/drawingml/2006/main">
              <a:ext uri="{FF2B5EF4-FFF2-40B4-BE49-F238E27FC236}">
                <a16:creationId xmlns:a16="http://schemas.microsoft.com/office/drawing/2014/main" id="{647EA000-33B7-4048-90A1-D76EB9022EBF}"/>
              </a:ext>
            </a:extLst>
          </p:cNvPr>
          <p:cNvSpPr>
            <a:spLocks xmlns:a="http://schemas.openxmlformats.org/drawingml/2006/main" noGrp="1"/>
          </p:cNvSpPr>
          <p:nvPr/>
        </p:nvSpPr>
        <p:spPr>
          <a:xfrm xmlns:a="http://schemas.openxmlformats.org/drawingml/2006/main">
            <a:off x="8160068" y="36576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وراجع</a:t>
            </a:r>
          </a:p>
        </p:txBody>
      </p:sp>
      <p:sp>
        <p:nvSpPr>
          <p:cNvPr id="31" name="">
            <a:extLst xmlns:a="http://schemas.openxmlformats.org/drawingml/2006/main">
              <a:ext uri="{FF2B5EF4-FFF2-40B4-BE49-F238E27FC236}">
                <a16:creationId xmlns:a16="http://schemas.microsoft.com/office/drawing/2014/main" id="{F132FB16-657D-4E37-B08E-860A266B49AB}"/>
              </a:ext>
            </a:extLst>
          </p:cNvPr>
          <p:cNvSpPr>
            <a:spLocks xmlns:a="http://schemas.openxmlformats.org/drawingml/2006/main" noGrp="1"/>
          </p:cNvSpPr>
          <p:nvPr/>
        </p:nvSpPr>
        <p:spPr>
          <a:xfrm xmlns:a="http://schemas.openxmlformats.org/drawingml/2006/main">
            <a:off x="7435215" y="365760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مجموع</a:t>
            </a:r>
          </a:p>
        </p:txBody>
      </p:sp>
      <p:sp>
        <p:nvSpPr>
          <p:cNvPr id="32" name="">
            <a:extLst xmlns:a="http://schemas.openxmlformats.org/drawingml/2006/main">
              <a:ext uri="{FF2B5EF4-FFF2-40B4-BE49-F238E27FC236}">
                <a16:creationId xmlns:a16="http://schemas.microsoft.com/office/drawing/2014/main" id="{35DA65EA-8E5F-4AC7-B324-7B5FA970B302}"/>
              </a:ext>
            </a:extLst>
          </p:cNvPr>
          <p:cNvSpPr>
            <a:spLocks xmlns:a="http://schemas.openxmlformats.org/drawingml/2006/main" noGrp="1"/>
          </p:cNvSpPr>
          <p:nvPr/>
        </p:nvSpPr>
        <p:spPr>
          <a:xfrm xmlns:a="http://schemas.openxmlformats.org/drawingml/2006/main">
            <a:off x="6862763"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البنود</a:t>
            </a:r>
          </a:p>
        </p:txBody>
      </p:sp>
      <p:sp>
        <p:nvSpPr>
          <p:cNvPr id="33" name="">
            <a:extLst xmlns:a="http://schemas.openxmlformats.org/drawingml/2006/main">
              <a:ext uri="{FF2B5EF4-FFF2-40B4-BE49-F238E27FC236}">
                <a16:creationId xmlns:a16="http://schemas.microsoft.com/office/drawing/2014/main" id="{D79554D5-FE47-47D0-8161-AC0D13245EAF}"/>
              </a:ext>
            </a:extLst>
          </p:cNvPr>
          <p:cNvSpPr>
            <a:spLocks xmlns:a="http://schemas.openxmlformats.org/drawingml/2006/main" noGrp="1"/>
          </p:cNvSpPr>
          <p:nvPr/>
        </p:nvSpPr>
        <p:spPr>
          <a:xfrm xmlns:a="http://schemas.openxmlformats.org/drawingml/2006/main">
            <a:off x="6576060" y="365760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34" name="">
            <a:extLst xmlns:a="http://schemas.openxmlformats.org/drawingml/2006/main">
              <a:ext uri="{FF2B5EF4-FFF2-40B4-BE49-F238E27FC236}">
                <a16:creationId xmlns:a16="http://schemas.microsoft.com/office/drawing/2014/main" id="{6D40EB16-8293-447C-9854-531BC31AFDEC}"/>
              </a:ext>
            </a:extLst>
          </p:cNvPr>
          <p:cNvSpPr>
            <a:spLocks xmlns:a="http://schemas.openxmlformats.org/drawingml/2006/main" noGrp="1"/>
          </p:cNvSpPr>
          <p:nvPr/>
        </p:nvSpPr>
        <p:spPr>
          <a:xfrm xmlns:a="http://schemas.openxmlformats.org/drawingml/2006/main">
            <a:off x="5955983" y="36576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احفظ.</a:t>
            </a:r>
          </a:p>
        </p:txBody>
      </p:sp>
      <p:sp>
        <p:nvSpPr>
          <p:cNvPr id="35" name="">
            <a:extLst xmlns:a="http://schemas.openxmlformats.org/drawingml/2006/main">
              <a:ext uri="{FF2B5EF4-FFF2-40B4-BE49-F238E27FC236}">
                <a16:creationId xmlns:a16="http://schemas.microsoft.com/office/drawing/2014/main" id="{B078C8B7-7D66-4A1C-9E22-95105B621AC2}"/>
              </a:ext>
            </a:extLst>
          </p:cNvPr>
          <p:cNvSpPr>
            <a:spLocks xmlns:a="http://schemas.openxmlformats.org/drawingml/2006/main" noGrp="1"/>
          </p:cNvSpPr>
          <p:nvPr/>
        </p:nvSpPr>
        <p:spPr>
          <a:xfrm xmlns:a="http://schemas.openxmlformats.org/drawingml/2006/main">
            <a:off x="4171950" y="1924050"/>
            <a:ext cx="7334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هلاقيها</a:t>
            </a:r>
          </a:p>
        </p:txBody>
      </p:sp>
      <p:sp>
        <p:nvSpPr>
          <p:cNvPr id="36" name="">
            <a:extLst xmlns:a="http://schemas.openxmlformats.org/drawingml/2006/main">
              <a:ext uri="{FF2B5EF4-FFF2-40B4-BE49-F238E27FC236}">
                <a16:creationId xmlns:a16="http://schemas.microsoft.com/office/drawing/2014/main" id="{9D26BE60-A6BF-423D-B0FB-F4E3570B381C}"/>
              </a:ext>
            </a:extLst>
          </p:cNvPr>
          <p:cNvSpPr>
            <a:spLocks xmlns:a="http://schemas.openxmlformats.org/drawingml/2006/main" noGrp="1"/>
          </p:cNvSpPr>
          <p:nvPr/>
        </p:nvSpPr>
        <p:spPr>
          <a:xfrm xmlns:a="http://schemas.openxmlformats.org/drawingml/2006/main">
            <a:off x="3588068" y="1924050"/>
            <a:ext cx="4953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فين؟</a:t>
            </a:r>
          </a:p>
        </p:txBody>
      </p:sp>
      <p:sp>
        <p:nvSpPr>
          <p:cNvPr id="37" name="">
            <a:extLst xmlns:a="http://schemas.openxmlformats.org/drawingml/2006/main">
              <a:ext uri="{FF2B5EF4-FFF2-40B4-BE49-F238E27FC236}">
                <a16:creationId xmlns:a16="http://schemas.microsoft.com/office/drawing/2014/main" id="{28A1F807-BB11-4896-8A12-ABAFF262B0BE}"/>
              </a:ext>
            </a:extLst>
          </p:cNvPr>
          <p:cNvSpPr>
            <a:spLocks xmlns:a="http://schemas.openxmlformats.org/drawingml/2006/main" noGrp="1"/>
          </p:cNvSpPr>
          <p:nvPr/>
        </p:nvSpPr>
        <p:spPr>
          <a:xfrm xmlns:a="http://schemas.openxmlformats.org/drawingml/2006/main">
            <a:off x="4400550" y="30099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تظهر</a:t>
            </a:r>
          </a:p>
        </p:txBody>
      </p:sp>
      <p:sp>
        <p:nvSpPr>
          <p:cNvPr id="38" name="">
            <a:extLst xmlns:a="http://schemas.openxmlformats.org/drawingml/2006/main">
              <a:ext uri="{FF2B5EF4-FFF2-40B4-BE49-F238E27FC236}">
                <a16:creationId xmlns:a16="http://schemas.microsoft.com/office/drawing/2014/main" id="{BC238E69-ADF5-4533-A3D4-E4EDC9F433D8}"/>
              </a:ext>
            </a:extLst>
          </p:cNvPr>
          <p:cNvSpPr>
            <a:spLocks xmlns:a="http://schemas.openxmlformats.org/drawingml/2006/main" noGrp="1"/>
          </p:cNvSpPr>
          <p:nvPr/>
        </p:nvSpPr>
        <p:spPr>
          <a:xfrm xmlns:a="http://schemas.openxmlformats.org/drawingml/2006/main">
            <a:off x="3694748" y="3009900"/>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الشهادة</a:t>
            </a:r>
          </a:p>
        </p:txBody>
      </p:sp>
      <p:sp>
        <p:nvSpPr>
          <p:cNvPr id="39" name="">
            <a:extLst xmlns:a="http://schemas.openxmlformats.org/drawingml/2006/main">
              <a:ext uri="{FF2B5EF4-FFF2-40B4-BE49-F238E27FC236}">
                <a16:creationId xmlns:a16="http://schemas.microsoft.com/office/drawing/2014/main" id="{0246DB23-DB4D-47B8-9EFD-A636E95294A7}"/>
              </a:ext>
            </a:extLst>
          </p:cNvPr>
          <p:cNvSpPr>
            <a:spLocks xmlns:a="http://schemas.openxmlformats.org/drawingml/2006/main" noGrp="1"/>
          </p:cNvSpPr>
          <p:nvPr/>
        </p:nvSpPr>
        <p:spPr>
          <a:xfrm xmlns:a="http://schemas.openxmlformats.org/drawingml/2006/main">
            <a:off x="2950845" y="300990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وبنودها</a:t>
            </a:r>
          </a:p>
        </p:txBody>
      </p:sp>
      <p:sp>
        <p:nvSpPr>
          <p:cNvPr id="40" name="">
            <a:extLst xmlns:a="http://schemas.openxmlformats.org/drawingml/2006/main">
              <a:ext uri="{FF2B5EF4-FFF2-40B4-BE49-F238E27FC236}">
                <a16:creationId xmlns:a16="http://schemas.microsoft.com/office/drawing/2014/main" id="{D763CEE9-7BC4-42AF-AC33-753603D9C7CA}"/>
              </a:ext>
            </a:extLst>
          </p:cNvPr>
          <p:cNvSpPr>
            <a:spLocks xmlns:a="http://schemas.openxmlformats.org/drawingml/2006/main" noGrp="1"/>
          </p:cNvSpPr>
          <p:nvPr/>
        </p:nvSpPr>
        <p:spPr>
          <a:xfrm xmlns:a="http://schemas.openxmlformats.org/drawingml/2006/main">
            <a:off x="2178367" y="300990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ومرفقها</a:t>
            </a:r>
          </a:p>
        </p:txBody>
      </p:sp>
      <p:sp>
        <p:nvSpPr>
          <p:cNvPr id="41" name="">
            <a:extLst xmlns:a="http://schemas.openxmlformats.org/drawingml/2006/main">
              <a:ext uri="{FF2B5EF4-FFF2-40B4-BE49-F238E27FC236}">
                <a16:creationId xmlns:a16="http://schemas.microsoft.com/office/drawing/2014/main" id="{6F96D327-8FEE-4632-9163-276847851C0B}"/>
              </a:ext>
            </a:extLst>
          </p:cNvPr>
          <p:cNvSpPr>
            <a:spLocks xmlns:a="http://schemas.openxmlformats.org/drawingml/2006/main" noGrp="1"/>
          </p:cNvSpPr>
          <p:nvPr/>
        </p:nvSpPr>
        <p:spPr>
          <a:xfrm xmlns:a="http://schemas.openxmlformats.org/drawingml/2006/main">
            <a:off x="1824990" y="3009900"/>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مع</a:t>
            </a:r>
          </a:p>
        </p:txBody>
      </p:sp>
      <p:sp>
        <p:nvSpPr>
          <p:cNvPr id="42" name="">
            <a:extLst xmlns:a="http://schemas.openxmlformats.org/drawingml/2006/main">
              <a:ext uri="{FF2B5EF4-FFF2-40B4-BE49-F238E27FC236}">
                <a16:creationId xmlns:a16="http://schemas.microsoft.com/office/drawing/2014/main" id="{31FF1C87-2020-496C-BE4C-3C6493C60EBB}"/>
              </a:ext>
            </a:extLst>
          </p:cNvPr>
          <p:cNvSpPr>
            <a:spLocks xmlns:a="http://schemas.openxmlformats.org/drawingml/2006/main" noGrp="1"/>
          </p:cNvSpPr>
          <p:nvPr/>
        </p:nvSpPr>
        <p:spPr>
          <a:xfrm xmlns:a="http://schemas.openxmlformats.org/drawingml/2006/main">
            <a:off x="728662" y="3009900"/>
            <a:ext cx="1019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43" name="">
            <a:extLst xmlns:a="http://schemas.openxmlformats.org/drawingml/2006/main">
              <a:ext uri="{FF2B5EF4-FFF2-40B4-BE49-F238E27FC236}">
                <a16:creationId xmlns:a16="http://schemas.microsoft.com/office/drawing/2014/main" id="{EAB76816-DA5A-4FD0-B845-3F7DC277236C}"/>
              </a:ext>
            </a:extLst>
          </p:cNvPr>
          <p:cNvSpPr>
            <a:spLocks xmlns:a="http://schemas.openxmlformats.org/drawingml/2006/main" noGrp="1"/>
          </p:cNvSpPr>
          <p:nvPr/>
        </p:nvSpPr>
        <p:spPr>
          <a:xfrm xmlns:a="http://schemas.openxmlformats.org/drawingml/2006/main">
            <a:off x="4295775" y="3382804"/>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وتظهر</a:t>
            </a:r>
          </a:p>
        </p:txBody>
      </p:sp>
      <p:sp>
        <p:nvSpPr>
          <p:cNvPr id="44" name="">
            <a:extLst xmlns:a="http://schemas.openxmlformats.org/drawingml/2006/main">
              <a:ext uri="{FF2B5EF4-FFF2-40B4-BE49-F238E27FC236}">
                <a16:creationId xmlns:a16="http://schemas.microsoft.com/office/drawing/2014/main" id="{D20AC919-B13D-4B49-9A08-CA2AA34E1D83}"/>
              </a:ext>
            </a:extLst>
          </p:cNvPr>
          <p:cNvSpPr>
            <a:spLocks xmlns:a="http://schemas.openxmlformats.org/drawingml/2006/main" noGrp="1"/>
          </p:cNvSpPr>
          <p:nvPr/>
        </p:nvSpPr>
        <p:spPr>
          <a:xfrm xmlns:a="http://schemas.openxmlformats.org/drawingml/2006/main">
            <a:off x="3704273" y="3382804"/>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ضمن</a:t>
            </a:r>
          </a:p>
        </p:txBody>
      </p:sp>
      <p:sp>
        <p:nvSpPr>
          <p:cNvPr id="45" name="">
            <a:extLst xmlns:a="http://schemas.openxmlformats.org/drawingml/2006/main">
              <a:ext uri="{FF2B5EF4-FFF2-40B4-BE49-F238E27FC236}">
                <a16:creationId xmlns:a16="http://schemas.microsoft.com/office/drawing/2014/main" id="{6FB11D18-2D93-4B25-AE9F-AE0E9E851D8F}"/>
              </a:ext>
            </a:extLst>
          </p:cNvPr>
          <p:cNvSpPr>
            <a:spLocks xmlns:a="http://schemas.openxmlformats.org/drawingml/2006/main" noGrp="1"/>
          </p:cNvSpPr>
          <p:nvPr/>
        </p:nvSpPr>
        <p:spPr>
          <a:xfrm xmlns:a="http://schemas.openxmlformats.org/drawingml/2006/main">
            <a:off x="3122295"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تقرير</a:t>
            </a:r>
          </a:p>
        </p:txBody>
      </p:sp>
      <p:sp>
        <p:nvSpPr>
          <p:cNvPr id="46" name="">
            <a:extLst xmlns:a="http://schemas.openxmlformats.org/drawingml/2006/main">
              <a:ext uri="{FF2B5EF4-FFF2-40B4-BE49-F238E27FC236}">
                <a16:creationId xmlns:a16="http://schemas.microsoft.com/office/drawing/2014/main" id="{6C644CC9-AFAB-4992-9400-DCCEE7C46688}"/>
              </a:ext>
            </a:extLst>
          </p:cNvPr>
          <p:cNvSpPr>
            <a:spLocks xmlns:a="http://schemas.openxmlformats.org/drawingml/2006/main" noGrp="1"/>
          </p:cNvSpPr>
          <p:nvPr/>
        </p:nvSpPr>
        <p:spPr>
          <a:xfrm xmlns:a="http://schemas.openxmlformats.org/drawingml/2006/main">
            <a:off x="2502217" y="3382804"/>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الوارد</a:t>
            </a:r>
          </a:p>
        </p:txBody>
      </p:sp>
      <p:sp>
        <p:nvSpPr>
          <p:cNvPr id="47" name="">
            <a:extLst xmlns:a="http://schemas.openxmlformats.org/drawingml/2006/main">
              <a:ext uri="{FF2B5EF4-FFF2-40B4-BE49-F238E27FC236}">
                <a16:creationId xmlns:a16="http://schemas.microsoft.com/office/drawing/2014/main" id="{4D95F01C-6A73-488C-B348-69AEC7CB3B1F}"/>
              </a:ext>
            </a:extLst>
          </p:cNvPr>
          <p:cNvSpPr>
            <a:spLocks xmlns:a="http://schemas.openxmlformats.org/drawingml/2006/main" noGrp="1"/>
          </p:cNvSpPr>
          <p:nvPr/>
        </p:nvSpPr>
        <p:spPr>
          <a:xfrm xmlns:a="http://schemas.openxmlformats.org/drawingml/2006/main">
            <a:off x="1634490" y="3382804"/>
            <a:ext cx="790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وشهادات</a:t>
            </a:r>
          </a:p>
        </p:txBody>
      </p:sp>
      <p:sp>
        <p:nvSpPr>
          <p:cNvPr id="48" name="">
            <a:extLst xmlns:a="http://schemas.openxmlformats.org/drawingml/2006/main">
              <a:ext uri="{FF2B5EF4-FFF2-40B4-BE49-F238E27FC236}">
                <a16:creationId xmlns:a16="http://schemas.microsoft.com/office/drawing/2014/main" id="{945E90BF-9952-49F0-B756-4D7152528A3D}"/>
              </a:ext>
            </a:extLst>
          </p:cNvPr>
          <p:cNvSpPr>
            <a:spLocks xmlns:a="http://schemas.openxmlformats.org/drawingml/2006/main" noGrp="1"/>
          </p:cNvSpPr>
          <p:nvPr/>
        </p:nvSpPr>
        <p:spPr>
          <a:xfrm xmlns:a="http://schemas.openxmlformats.org/drawingml/2006/main">
            <a:off x="776287" y="3382804"/>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Tree>
    <p:extLst>
      <p:ext uri="{BB962C8B-B14F-4D97-AF65-F5344CB8AC3E}">
        <p14:creationId xmlns:p14="http://schemas.microsoft.com/office/powerpoint/2010/main" val="208926340"/>
      </p:ext>
    </p:extLst>
  </p:cSld>
</p:sld>
</file>

<file path=ppt/slides/slide11.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D4EEE82-F142-4D72-B5F9-A3CFB69B11FB}"/>
              </a:ext>
            </a:extLst>
          </p:cNvPr>
          <p:cNvSpPr>
            <a:spLocks xmlns:a="http://schemas.openxmlformats.org/drawingml/2006/main" noGrp="1"/>
          </p:cNvSpPr>
          <p:nvPr/>
        </p:nvSpPr>
        <p:spPr>
          <a:xfrm xmlns:a="http://schemas.openxmlformats.org/drawingml/2006/main">
            <a:off x="11077575" y="333375"/>
            <a:ext cx="4953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شهادات</a:t>
            </a:r>
          </a:p>
        </p:txBody>
      </p:sp>
      <p:sp>
        <p:nvSpPr>
          <p:cNvPr id="2" name="">
            <a:extLst xmlns:a="http://schemas.openxmlformats.org/drawingml/2006/main">
              <a:ext uri="{FF2B5EF4-FFF2-40B4-BE49-F238E27FC236}">
                <a16:creationId xmlns:a16="http://schemas.microsoft.com/office/drawing/2014/main" id="{FF64F06B-D995-44DC-8F82-71493D378900}"/>
              </a:ext>
            </a:extLst>
          </p:cNvPr>
          <p:cNvSpPr>
            <a:spLocks xmlns:a="http://schemas.openxmlformats.org/drawingml/2006/main" noGrp="1"/>
          </p:cNvSpPr>
          <p:nvPr/>
        </p:nvSpPr>
        <p:spPr>
          <a:xfrm xmlns:a="http://schemas.openxmlformats.org/drawingml/2006/main">
            <a:off x="10607040"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خامات</a:t>
            </a:r>
          </a:p>
        </p:txBody>
      </p:sp>
      <p:sp>
        <p:nvSpPr>
          <p:cNvPr id="3" name="">
            <a:extLst xmlns:a="http://schemas.openxmlformats.org/drawingml/2006/main">
              <a:ext uri="{FF2B5EF4-FFF2-40B4-BE49-F238E27FC236}">
                <a16:creationId xmlns:a16="http://schemas.microsoft.com/office/drawing/2014/main" id="{5EC73769-0E2C-454D-9B57-0ABCE55890D2}"/>
              </a:ext>
            </a:extLst>
          </p:cNvPr>
          <p:cNvSpPr>
            <a:spLocks xmlns:a="http://schemas.openxmlformats.org/drawingml/2006/main" noGrp="1"/>
          </p:cNvSpPr>
          <p:nvPr/>
        </p:nvSpPr>
        <p:spPr>
          <a:xfrm xmlns:a="http://schemas.openxmlformats.org/drawingml/2006/main">
            <a:off x="10174605" y="333375"/>
            <a:ext cx="3810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الجهة</a:t>
            </a:r>
          </a:p>
        </p:txBody>
      </p:sp>
      <p:sp>
        <p:nvSpPr>
          <p:cNvPr id="4" name="">
            <a:extLst xmlns:a="http://schemas.openxmlformats.org/drawingml/2006/main">
              <a:ext uri="{FF2B5EF4-FFF2-40B4-BE49-F238E27FC236}">
                <a16:creationId xmlns:a16="http://schemas.microsoft.com/office/drawing/2014/main" id="{1D9B24C5-148A-4AA5-B184-21BBF61940F2}"/>
              </a:ext>
            </a:extLst>
          </p:cNvPr>
          <p:cNvSpPr>
            <a:spLocks xmlns:a="http://schemas.openxmlformats.org/drawingml/2006/main" noGrp="1"/>
          </p:cNvSpPr>
          <p:nvPr/>
        </p:nvSpPr>
        <p:spPr>
          <a:xfrm xmlns:a="http://schemas.openxmlformats.org/drawingml/2006/main">
            <a:off x="9704070"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المالكة</a:t>
            </a:r>
          </a:p>
        </p:txBody>
      </p:sp>
      <p:sp>
        <p:nvSpPr>
          <p:cNvPr id="5" name="">
            <a:extLst xmlns:a="http://schemas.openxmlformats.org/drawingml/2006/main">
              <a:ext uri="{FF2B5EF4-FFF2-40B4-BE49-F238E27FC236}">
                <a16:creationId xmlns:a16="http://schemas.microsoft.com/office/drawing/2014/main" id="{6B136D41-76C6-4FDD-805E-44D98F9F0372}"/>
              </a:ext>
            </a:extLst>
          </p:cNvPr>
          <p:cNvSpPr>
            <a:spLocks xmlns:a="http://schemas.openxmlformats.org/drawingml/2006/main" noGrp="1"/>
          </p:cNvSpPr>
          <p:nvPr/>
        </p:nvSpPr>
        <p:spPr>
          <a:xfrm xmlns:a="http://schemas.openxmlformats.org/drawingml/2006/main">
            <a:off x="10848975" y="781050"/>
            <a:ext cx="7239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حدود</a:t>
            </a:r>
          </a:p>
        </p:txBody>
      </p:sp>
      <p:sp>
        <p:nvSpPr>
          <p:cNvPr id="6" name="">
            <a:extLst xmlns:a="http://schemas.openxmlformats.org/drawingml/2006/main">
              <a:ext uri="{FF2B5EF4-FFF2-40B4-BE49-F238E27FC236}">
                <a16:creationId xmlns:a16="http://schemas.microsoft.com/office/drawing/2014/main" id="{C2BB2699-642F-4D82-A659-4CB76BCF90AA}"/>
              </a:ext>
            </a:extLst>
          </p:cNvPr>
          <p:cNvSpPr>
            <a:spLocks xmlns:a="http://schemas.openxmlformats.org/drawingml/2006/main" noGrp="1"/>
          </p:cNvSpPr>
          <p:nvPr/>
        </p:nvSpPr>
        <p:spPr>
          <a:xfrm xmlns:a="http://schemas.openxmlformats.org/drawingml/2006/main">
            <a:off x="9871710" y="781050"/>
            <a:ext cx="8572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شهادة</a:t>
            </a:r>
          </a:p>
        </p:txBody>
      </p:sp>
      <p:sp>
        <p:nvSpPr>
          <p:cNvPr id="7" name="">
            <a:extLst xmlns:a="http://schemas.openxmlformats.org/drawingml/2006/main">
              <a:ext uri="{FF2B5EF4-FFF2-40B4-BE49-F238E27FC236}">
                <a16:creationId xmlns:a16="http://schemas.microsoft.com/office/drawing/2014/main" id="{AE1BBEBA-7BA4-4EC1-BCB1-AD54C7D6D657}"/>
              </a:ext>
            </a:extLst>
          </p:cNvPr>
          <p:cNvSpPr>
            <a:spLocks xmlns:a="http://schemas.openxmlformats.org/drawingml/2006/main" noGrp="1"/>
          </p:cNvSpPr>
          <p:nvPr/>
        </p:nvSpPr>
        <p:spPr>
          <a:xfrm xmlns:a="http://schemas.openxmlformats.org/drawingml/2006/main">
            <a:off x="8684895" y="781050"/>
            <a:ext cx="1066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الخامات</a:t>
            </a:r>
          </a:p>
        </p:txBody>
      </p:sp>
      <p:sp>
        <p:nvSpPr>
          <p:cNvPr id="8" name="">
            <a:extLst xmlns:a="http://schemas.openxmlformats.org/drawingml/2006/main">
              <a:ext uri="{FF2B5EF4-FFF2-40B4-BE49-F238E27FC236}">
                <a16:creationId xmlns:a16="http://schemas.microsoft.com/office/drawing/2014/main" id="{B604B720-62E8-40CA-86E2-782A126B9BD5}"/>
              </a:ext>
            </a:extLst>
          </p:cNvPr>
          <p:cNvSpPr>
            <a:spLocks xmlns:a="http://schemas.openxmlformats.org/drawingml/2006/main" noGrp="1"/>
          </p:cNvSpPr>
          <p:nvPr/>
        </p:nvSpPr>
        <p:spPr>
          <a:xfrm xmlns:a="http://schemas.openxmlformats.org/drawingml/2006/main">
            <a:off x="971550" y="6429375"/>
            <a:ext cx="21907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11</a:t>
            </a:r>
          </a:p>
        </p:txBody>
      </p:sp>
      <p:sp>
        <p:nvSpPr>
          <p:cNvPr id="9" name="">
            <a:extLst xmlns:a="http://schemas.openxmlformats.org/drawingml/2006/main">
              <a:ext uri="{FF2B5EF4-FFF2-40B4-BE49-F238E27FC236}">
                <a16:creationId xmlns:a16="http://schemas.microsoft.com/office/drawing/2014/main" id="{D0849544-DB73-4607-9ABD-8229B7BCD766}"/>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78595C5-597C-46FE-9CA3-4BF54976A306}"/>
              </a:ext>
            </a:extLst>
          </p:cNvPr>
          <p:cNvSpPr>
            <a:spLocks xmlns:a="http://schemas.openxmlformats.org/drawingml/2006/main" noGrp="1"/>
          </p:cNvSpPr>
          <p:nvPr/>
        </p:nvSpPr>
        <p:spPr>
          <a:xfrm xmlns:a="http://schemas.openxmlformats.org/drawingml/2006/main">
            <a:off x="10182225" y="180975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مثال:</a:t>
            </a:r>
          </a:p>
        </p:txBody>
      </p:sp>
      <p:sp>
        <p:nvSpPr>
          <p:cNvPr id="11" name="">
            <a:extLst xmlns:a="http://schemas.openxmlformats.org/drawingml/2006/main">
              <a:ext uri="{FF2B5EF4-FFF2-40B4-BE49-F238E27FC236}">
                <a16:creationId xmlns:a16="http://schemas.microsoft.com/office/drawing/2014/main" id="{0F3679F7-ACAE-4467-9391-FDB33F0DC8AC}"/>
              </a:ext>
            </a:extLst>
          </p:cNvPr>
          <p:cNvSpPr>
            <a:spLocks xmlns:a="http://schemas.openxmlformats.org/drawingml/2006/main" noGrp="1"/>
          </p:cNvSpPr>
          <p:nvPr/>
        </p:nvSpPr>
        <p:spPr>
          <a:xfrm xmlns:a="http://schemas.openxmlformats.org/drawingml/2006/main">
            <a:off x="9162098" y="1809750"/>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12" name="">
            <a:extLst xmlns:a="http://schemas.openxmlformats.org/drawingml/2006/main">
              <a:ext uri="{FF2B5EF4-FFF2-40B4-BE49-F238E27FC236}">
                <a16:creationId xmlns:a16="http://schemas.microsoft.com/office/drawing/2014/main" id="{00287B61-3B42-4F64-93E9-D371BB6B1DAC}"/>
              </a:ext>
            </a:extLst>
          </p:cNvPr>
          <p:cNvSpPr>
            <a:spLocks xmlns:a="http://schemas.openxmlformats.org/drawingml/2006/main" noGrp="1"/>
          </p:cNvSpPr>
          <p:nvPr/>
        </p:nvSpPr>
        <p:spPr>
          <a:xfrm xmlns:a="http://schemas.openxmlformats.org/drawingml/2006/main">
            <a:off x="8237220" y="1809750"/>
            <a:ext cx="847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50,000</a:t>
            </a:r>
          </a:p>
        </p:txBody>
      </p:sp>
      <p:sp>
        <p:nvSpPr>
          <p:cNvPr id="13" name="">
            <a:extLst xmlns:a="http://schemas.openxmlformats.org/drawingml/2006/main">
              <a:ext uri="{FF2B5EF4-FFF2-40B4-BE49-F238E27FC236}">
                <a16:creationId xmlns:a16="http://schemas.microsoft.com/office/drawing/2014/main" id="{AFE8E9A5-2076-4F3C-BBFB-822386A08B77}"/>
              </a:ext>
            </a:extLst>
          </p:cNvPr>
          <p:cNvSpPr>
            <a:spLocks xmlns:a="http://schemas.openxmlformats.org/drawingml/2006/main" noGrp="1"/>
          </p:cNvSpPr>
          <p:nvPr/>
        </p:nvSpPr>
        <p:spPr>
          <a:xfrm xmlns:a="http://schemas.openxmlformats.org/drawingml/2006/main">
            <a:off x="7340918" y="1809750"/>
            <a:ext cx="819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والخامات</a:t>
            </a:r>
          </a:p>
        </p:txBody>
      </p:sp>
      <p:sp>
        <p:nvSpPr>
          <p:cNvPr id="14" name="">
            <a:extLst xmlns:a="http://schemas.openxmlformats.org/drawingml/2006/main">
              <a:ext uri="{FF2B5EF4-FFF2-40B4-BE49-F238E27FC236}">
                <a16:creationId xmlns:a16="http://schemas.microsoft.com/office/drawing/2014/main" id="{699EE88B-4C46-4768-B5E1-5A6D94F6562C}"/>
              </a:ext>
            </a:extLst>
          </p:cNvPr>
          <p:cNvSpPr>
            <a:spLocks xmlns:a="http://schemas.openxmlformats.org/drawingml/2006/main" noGrp="1"/>
          </p:cNvSpPr>
          <p:nvPr/>
        </p:nvSpPr>
        <p:spPr>
          <a:xfrm xmlns:a="http://schemas.openxmlformats.org/drawingml/2006/main">
            <a:off x="6673215" y="180975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السابقة</a:t>
            </a:r>
          </a:p>
        </p:txBody>
      </p:sp>
      <p:sp>
        <p:nvSpPr>
          <p:cNvPr id="15" name="">
            <a:extLst xmlns:a="http://schemas.openxmlformats.org/drawingml/2006/main">
              <a:ext uri="{FF2B5EF4-FFF2-40B4-BE49-F238E27FC236}">
                <a16:creationId xmlns:a16="http://schemas.microsoft.com/office/drawing/2014/main" id="{958BFF8E-6504-4F1F-883D-D5A1759C6B3F}"/>
              </a:ext>
            </a:extLst>
          </p:cNvPr>
          <p:cNvSpPr>
            <a:spLocks xmlns:a="http://schemas.openxmlformats.org/drawingml/2006/main" noGrp="1"/>
          </p:cNvSpPr>
          <p:nvPr/>
        </p:nvSpPr>
        <p:spPr>
          <a:xfrm xmlns:a="http://schemas.openxmlformats.org/drawingml/2006/main">
            <a:off x="5672138" y="1809750"/>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12,000.</a:t>
            </a:r>
          </a:p>
        </p:txBody>
      </p:sp>
      <p:sp>
        <p:nvSpPr>
          <p:cNvPr id="16" name="">
            <a:extLst xmlns:a="http://schemas.openxmlformats.org/drawingml/2006/main">
              <a:ext uri="{FF2B5EF4-FFF2-40B4-BE49-F238E27FC236}">
                <a16:creationId xmlns:a16="http://schemas.microsoft.com/office/drawing/2014/main" id="{5DF2FF66-2743-43A9-ACB3-169C6206B104}"/>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2A1E5C56-B1C8-4B64-9559-BD92559DB77E}"/>
              </a:ext>
            </a:extLst>
          </p:cNvPr>
          <p:cNvSpPr>
            <a:spLocks xmlns:a="http://schemas.openxmlformats.org/drawingml/2006/main" noGrp="1"/>
          </p:cNvSpPr>
          <p:nvPr/>
        </p:nvSpPr>
        <p:spPr>
          <a:xfrm xmlns:a="http://schemas.openxmlformats.org/drawingml/2006/main">
            <a:off x="10153650" y="2733675"/>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شهادة</a:t>
            </a:r>
          </a:p>
        </p:txBody>
      </p:sp>
      <p:sp>
        <p:nvSpPr>
          <p:cNvPr id="18" name="">
            <a:extLst xmlns:a="http://schemas.openxmlformats.org/drawingml/2006/main">
              <a:ext uri="{FF2B5EF4-FFF2-40B4-BE49-F238E27FC236}">
                <a16:creationId xmlns:a16="http://schemas.microsoft.com/office/drawing/2014/main" id="{571A1A37-6BE1-4D9E-9D7E-1EB0C228F0FF}"/>
              </a:ext>
            </a:extLst>
          </p:cNvPr>
          <p:cNvSpPr>
            <a:spLocks xmlns:a="http://schemas.openxmlformats.org/drawingml/2006/main" noGrp="1"/>
          </p:cNvSpPr>
          <p:nvPr/>
        </p:nvSpPr>
        <p:spPr>
          <a:xfrm xmlns:a="http://schemas.openxmlformats.org/drawingml/2006/main">
            <a:off x="9571673"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جديدة</a:t>
            </a:r>
          </a:p>
        </p:txBody>
      </p:sp>
      <p:sp>
        <p:nvSpPr>
          <p:cNvPr id="19" name="">
            <a:extLst xmlns:a="http://schemas.openxmlformats.org/drawingml/2006/main">
              <a:ext uri="{FF2B5EF4-FFF2-40B4-BE49-F238E27FC236}">
                <a16:creationId xmlns:a16="http://schemas.microsoft.com/office/drawing/2014/main" id="{2C66A72D-1D3F-4F94-B8BF-DC3E62C2B0C5}"/>
              </a:ext>
            </a:extLst>
          </p:cNvPr>
          <p:cNvSpPr>
            <a:spLocks xmlns:a="http://schemas.openxmlformats.org/drawingml/2006/main" noGrp="1"/>
          </p:cNvSpPr>
          <p:nvPr/>
        </p:nvSpPr>
        <p:spPr>
          <a:xfrm xmlns:a="http://schemas.openxmlformats.org/drawingml/2006/main">
            <a:off x="8789670" y="2733675"/>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8,000</a:t>
            </a:r>
          </a:p>
        </p:txBody>
      </p:sp>
      <p:sp>
        <p:nvSpPr>
          <p:cNvPr id="20" name="">
            <a:extLst xmlns:a="http://schemas.openxmlformats.org/drawingml/2006/main">
              <a:ext uri="{FF2B5EF4-FFF2-40B4-BE49-F238E27FC236}">
                <a16:creationId xmlns:a16="http://schemas.microsoft.com/office/drawing/2014/main" id="{0239D7D9-D067-4248-8C76-299C75BA14A0}"/>
              </a:ext>
            </a:extLst>
          </p:cNvPr>
          <p:cNvSpPr>
            <a:spLocks xmlns:a="http://schemas.openxmlformats.org/drawingml/2006/main" noGrp="1"/>
          </p:cNvSpPr>
          <p:nvPr/>
        </p:nvSpPr>
        <p:spPr>
          <a:xfrm xmlns:a="http://schemas.openxmlformats.org/drawingml/2006/main">
            <a:off x="8217218" y="2733675"/>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تجعل</a:t>
            </a:r>
          </a:p>
        </p:txBody>
      </p:sp>
      <p:sp>
        <p:nvSpPr>
          <p:cNvPr id="21" name="">
            <a:extLst xmlns:a="http://schemas.openxmlformats.org/drawingml/2006/main">
              <a:ext uri="{FF2B5EF4-FFF2-40B4-BE49-F238E27FC236}">
                <a16:creationId xmlns:a16="http://schemas.microsoft.com/office/drawing/2014/main" id="{11DEA61B-BF84-4ED8-BAC9-12E8493EA756}"/>
              </a:ext>
            </a:extLst>
          </p:cNvPr>
          <p:cNvSpPr>
            <a:spLocks xmlns:a="http://schemas.openxmlformats.org/drawingml/2006/main" noGrp="1"/>
          </p:cNvSpPr>
          <p:nvPr/>
        </p:nvSpPr>
        <p:spPr>
          <a:xfrm xmlns:a="http://schemas.openxmlformats.org/drawingml/2006/main">
            <a:off x="7435215" y="2733675"/>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
        <p:nvSpPr>
          <p:cNvPr id="22" name="">
            <a:extLst xmlns:a="http://schemas.openxmlformats.org/drawingml/2006/main">
              <a:ext uri="{FF2B5EF4-FFF2-40B4-BE49-F238E27FC236}">
                <a16:creationId xmlns:a16="http://schemas.microsoft.com/office/drawing/2014/main" id="{D22BB05A-DFC0-4C2E-BAA4-86815EF3700B}"/>
              </a:ext>
            </a:extLst>
          </p:cNvPr>
          <p:cNvSpPr>
            <a:spLocks xmlns:a="http://schemas.openxmlformats.org/drawingml/2006/main" noGrp="1"/>
          </p:cNvSpPr>
          <p:nvPr/>
        </p:nvSpPr>
        <p:spPr>
          <a:xfrm xmlns:a="http://schemas.openxmlformats.org/drawingml/2006/main">
            <a:off x="6586538" y="2733675"/>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التراكمية</a:t>
            </a:r>
          </a:p>
        </p:txBody>
      </p:sp>
      <p:sp>
        <p:nvSpPr>
          <p:cNvPr id="23" name="">
            <a:extLst xmlns:a="http://schemas.openxmlformats.org/drawingml/2006/main">
              <a:ext uri="{FF2B5EF4-FFF2-40B4-BE49-F238E27FC236}">
                <a16:creationId xmlns:a16="http://schemas.microsoft.com/office/drawing/2014/main" id="{378AD4EC-A577-4808-8CF7-252005048D66}"/>
              </a:ext>
            </a:extLst>
          </p:cNvPr>
          <p:cNvSpPr>
            <a:spLocks xmlns:a="http://schemas.openxmlformats.org/drawingml/2006/main" noGrp="1"/>
          </p:cNvSpPr>
          <p:nvPr/>
        </p:nvSpPr>
        <p:spPr>
          <a:xfrm xmlns:a="http://schemas.openxmlformats.org/drawingml/2006/main">
            <a:off x="9744075" y="3106579"/>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20,000.</a:t>
            </a:r>
          </a:p>
        </p:txBody>
      </p:sp>
      <p:sp>
        <p:nvSpPr>
          <p:cNvPr id="24" name="">
            <a:extLst xmlns:a="http://schemas.openxmlformats.org/drawingml/2006/main">
              <a:ext uri="{FF2B5EF4-FFF2-40B4-BE49-F238E27FC236}">
                <a16:creationId xmlns:a16="http://schemas.microsoft.com/office/drawing/2014/main" id="{DB67C276-5484-4D7A-8A3E-695F61984A56}"/>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80328AB1-F5EA-4FAA-9098-73C8E1219C22}"/>
              </a:ext>
            </a:extLst>
          </p:cNvPr>
          <p:cNvSpPr>
            <a:spLocks xmlns:a="http://schemas.openxmlformats.org/drawingml/2006/main" noGrp="1"/>
          </p:cNvSpPr>
          <p:nvPr/>
        </p:nvSpPr>
        <p:spPr>
          <a:xfrm xmlns:a="http://schemas.openxmlformats.org/drawingml/2006/main">
            <a:off x="10153650" y="365760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شهادة</a:t>
            </a:r>
          </a:p>
        </p:txBody>
      </p:sp>
      <p:sp>
        <p:nvSpPr>
          <p:cNvPr id="26" name="">
            <a:extLst xmlns:a="http://schemas.openxmlformats.org/drawingml/2006/main">
              <a:ext uri="{FF2B5EF4-FFF2-40B4-BE49-F238E27FC236}">
                <a16:creationId xmlns:a16="http://schemas.microsoft.com/office/drawing/2014/main" id="{7F76E038-5A54-4974-AF58-77CF5FA8B36C}"/>
              </a:ext>
            </a:extLst>
          </p:cNvPr>
          <p:cNvSpPr>
            <a:spLocks xmlns:a="http://schemas.openxmlformats.org/drawingml/2006/main" noGrp="1"/>
          </p:cNvSpPr>
          <p:nvPr/>
        </p:nvSpPr>
        <p:spPr>
          <a:xfrm xmlns:a="http://schemas.openxmlformats.org/drawingml/2006/main">
            <a:off x="9571673" y="36576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جديدة</a:t>
            </a:r>
          </a:p>
        </p:txBody>
      </p:sp>
      <p:sp>
        <p:nvSpPr>
          <p:cNvPr id="27" name="">
            <a:extLst xmlns:a="http://schemas.openxmlformats.org/drawingml/2006/main">
              <a:ext uri="{FF2B5EF4-FFF2-40B4-BE49-F238E27FC236}">
                <a16:creationId xmlns:a16="http://schemas.microsoft.com/office/drawing/2014/main" id="{DC30042B-86F5-400A-BD2C-AABC7B606BD1}"/>
              </a:ext>
            </a:extLst>
          </p:cNvPr>
          <p:cNvSpPr>
            <a:spLocks xmlns:a="http://schemas.openxmlformats.org/drawingml/2006/main" noGrp="1"/>
          </p:cNvSpPr>
          <p:nvPr/>
        </p:nvSpPr>
        <p:spPr>
          <a:xfrm xmlns:a="http://schemas.openxmlformats.org/drawingml/2006/main">
            <a:off x="8646795" y="3657600"/>
            <a:ext cx="847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45,000</a:t>
            </a:r>
          </a:p>
        </p:txBody>
      </p:sp>
      <p:sp>
        <p:nvSpPr>
          <p:cNvPr id="28" name="">
            <a:extLst xmlns:a="http://schemas.openxmlformats.org/drawingml/2006/main">
              <a:ext uri="{FF2B5EF4-FFF2-40B4-BE49-F238E27FC236}">
                <a16:creationId xmlns:a16="http://schemas.microsoft.com/office/drawing/2014/main" id="{8AB69DA9-78EF-4C07-9567-E4F7250917F4}"/>
              </a:ext>
            </a:extLst>
          </p:cNvPr>
          <p:cNvSpPr>
            <a:spLocks xmlns:a="http://schemas.openxmlformats.org/drawingml/2006/main" noGrp="1"/>
          </p:cNvSpPr>
          <p:nvPr/>
        </p:nvSpPr>
        <p:spPr>
          <a:xfrm xmlns:a="http://schemas.openxmlformats.org/drawingml/2006/main">
            <a:off x="7998143" y="365760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تجعلها</a:t>
            </a:r>
          </a:p>
        </p:txBody>
      </p:sp>
      <p:sp>
        <p:nvSpPr>
          <p:cNvPr id="29" name="">
            <a:extLst xmlns:a="http://schemas.openxmlformats.org/drawingml/2006/main">
              <a:ext uri="{FF2B5EF4-FFF2-40B4-BE49-F238E27FC236}">
                <a16:creationId xmlns:a16="http://schemas.microsoft.com/office/drawing/2014/main" id="{34556963-2EE3-4A7D-8805-4FC6BE9CE762}"/>
              </a:ext>
            </a:extLst>
          </p:cNvPr>
          <p:cNvSpPr>
            <a:spLocks xmlns:a="http://schemas.openxmlformats.org/drawingml/2006/main" noGrp="1"/>
          </p:cNvSpPr>
          <p:nvPr/>
        </p:nvSpPr>
        <p:spPr>
          <a:xfrm xmlns:a="http://schemas.openxmlformats.org/drawingml/2006/main">
            <a:off x="7073265" y="3657600"/>
            <a:ext cx="847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57,000</a:t>
            </a:r>
          </a:p>
        </p:txBody>
      </p:sp>
      <p:sp>
        <p:nvSpPr>
          <p:cNvPr id="30" name="">
            <a:extLst xmlns:a="http://schemas.openxmlformats.org/drawingml/2006/main">
              <a:ext uri="{FF2B5EF4-FFF2-40B4-BE49-F238E27FC236}">
                <a16:creationId xmlns:a16="http://schemas.microsoft.com/office/drawing/2014/main" id="{BFA525A3-2AFF-4933-92E1-DA4A811FCF11}"/>
              </a:ext>
            </a:extLst>
          </p:cNvPr>
          <p:cNvSpPr>
            <a:spLocks xmlns:a="http://schemas.openxmlformats.org/drawingml/2006/main" noGrp="1"/>
          </p:cNvSpPr>
          <p:nvPr/>
        </p:nvSpPr>
        <p:spPr>
          <a:xfrm xmlns:a="http://schemas.openxmlformats.org/drawingml/2006/main">
            <a:off x="6234113" y="3657600"/>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فيرفضها</a:t>
            </a:r>
          </a:p>
        </p:txBody>
      </p:sp>
      <p:sp>
        <p:nvSpPr>
          <p:cNvPr id="31" name="">
            <a:extLst xmlns:a="http://schemas.openxmlformats.org/drawingml/2006/main">
              <a:ext uri="{FF2B5EF4-FFF2-40B4-BE49-F238E27FC236}">
                <a16:creationId xmlns:a16="http://schemas.microsoft.com/office/drawing/2014/main" id="{1401015F-3DB0-4736-9EED-0C842CB17F95}"/>
              </a:ext>
            </a:extLst>
          </p:cNvPr>
          <p:cNvSpPr>
            <a:spLocks xmlns:a="http://schemas.openxmlformats.org/drawingml/2006/main" noGrp="1"/>
          </p:cNvSpPr>
          <p:nvPr/>
        </p:nvSpPr>
        <p:spPr>
          <a:xfrm xmlns:a="http://schemas.openxmlformats.org/drawingml/2006/main">
            <a:off x="10067925" y="4030504"/>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32" name="">
            <a:extLst xmlns:a="http://schemas.openxmlformats.org/drawingml/2006/main">
              <a:ext uri="{FF2B5EF4-FFF2-40B4-BE49-F238E27FC236}">
                <a16:creationId xmlns:a16="http://schemas.microsoft.com/office/drawing/2014/main" id="{24F76E30-CB00-457E-A1BE-ED8AE27378F9}"/>
              </a:ext>
            </a:extLst>
          </p:cNvPr>
          <p:cNvSpPr>
            <a:spLocks xmlns:a="http://schemas.openxmlformats.org/drawingml/2006/main" noGrp="1"/>
          </p:cNvSpPr>
          <p:nvPr/>
        </p:nvSpPr>
        <p:spPr>
          <a:xfrm xmlns:a="http://schemas.openxmlformats.org/drawingml/2006/main">
            <a:off x="4505325" y="1924050"/>
            <a:ext cx="4000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ولو</a:t>
            </a:r>
          </a:p>
        </p:txBody>
      </p:sp>
      <p:sp>
        <p:nvSpPr>
          <p:cNvPr id="33" name="">
            <a:extLst xmlns:a="http://schemas.openxmlformats.org/drawingml/2006/main">
              <a:ext uri="{FF2B5EF4-FFF2-40B4-BE49-F238E27FC236}">
                <a16:creationId xmlns:a16="http://schemas.microsoft.com/office/drawing/2014/main" id="{0FB1333C-B84A-4794-BA25-F29ACB14B973}"/>
              </a:ext>
            </a:extLst>
          </p:cNvPr>
          <p:cNvSpPr>
            <a:spLocks xmlns:a="http://schemas.openxmlformats.org/drawingml/2006/main" noGrp="1"/>
          </p:cNvSpPr>
          <p:nvPr/>
        </p:nvSpPr>
        <p:spPr>
          <a:xfrm xmlns:a="http://schemas.openxmlformats.org/drawingml/2006/main">
            <a:off x="3635693" y="1924050"/>
            <a:ext cx="7810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الشهادة</a:t>
            </a:r>
          </a:p>
        </p:txBody>
      </p:sp>
      <p:sp>
        <p:nvSpPr>
          <p:cNvPr id="34" name="">
            <a:extLst xmlns:a="http://schemas.openxmlformats.org/drawingml/2006/main">
              <a:ext uri="{FF2B5EF4-FFF2-40B4-BE49-F238E27FC236}">
                <a16:creationId xmlns:a16="http://schemas.microsoft.com/office/drawing/2014/main" id="{5BFF86B6-C851-4C58-AF98-5B0B0C6D69E8}"/>
              </a:ext>
            </a:extLst>
          </p:cNvPr>
          <p:cNvSpPr>
            <a:spLocks xmlns:a="http://schemas.openxmlformats.org/drawingml/2006/main" noGrp="1"/>
          </p:cNvSpPr>
          <p:nvPr/>
        </p:nvSpPr>
        <p:spPr>
          <a:xfrm xmlns:a="http://schemas.openxmlformats.org/drawingml/2006/main">
            <a:off x="2994660" y="1924050"/>
            <a:ext cx="5524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غلط؟</a:t>
            </a:r>
          </a:p>
        </p:txBody>
      </p:sp>
      <p:sp>
        <p:nvSpPr>
          <p:cNvPr id="35" name="">
            <a:extLst xmlns:a="http://schemas.openxmlformats.org/drawingml/2006/main">
              <a:ext uri="{FF2B5EF4-FFF2-40B4-BE49-F238E27FC236}">
                <a16:creationId xmlns:a16="http://schemas.microsoft.com/office/drawing/2014/main" id="{F477677C-1559-428C-A644-CDE83B2621F2}"/>
              </a:ext>
            </a:extLst>
          </p:cNvPr>
          <p:cNvSpPr>
            <a:spLocks xmlns:a="http://schemas.openxmlformats.org/drawingml/2006/main" noGrp="1"/>
          </p:cNvSpPr>
          <p:nvPr/>
        </p:nvSpPr>
        <p:spPr>
          <a:xfrm xmlns:a="http://schemas.openxmlformats.org/drawingml/2006/main">
            <a:off x="4276725" y="3009900"/>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الشهادة</a:t>
            </a:r>
          </a:p>
        </p:txBody>
      </p:sp>
      <p:sp>
        <p:nvSpPr>
          <p:cNvPr id="36" name="">
            <a:extLst xmlns:a="http://schemas.openxmlformats.org/drawingml/2006/main">
              <a:ext uri="{FF2B5EF4-FFF2-40B4-BE49-F238E27FC236}">
                <a16:creationId xmlns:a16="http://schemas.microsoft.com/office/drawing/2014/main" id="{F95E4F5C-BF05-44F6-8632-CA4C43450556}"/>
              </a:ext>
            </a:extLst>
          </p:cNvPr>
          <p:cNvSpPr>
            <a:spLocks xmlns:a="http://schemas.openxmlformats.org/drawingml/2006/main" noGrp="1"/>
          </p:cNvSpPr>
          <p:nvPr/>
        </p:nvSpPr>
        <p:spPr>
          <a:xfrm xmlns:a="http://schemas.openxmlformats.org/drawingml/2006/main">
            <a:off x="3513773" y="3009900"/>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المرحّلة</a:t>
            </a:r>
          </a:p>
        </p:txBody>
      </p:sp>
      <p:sp>
        <p:nvSpPr>
          <p:cNvPr id="37" name="">
            <a:extLst xmlns:a="http://schemas.openxmlformats.org/drawingml/2006/main">
              <a:ext uri="{FF2B5EF4-FFF2-40B4-BE49-F238E27FC236}">
                <a16:creationId xmlns:a16="http://schemas.microsoft.com/office/drawing/2014/main" id="{3061C0C5-7CC6-41B6-8FC5-19BC8CA4FA16}"/>
              </a:ext>
            </a:extLst>
          </p:cNvPr>
          <p:cNvSpPr>
            <a:spLocks xmlns:a="http://schemas.openxmlformats.org/drawingml/2006/main" noGrp="1"/>
          </p:cNvSpPr>
          <p:nvPr/>
        </p:nvSpPr>
        <p:spPr>
          <a:xfrm xmlns:a="http://schemas.openxmlformats.org/drawingml/2006/main">
            <a:off x="2760345" y="300990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محاسبيًا</a:t>
            </a:r>
          </a:p>
        </p:txBody>
      </p:sp>
      <p:sp>
        <p:nvSpPr>
          <p:cNvPr id="38" name="">
            <a:extLst xmlns:a="http://schemas.openxmlformats.org/drawingml/2006/main">
              <a:ext uri="{FF2B5EF4-FFF2-40B4-BE49-F238E27FC236}">
                <a16:creationId xmlns:a16="http://schemas.microsoft.com/office/drawing/2014/main" id="{BE73FEFF-6496-43FF-B543-4E47F2A426A6}"/>
              </a:ext>
            </a:extLst>
          </p:cNvPr>
          <p:cNvSpPr>
            <a:spLocks xmlns:a="http://schemas.openxmlformats.org/drawingml/2006/main" noGrp="1"/>
          </p:cNvSpPr>
          <p:nvPr/>
        </p:nvSpPr>
        <p:spPr>
          <a:xfrm xmlns:a="http://schemas.openxmlformats.org/drawingml/2006/main">
            <a:off x="2159317" y="300990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تحتاج</a:t>
            </a:r>
          </a:p>
        </p:txBody>
      </p:sp>
      <p:sp>
        <p:nvSpPr>
          <p:cNvPr id="39" name="">
            <a:extLst xmlns:a="http://schemas.openxmlformats.org/drawingml/2006/main">
              <a:ext uri="{FF2B5EF4-FFF2-40B4-BE49-F238E27FC236}">
                <a16:creationId xmlns:a16="http://schemas.microsoft.com/office/drawing/2014/main" id="{69FB4473-22CC-4056-9074-44487831ED0E}"/>
              </a:ext>
            </a:extLst>
          </p:cNvPr>
          <p:cNvSpPr>
            <a:spLocks xmlns:a="http://schemas.openxmlformats.org/drawingml/2006/main" noGrp="1"/>
          </p:cNvSpPr>
          <p:nvPr/>
        </p:nvSpPr>
        <p:spPr>
          <a:xfrm xmlns:a="http://schemas.openxmlformats.org/drawingml/2006/main">
            <a:off x="1586865"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عكسًا</a:t>
            </a:r>
          </a:p>
        </p:txBody>
      </p:sp>
      <p:sp>
        <p:nvSpPr>
          <p:cNvPr id="40" name="">
            <a:extLst xmlns:a="http://schemas.openxmlformats.org/drawingml/2006/main">
              <a:ext uri="{FF2B5EF4-FFF2-40B4-BE49-F238E27FC236}">
                <a16:creationId xmlns:a16="http://schemas.microsoft.com/office/drawing/2014/main" id="{11595207-7332-49B1-8451-AB02B7878918}"/>
              </a:ext>
            </a:extLst>
          </p:cNvPr>
          <p:cNvSpPr>
            <a:spLocks xmlns:a="http://schemas.openxmlformats.org/drawingml/2006/main" noGrp="1"/>
          </p:cNvSpPr>
          <p:nvPr/>
        </p:nvSpPr>
        <p:spPr>
          <a:xfrm xmlns:a="http://schemas.openxmlformats.org/drawingml/2006/main">
            <a:off x="1042987"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موثقًا</a:t>
            </a:r>
          </a:p>
        </p:txBody>
      </p:sp>
      <p:sp>
        <p:nvSpPr>
          <p:cNvPr id="41" name="">
            <a:extLst xmlns:a="http://schemas.openxmlformats.org/drawingml/2006/main">
              <a:ext uri="{FF2B5EF4-FFF2-40B4-BE49-F238E27FC236}">
                <a16:creationId xmlns:a16="http://schemas.microsoft.com/office/drawing/2014/main" id="{D1EE89D6-9273-4398-8064-4D5DE9C321EC}"/>
              </a:ext>
            </a:extLst>
          </p:cNvPr>
          <p:cNvSpPr>
            <a:spLocks xmlns:a="http://schemas.openxmlformats.org/drawingml/2006/main" noGrp="1"/>
          </p:cNvSpPr>
          <p:nvPr/>
        </p:nvSpPr>
        <p:spPr>
          <a:xfrm xmlns:a="http://schemas.openxmlformats.org/drawingml/2006/main">
            <a:off x="4276725" y="3382804"/>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وشهادة</a:t>
            </a:r>
          </a:p>
        </p:txBody>
      </p:sp>
      <p:sp>
        <p:nvSpPr>
          <p:cNvPr id="42" name="">
            <a:extLst xmlns:a="http://schemas.openxmlformats.org/drawingml/2006/main">
              <a:ext uri="{FF2B5EF4-FFF2-40B4-BE49-F238E27FC236}">
                <a16:creationId xmlns:a16="http://schemas.microsoft.com/office/drawing/2014/main" id="{059D4E83-5B14-4F16-907C-B7DB6EC2AB24}"/>
              </a:ext>
            </a:extLst>
          </p:cNvPr>
          <p:cNvSpPr>
            <a:spLocks xmlns:a="http://schemas.openxmlformats.org/drawingml/2006/main" noGrp="1"/>
          </p:cNvSpPr>
          <p:nvPr/>
        </p:nvSpPr>
        <p:spPr>
          <a:xfrm xmlns:a="http://schemas.openxmlformats.org/drawingml/2006/main">
            <a:off x="3704273" y="3382804"/>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بديلة.</a:t>
            </a:r>
          </a:p>
        </p:txBody>
      </p:sp>
      <p:sp>
        <p:nvSpPr>
          <p:cNvPr id="43" name="">
            <a:extLst xmlns:a="http://schemas.openxmlformats.org/drawingml/2006/main">
              <a:ext uri="{FF2B5EF4-FFF2-40B4-BE49-F238E27FC236}">
                <a16:creationId xmlns:a16="http://schemas.microsoft.com/office/drawing/2014/main" id="{72E67DEE-C884-49BD-AE9B-9BA426049CE0}"/>
              </a:ext>
            </a:extLst>
          </p:cNvPr>
          <p:cNvSpPr>
            <a:spLocks xmlns:a="http://schemas.openxmlformats.org/drawingml/2006/main" noGrp="1"/>
          </p:cNvSpPr>
          <p:nvPr/>
        </p:nvSpPr>
        <p:spPr>
          <a:xfrm xmlns:a="http://schemas.openxmlformats.org/drawingml/2006/main">
            <a:off x="3427095" y="3382804"/>
            <a:ext cx="200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44" name="">
            <a:extLst xmlns:a="http://schemas.openxmlformats.org/drawingml/2006/main">
              <a:ext uri="{FF2B5EF4-FFF2-40B4-BE49-F238E27FC236}">
                <a16:creationId xmlns:a16="http://schemas.microsoft.com/office/drawing/2014/main" id="{5A77598D-8DBB-43DE-A74F-142538592F0F}"/>
              </a:ext>
            </a:extLst>
          </p:cNvPr>
          <p:cNvSpPr>
            <a:spLocks xmlns:a="http://schemas.openxmlformats.org/drawingml/2006/main" noGrp="1"/>
          </p:cNvSpPr>
          <p:nvPr/>
        </p:nvSpPr>
        <p:spPr>
          <a:xfrm xmlns:a="http://schemas.openxmlformats.org/drawingml/2006/main">
            <a:off x="2854642" y="3382804"/>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يسمح</a:t>
            </a:r>
          </a:p>
        </p:txBody>
      </p:sp>
      <p:sp>
        <p:nvSpPr>
          <p:cNvPr id="45" name="">
            <a:extLst xmlns:a="http://schemas.openxmlformats.org/drawingml/2006/main">
              <a:ext uri="{FF2B5EF4-FFF2-40B4-BE49-F238E27FC236}">
                <a16:creationId xmlns:a16="http://schemas.microsoft.com/office/drawing/2014/main" id="{3B1E86AA-8AAD-4C71-B6D2-FBB7C51EAC32}"/>
              </a:ext>
            </a:extLst>
          </p:cNvPr>
          <p:cNvSpPr>
            <a:spLocks xmlns:a="http://schemas.openxmlformats.org/drawingml/2006/main" noGrp="1"/>
          </p:cNvSpPr>
          <p:nvPr/>
        </p:nvSpPr>
        <p:spPr>
          <a:xfrm xmlns:a="http://schemas.openxmlformats.org/drawingml/2006/main">
            <a:off x="2253615"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46" name="">
            <a:extLst xmlns:a="http://schemas.openxmlformats.org/drawingml/2006/main">
              <a:ext uri="{FF2B5EF4-FFF2-40B4-BE49-F238E27FC236}">
                <a16:creationId xmlns:a16="http://schemas.microsoft.com/office/drawing/2014/main" id="{8B1B5F35-A3B6-48DE-8696-FF0C877FE930}"/>
              </a:ext>
            </a:extLst>
          </p:cNvPr>
          <p:cNvSpPr>
            <a:spLocks xmlns:a="http://schemas.openxmlformats.org/drawingml/2006/main" noGrp="1"/>
          </p:cNvSpPr>
          <p:nvPr/>
        </p:nvSpPr>
        <p:spPr>
          <a:xfrm xmlns:a="http://schemas.openxmlformats.org/drawingml/2006/main">
            <a:off x="1709737" y="3382804"/>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بنقلها</a:t>
            </a:r>
          </a:p>
        </p:txBody>
      </p:sp>
      <p:sp>
        <p:nvSpPr>
          <p:cNvPr id="47" name="">
            <a:extLst xmlns:a="http://schemas.openxmlformats.org/drawingml/2006/main">
              <a:ext uri="{FF2B5EF4-FFF2-40B4-BE49-F238E27FC236}">
                <a16:creationId xmlns:a16="http://schemas.microsoft.com/office/drawing/2014/main" id="{2394F5D6-6DAA-4AF5-BC05-A1CDF5D722C5}"/>
              </a:ext>
            </a:extLst>
          </p:cNvPr>
          <p:cNvSpPr>
            <a:spLocks xmlns:a="http://schemas.openxmlformats.org/drawingml/2006/main" noGrp="1"/>
          </p:cNvSpPr>
          <p:nvPr/>
        </p:nvSpPr>
        <p:spPr>
          <a:xfrm xmlns:a="http://schemas.openxmlformats.org/drawingml/2006/main">
            <a:off x="1308735" y="3382804"/>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إلى</a:t>
            </a:r>
          </a:p>
        </p:txBody>
      </p:sp>
      <p:sp>
        <p:nvSpPr>
          <p:cNvPr id="48" name="">
            <a:extLst xmlns:a="http://schemas.openxmlformats.org/drawingml/2006/main">
              <a:ext uri="{FF2B5EF4-FFF2-40B4-BE49-F238E27FC236}">
                <a16:creationId xmlns:a16="http://schemas.microsoft.com/office/drawing/2014/main" id="{BDA26E3C-FC6A-4D57-AA14-6E973FBA7999}"/>
              </a:ext>
            </a:extLst>
          </p:cNvPr>
          <p:cNvSpPr>
            <a:spLocks xmlns:a="http://schemas.openxmlformats.org/drawingml/2006/main" noGrp="1"/>
          </p:cNvSpPr>
          <p:nvPr/>
        </p:nvSpPr>
        <p:spPr>
          <a:xfrm xmlns:a="http://schemas.openxmlformats.org/drawingml/2006/main">
            <a:off x="4067175" y="3755707"/>
            <a:ext cx="838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مستخلص</a:t>
            </a:r>
          </a:p>
        </p:txBody>
      </p:sp>
      <p:sp>
        <p:nvSpPr>
          <p:cNvPr id="49" name="">
            <a:extLst xmlns:a="http://schemas.openxmlformats.org/drawingml/2006/main">
              <a:ext uri="{FF2B5EF4-FFF2-40B4-BE49-F238E27FC236}">
                <a16:creationId xmlns:a16="http://schemas.microsoft.com/office/drawing/2014/main" id="{07DE7E61-70E1-483F-B4CD-273B6C4BAE54}"/>
              </a:ext>
            </a:extLst>
          </p:cNvPr>
          <p:cNvSpPr>
            <a:spLocks xmlns:a="http://schemas.openxmlformats.org/drawingml/2006/main" noGrp="1"/>
          </p:cNvSpPr>
          <p:nvPr/>
        </p:nvSpPr>
        <p:spPr>
          <a:xfrm xmlns:a="http://schemas.openxmlformats.org/drawingml/2006/main">
            <a:off x="3542348" y="3755707"/>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آخر.</a:t>
            </a:r>
          </a:p>
        </p:txBody>
      </p:sp>
    </p:spTree>
    <p:extLst>
      <p:ext uri="{BB962C8B-B14F-4D97-AF65-F5344CB8AC3E}">
        <p14:creationId xmlns:p14="http://schemas.microsoft.com/office/powerpoint/2010/main" val="262022792"/>
      </p:ext>
    </p:extLst>
  </p:cSld>
</p:sld>
</file>

<file path=ppt/slides/slide12.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EB599D84-9F1D-420B-8AD3-63E4AF1751D5}"/>
              </a:ext>
            </a:extLst>
          </p:cNvPr>
          <p:cNvSpPr>
            <a:spLocks xmlns:a="http://schemas.openxmlformats.org/drawingml/2006/main" noGrp="1"/>
          </p:cNvSpPr>
          <p:nvPr/>
        </p:nvSpPr>
        <p:spPr>
          <a:xfrm xmlns:a="http://schemas.openxmlformats.org/drawingml/2006/main">
            <a:off x="11182350" y="333375"/>
            <a:ext cx="3905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العقود</a:t>
            </a:r>
          </a:p>
        </p:txBody>
      </p:sp>
      <p:sp>
        <p:nvSpPr>
          <p:cNvPr id="2" name="">
            <a:extLst xmlns:a="http://schemas.openxmlformats.org/drawingml/2006/main">
              <a:ext uri="{FF2B5EF4-FFF2-40B4-BE49-F238E27FC236}">
                <a16:creationId xmlns:a16="http://schemas.microsoft.com/office/drawing/2014/main" id="{29B1F3A0-8CF7-4AF6-86BC-97D2AD313A34}"/>
              </a:ext>
            </a:extLst>
          </p:cNvPr>
          <p:cNvSpPr>
            <a:spLocks xmlns:a="http://schemas.openxmlformats.org/drawingml/2006/main" noGrp="1"/>
          </p:cNvSpPr>
          <p:nvPr/>
        </p:nvSpPr>
        <p:spPr>
          <a:xfrm xmlns:a="http://schemas.openxmlformats.org/drawingml/2006/main">
            <a:off x="1066419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والوارد</a:t>
            </a:r>
          </a:p>
        </p:txBody>
      </p:sp>
      <p:sp>
        <p:nvSpPr>
          <p:cNvPr id="3" name="">
            <a:extLst xmlns:a="http://schemas.openxmlformats.org/drawingml/2006/main">
              <a:ext uri="{FF2B5EF4-FFF2-40B4-BE49-F238E27FC236}">
                <a16:creationId xmlns:a16="http://schemas.microsoft.com/office/drawing/2014/main" id="{5D6C8215-B9CF-420D-B622-DA2D1574C38E}"/>
              </a:ext>
            </a:extLst>
          </p:cNvPr>
          <p:cNvSpPr>
            <a:spLocks xmlns:a="http://schemas.openxmlformats.org/drawingml/2006/main" noGrp="1"/>
          </p:cNvSpPr>
          <p:nvPr/>
        </p:nvSpPr>
        <p:spPr>
          <a:xfrm xmlns:a="http://schemas.openxmlformats.org/drawingml/2006/main">
            <a:off x="10753725" y="781050"/>
            <a:ext cx="8191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مذكرة</a:t>
            </a:r>
          </a:p>
        </p:txBody>
      </p:sp>
      <p:sp>
        <p:nvSpPr>
          <p:cNvPr id="4" name="">
            <a:extLst xmlns:a="http://schemas.openxmlformats.org/drawingml/2006/main">
              <a:ext uri="{FF2B5EF4-FFF2-40B4-BE49-F238E27FC236}">
                <a16:creationId xmlns:a16="http://schemas.microsoft.com/office/drawing/2014/main" id="{E788A1B2-8EFB-4C0D-9BD7-95E811ECE0F6}"/>
              </a:ext>
            </a:extLst>
          </p:cNvPr>
          <p:cNvSpPr>
            <a:spLocks xmlns:a="http://schemas.openxmlformats.org/drawingml/2006/main" noGrp="1"/>
          </p:cNvSpPr>
          <p:nvPr/>
        </p:nvSpPr>
        <p:spPr>
          <a:xfrm xmlns:a="http://schemas.openxmlformats.org/drawingml/2006/main">
            <a:off x="9909810" y="781050"/>
            <a:ext cx="7239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الرفع</a:t>
            </a:r>
          </a:p>
        </p:txBody>
      </p:sp>
      <p:sp>
        <p:nvSpPr>
          <p:cNvPr id="5" name="">
            <a:extLst xmlns:a="http://schemas.openxmlformats.org/drawingml/2006/main">
              <a:ext uri="{FF2B5EF4-FFF2-40B4-BE49-F238E27FC236}">
                <a16:creationId xmlns:a16="http://schemas.microsoft.com/office/drawing/2014/main" id="{DD2924A9-0802-4E6B-BACF-5FD8493C2E31}"/>
              </a:ext>
            </a:extLst>
          </p:cNvPr>
          <p:cNvSpPr>
            <a:spLocks xmlns:a="http://schemas.openxmlformats.org/drawingml/2006/main" noGrp="1"/>
          </p:cNvSpPr>
          <p:nvPr/>
        </p:nvSpPr>
        <p:spPr>
          <a:xfrm xmlns:a="http://schemas.openxmlformats.org/drawingml/2006/main">
            <a:off x="8599170" y="781050"/>
            <a:ext cx="11906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والخفض</a:t>
            </a:r>
          </a:p>
        </p:txBody>
      </p:sp>
      <p:sp>
        <p:nvSpPr>
          <p:cNvPr id="6" name="">
            <a:extLst xmlns:a="http://schemas.openxmlformats.org/drawingml/2006/main">
              <a:ext uri="{FF2B5EF4-FFF2-40B4-BE49-F238E27FC236}">
                <a16:creationId xmlns:a16="http://schemas.microsoft.com/office/drawing/2014/main" id="{1057E4F9-9930-45BC-8586-C979020E6F4A}"/>
              </a:ext>
            </a:extLst>
          </p:cNvPr>
          <p:cNvSpPr>
            <a:spLocks xmlns:a="http://schemas.openxmlformats.org/drawingml/2006/main" noGrp="1"/>
          </p:cNvSpPr>
          <p:nvPr/>
        </p:nvSpPr>
        <p:spPr>
          <a:xfrm xmlns:a="http://schemas.openxmlformats.org/drawingml/2006/main">
            <a:off x="8060055" y="781050"/>
            <a:ext cx="4191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في</a:t>
            </a:r>
          </a:p>
        </p:txBody>
      </p:sp>
      <p:sp>
        <p:nvSpPr>
          <p:cNvPr id="7" name="">
            <a:extLst xmlns:a="http://schemas.openxmlformats.org/drawingml/2006/main">
              <a:ext uri="{FF2B5EF4-FFF2-40B4-BE49-F238E27FC236}">
                <a16:creationId xmlns:a16="http://schemas.microsoft.com/office/drawing/2014/main" id="{4F80EC8F-B2E5-4D59-AE23-809F90715F7E}"/>
              </a:ext>
            </a:extLst>
          </p:cNvPr>
          <p:cNvSpPr>
            <a:spLocks xmlns:a="http://schemas.openxmlformats.org/drawingml/2006/main" noGrp="1"/>
          </p:cNvSpPr>
          <p:nvPr/>
        </p:nvSpPr>
        <p:spPr>
          <a:xfrm xmlns:a="http://schemas.openxmlformats.org/drawingml/2006/main">
            <a:off x="6892290" y="781050"/>
            <a:ext cx="10477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الختامي</a:t>
            </a:r>
          </a:p>
        </p:txBody>
      </p:sp>
      <p:sp>
        <p:nvSpPr>
          <p:cNvPr id="8" name="">
            <a:extLst xmlns:a="http://schemas.openxmlformats.org/drawingml/2006/main">
              <a:ext uri="{FF2B5EF4-FFF2-40B4-BE49-F238E27FC236}">
                <a16:creationId xmlns:a16="http://schemas.microsoft.com/office/drawing/2014/main" id="{F308C9D5-EFB8-4F95-8F28-63097088744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12</a:t>
            </a:r>
          </a:p>
        </p:txBody>
      </p:sp>
      <p:sp>
        <p:nvSpPr>
          <p:cNvPr id="9" name="">
            <a:extLst xmlns:a="http://schemas.openxmlformats.org/drawingml/2006/main">
              <a:ext uri="{FF2B5EF4-FFF2-40B4-BE49-F238E27FC236}">
                <a16:creationId xmlns:a16="http://schemas.microsoft.com/office/drawing/2014/main" id="{BAFBF852-C5A0-4204-9122-490EE4335471}"/>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97CF5FE5-C39D-4B97-A7F6-CEF7AEBF91A3}"/>
              </a:ext>
            </a:extLst>
          </p:cNvPr>
          <p:cNvSpPr>
            <a:spLocks xmlns:a="http://schemas.openxmlformats.org/drawingml/2006/main" noGrp="1"/>
          </p:cNvSpPr>
          <p:nvPr/>
        </p:nvSpPr>
        <p:spPr>
          <a:xfrm xmlns:a="http://schemas.openxmlformats.org/drawingml/2006/main">
            <a:off x="10229850" y="180975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اختر</a:t>
            </a:r>
          </a:p>
        </p:txBody>
      </p:sp>
      <p:sp>
        <p:nvSpPr>
          <p:cNvPr id="11" name="">
            <a:extLst xmlns:a="http://schemas.openxmlformats.org/drawingml/2006/main">
              <a:ext uri="{FF2B5EF4-FFF2-40B4-BE49-F238E27FC236}">
                <a16:creationId xmlns:a16="http://schemas.microsoft.com/office/drawing/2014/main" id="{806D36C4-E6D7-4267-9FF2-A8E0C529846B}"/>
              </a:ext>
            </a:extLst>
          </p:cNvPr>
          <p:cNvSpPr>
            <a:spLocks xmlns:a="http://schemas.openxmlformats.org/drawingml/2006/main" noGrp="1"/>
          </p:cNvSpPr>
          <p:nvPr/>
        </p:nvSpPr>
        <p:spPr>
          <a:xfrm xmlns:a="http://schemas.openxmlformats.org/drawingml/2006/main">
            <a:off x="9781223" y="180975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نوع</a:t>
            </a:r>
          </a:p>
        </p:txBody>
      </p:sp>
      <p:sp>
        <p:nvSpPr>
          <p:cNvPr id="12" name="">
            <a:extLst xmlns:a="http://schemas.openxmlformats.org/drawingml/2006/main">
              <a:ext uri="{FF2B5EF4-FFF2-40B4-BE49-F238E27FC236}">
                <a16:creationId xmlns:a16="http://schemas.microsoft.com/office/drawing/2014/main" id="{0D30497D-A41F-4DF6-B936-468E12E39ECE}"/>
              </a:ext>
            </a:extLst>
          </p:cNvPr>
          <p:cNvSpPr>
            <a:spLocks xmlns:a="http://schemas.openxmlformats.org/drawingml/2006/main" noGrp="1"/>
          </p:cNvSpPr>
          <p:nvPr/>
        </p:nvSpPr>
        <p:spPr>
          <a:xfrm xmlns:a="http://schemas.openxmlformats.org/drawingml/2006/main">
            <a:off x="8761095" y="1809750"/>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13" name="">
            <a:extLst xmlns:a="http://schemas.openxmlformats.org/drawingml/2006/main">
              <a:ext uri="{FF2B5EF4-FFF2-40B4-BE49-F238E27FC236}">
                <a16:creationId xmlns:a16="http://schemas.microsoft.com/office/drawing/2014/main" id="{3A55C3C7-1EF9-4295-A73D-C286ECF5B4D4}"/>
              </a:ext>
            </a:extLst>
          </p:cNvPr>
          <p:cNvSpPr>
            <a:spLocks xmlns:a="http://schemas.openxmlformats.org/drawingml/2006/main" noGrp="1"/>
          </p:cNvSpPr>
          <p:nvPr/>
        </p:nvSpPr>
        <p:spPr>
          <a:xfrm xmlns:a="http://schemas.openxmlformats.org/drawingml/2006/main">
            <a:off x="8007668" y="180975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الختامي</a:t>
            </a:r>
          </a:p>
        </p:txBody>
      </p:sp>
      <p:sp>
        <p:nvSpPr>
          <p:cNvPr id="14" name="">
            <a:extLst xmlns:a="http://schemas.openxmlformats.org/drawingml/2006/main">
              <a:ext uri="{FF2B5EF4-FFF2-40B4-BE49-F238E27FC236}">
                <a16:creationId xmlns:a16="http://schemas.microsoft.com/office/drawing/2014/main" id="{5AEBE952-3371-4A38-A5BB-DF2D4BFEFA1B}"/>
              </a:ext>
            </a:extLst>
          </p:cNvPr>
          <p:cNvSpPr>
            <a:spLocks xmlns:a="http://schemas.openxmlformats.org/drawingml/2006/main" noGrp="1"/>
          </p:cNvSpPr>
          <p:nvPr/>
        </p:nvSpPr>
        <p:spPr>
          <a:xfrm xmlns:a="http://schemas.openxmlformats.org/drawingml/2006/main">
            <a:off x="7720965" y="180975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15" name="">
            <a:extLst xmlns:a="http://schemas.openxmlformats.org/drawingml/2006/main">
              <a:ext uri="{FF2B5EF4-FFF2-40B4-BE49-F238E27FC236}">
                <a16:creationId xmlns:a16="http://schemas.microsoft.com/office/drawing/2014/main" id="{584BEFAB-C240-4709-A39A-1A7DD892B2B2}"/>
              </a:ext>
            </a:extLst>
          </p:cNvPr>
          <p:cNvSpPr>
            <a:spLocks xmlns:a="http://schemas.openxmlformats.org/drawingml/2006/main" noGrp="1"/>
          </p:cNvSpPr>
          <p:nvPr/>
        </p:nvSpPr>
        <p:spPr>
          <a:xfrm xmlns:a="http://schemas.openxmlformats.org/drawingml/2006/main">
            <a:off x="7043738" y="180975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«نعم»</a:t>
            </a:r>
          </a:p>
        </p:txBody>
      </p:sp>
      <p:sp>
        <p:nvSpPr>
          <p:cNvPr id="16" name="">
            <a:extLst xmlns:a="http://schemas.openxmlformats.org/drawingml/2006/main">
              <a:ext uri="{FF2B5EF4-FFF2-40B4-BE49-F238E27FC236}">
                <a16:creationId xmlns:a16="http://schemas.microsoft.com/office/drawing/2014/main" id="{377ABF21-82B7-465B-B9B5-5628729178B3}"/>
              </a:ext>
            </a:extLst>
          </p:cNvPr>
          <p:cNvSpPr>
            <a:spLocks xmlns:a="http://schemas.openxmlformats.org/drawingml/2006/main" noGrp="1"/>
          </p:cNvSpPr>
          <p:nvPr/>
        </p:nvSpPr>
        <p:spPr>
          <a:xfrm xmlns:a="http://schemas.openxmlformats.org/drawingml/2006/main">
            <a:off x="6366510" y="180975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لمذكرة</a:t>
            </a:r>
          </a:p>
        </p:txBody>
      </p:sp>
      <p:sp>
        <p:nvSpPr>
          <p:cNvPr id="17" name="">
            <a:extLst xmlns:a="http://schemas.openxmlformats.org/drawingml/2006/main">
              <a:ext uri="{FF2B5EF4-FFF2-40B4-BE49-F238E27FC236}">
                <a16:creationId xmlns:a16="http://schemas.microsoft.com/office/drawing/2014/main" id="{558A08B2-D11F-47AE-AD60-E709AD2A0E97}"/>
              </a:ext>
            </a:extLst>
          </p:cNvPr>
          <p:cNvSpPr>
            <a:spLocks xmlns:a="http://schemas.openxmlformats.org/drawingml/2006/main" noGrp="1"/>
          </p:cNvSpPr>
          <p:nvPr/>
        </p:nvSpPr>
        <p:spPr>
          <a:xfrm xmlns:a="http://schemas.openxmlformats.org/drawingml/2006/main">
            <a:off x="9667875" y="2182654"/>
            <a:ext cx="1000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خفض/رفع.</a:t>
            </a:r>
          </a:p>
        </p:txBody>
      </p:sp>
      <p:sp>
        <p:nvSpPr>
          <p:cNvPr id="18" name="">
            <a:extLst xmlns:a="http://schemas.openxmlformats.org/drawingml/2006/main">
              <a:ext uri="{FF2B5EF4-FFF2-40B4-BE49-F238E27FC236}">
                <a16:creationId xmlns:a16="http://schemas.microsoft.com/office/drawing/2014/main" id="{B221EBC8-674F-4679-82FA-943629BA444D}"/>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9" name="">
            <a:extLst xmlns:a="http://schemas.openxmlformats.org/drawingml/2006/main">
              <a:ext uri="{FF2B5EF4-FFF2-40B4-BE49-F238E27FC236}">
                <a16:creationId xmlns:a16="http://schemas.microsoft.com/office/drawing/2014/main" id="{BE43F85A-C3D8-476D-A370-C9907C108764}"/>
              </a:ext>
            </a:extLst>
          </p:cNvPr>
          <p:cNvSpPr>
            <a:spLocks xmlns:a="http://schemas.openxmlformats.org/drawingml/2006/main" noGrp="1"/>
          </p:cNvSpPr>
          <p:nvPr/>
        </p:nvSpPr>
        <p:spPr>
          <a:xfrm xmlns:a="http://schemas.openxmlformats.org/drawingml/2006/main">
            <a:off x="10201275" y="2733675"/>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20" name="">
            <a:extLst xmlns:a="http://schemas.openxmlformats.org/drawingml/2006/main">
              <a:ext uri="{FF2B5EF4-FFF2-40B4-BE49-F238E27FC236}">
                <a16:creationId xmlns:a16="http://schemas.microsoft.com/office/drawing/2014/main" id="{C55EBF5E-BA29-4F8F-91EF-55DE90CA02FA}"/>
              </a:ext>
            </a:extLst>
          </p:cNvPr>
          <p:cNvSpPr>
            <a:spLocks xmlns:a="http://schemas.openxmlformats.org/drawingml/2006/main" noGrp="1"/>
          </p:cNvSpPr>
          <p:nvPr/>
        </p:nvSpPr>
        <p:spPr>
          <a:xfrm xmlns:a="http://schemas.openxmlformats.org/drawingml/2006/main">
            <a:off x="9743123" y="2733675"/>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بنود</a:t>
            </a:r>
          </a:p>
        </p:txBody>
      </p:sp>
      <p:sp>
        <p:nvSpPr>
          <p:cNvPr id="21" name="">
            <a:extLst xmlns:a="http://schemas.openxmlformats.org/drawingml/2006/main">
              <a:ext uri="{FF2B5EF4-FFF2-40B4-BE49-F238E27FC236}">
                <a16:creationId xmlns:a16="http://schemas.microsoft.com/office/drawing/2014/main" id="{6500C4E7-127C-42C3-B51F-10446735AF8A}"/>
              </a:ext>
            </a:extLst>
          </p:cNvPr>
          <p:cNvSpPr>
            <a:spLocks xmlns:a="http://schemas.openxmlformats.org/drawingml/2006/main" noGrp="1"/>
          </p:cNvSpPr>
          <p:nvPr/>
        </p:nvSpPr>
        <p:spPr>
          <a:xfrm xmlns:a="http://schemas.openxmlformats.org/drawingml/2006/main">
            <a:off x="9189720" y="2733675"/>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الرفع</a:t>
            </a:r>
          </a:p>
        </p:txBody>
      </p:sp>
      <p:sp>
        <p:nvSpPr>
          <p:cNvPr id="22" name="">
            <a:extLst xmlns:a="http://schemas.openxmlformats.org/drawingml/2006/main">
              <a:ext uri="{FF2B5EF4-FFF2-40B4-BE49-F238E27FC236}">
                <a16:creationId xmlns:a16="http://schemas.microsoft.com/office/drawing/2014/main" id="{3770B799-AFE7-4B3C-B2D0-1781AD62EFD6}"/>
              </a:ext>
            </a:extLst>
          </p:cNvPr>
          <p:cNvSpPr>
            <a:spLocks xmlns:a="http://schemas.openxmlformats.org/drawingml/2006/main" noGrp="1"/>
          </p:cNvSpPr>
          <p:nvPr/>
        </p:nvSpPr>
        <p:spPr>
          <a:xfrm xmlns:a="http://schemas.openxmlformats.org/drawingml/2006/main">
            <a:off x="8617268" y="2733675"/>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وبنود</a:t>
            </a:r>
          </a:p>
        </p:txBody>
      </p:sp>
      <p:sp>
        <p:nvSpPr>
          <p:cNvPr id="23" name="">
            <a:extLst xmlns:a="http://schemas.openxmlformats.org/drawingml/2006/main">
              <a:ext uri="{FF2B5EF4-FFF2-40B4-BE49-F238E27FC236}">
                <a16:creationId xmlns:a16="http://schemas.microsoft.com/office/drawing/2014/main" id="{06C80169-1141-453D-B61C-794C30ED4B59}"/>
              </a:ext>
            </a:extLst>
          </p:cNvPr>
          <p:cNvSpPr>
            <a:spLocks xmlns:a="http://schemas.openxmlformats.org/drawingml/2006/main" noGrp="1"/>
          </p:cNvSpPr>
          <p:nvPr/>
        </p:nvSpPr>
        <p:spPr>
          <a:xfrm xmlns:a="http://schemas.openxmlformats.org/drawingml/2006/main">
            <a:off x="7882890" y="2733675"/>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الخفض</a:t>
            </a:r>
          </a:p>
        </p:txBody>
      </p:sp>
      <p:sp>
        <p:nvSpPr>
          <p:cNvPr id="24" name="">
            <a:extLst xmlns:a="http://schemas.openxmlformats.org/drawingml/2006/main">
              <a:ext uri="{FF2B5EF4-FFF2-40B4-BE49-F238E27FC236}">
                <a16:creationId xmlns:a16="http://schemas.microsoft.com/office/drawing/2014/main" id="{CBC73C4D-1A31-449A-A6CC-B7C96B3A5F10}"/>
              </a:ext>
            </a:extLst>
          </p:cNvPr>
          <p:cNvSpPr>
            <a:spLocks xmlns:a="http://schemas.openxmlformats.org/drawingml/2006/main" noGrp="1"/>
          </p:cNvSpPr>
          <p:nvPr/>
        </p:nvSpPr>
        <p:spPr>
          <a:xfrm xmlns:a="http://schemas.openxmlformats.org/drawingml/2006/main">
            <a:off x="7205663" y="2733675"/>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والبنود</a:t>
            </a:r>
          </a:p>
        </p:txBody>
      </p:sp>
      <p:sp>
        <p:nvSpPr>
          <p:cNvPr id="25" name="">
            <a:extLst xmlns:a="http://schemas.openxmlformats.org/drawingml/2006/main">
              <a:ext uri="{FF2B5EF4-FFF2-40B4-BE49-F238E27FC236}">
                <a16:creationId xmlns:a16="http://schemas.microsoft.com/office/drawing/2014/main" id="{B7D548A6-A7FA-4817-B069-DAB87317B617}"/>
              </a:ext>
            </a:extLst>
          </p:cNvPr>
          <p:cNvSpPr>
            <a:spLocks xmlns:a="http://schemas.openxmlformats.org/drawingml/2006/main" noGrp="1"/>
          </p:cNvSpPr>
          <p:nvPr/>
        </p:nvSpPr>
        <p:spPr>
          <a:xfrm xmlns:a="http://schemas.openxmlformats.org/drawingml/2006/main">
            <a:off x="6576060"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الملغاة</a:t>
            </a:r>
          </a:p>
        </p:txBody>
      </p:sp>
      <p:sp>
        <p:nvSpPr>
          <p:cNvPr id="26" name="">
            <a:extLst xmlns:a="http://schemas.openxmlformats.org/drawingml/2006/main">
              <a:ext uri="{FF2B5EF4-FFF2-40B4-BE49-F238E27FC236}">
                <a16:creationId xmlns:a16="http://schemas.microsoft.com/office/drawing/2014/main" id="{06BE30FE-491A-4E5E-B60E-7F561E30D4CE}"/>
              </a:ext>
            </a:extLst>
          </p:cNvPr>
          <p:cNvSpPr>
            <a:spLocks xmlns:a="http://schemas.openxmlformats.org/drawingml/2006/main" noGrp="1"/>
          </p:cNvSpPr>
          <p:nvPr/>
        </p:nvSpPr>
        <p:spPr>
          <a:xfrm xmlns:a="http://schemas.openxmlformats.org/drawingml/2006/main">
            <a:off x="6184583" y="2733675"/>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كلًا</a:t>
            </a:r>
          </a:p>
        </p:txBody>
      </p:sp>
      <p:sp>
        <p:nvSpPr>
          <p:cNvPr id="27" name="">
            <a:extLst xmlns:a="http://schemas.openxmlformats.org/drawingml/2006/main">
              <a:ext uri="{FF2B5EF4-FFF2-40B4-BE49-F238E27FC236}">
                <a16:creationId xmlns:a16="http://schemas.microsoft.com/office/drawing/2014/main" id="{20B1C6E9-8684-4525-B21F-9EB466535166}"/>
              </a:ext>
            </a:extLst>
          </p:cNvPr>
          <p:cNvSpPr>
            <a:spLocks xmlns:a="http://schemas.openxmlformats.org/drawingml/2006/main" noGrp="1"/>
          </p:cNvSpPr>
          <p:nvPr/>
        </p:nvSpPr>
        <p:spPr>
          <a:xfrm xmlns:a="http://schemas.openxmlformats.org/drawingml/2006/main">
            <a:off x="5707380" y="2733675"/>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على</a:t>
            </a:r>
          </a:p>
        </p:txBody>
      </p:sp>
      <p:sp>
        <p:nvSpPr>
          <p:cNvPr id="28" name="">
            <a:extLst xmlns:a="http://schemas.openxmlformats.org/drawingml/2006/main">
              <a:ext uri="{FF2B5EF4-FFF2-40B4-BE49-F238E27FC236}">
                <a16:creationId xmlns:a16="http://schemas.microsoft.com/office/drawing/2014/main" id="{38863784-E5BF-44F3-8DCE-82C1F95F7144}"/>
              </a:ext>
            </a:extLst>
          </p:cNvPr>
          <p:cNvSpPr>
            <a:spLocks xmlns:a="http://schemas.openxmlformats.org/drawingml/2006/main" noGrp="1"/>
          </p:cNvSpPr>
          <p:nvPr/>
        </p:nvSpPr>
        <p:spPr>
          <a:xfrm xmlns:a="http://schemas.openxmlformats.org/drawingml/2006/main">
            <a:off x="10239375" y="3106579"/>
            <a:ext cx="428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حدة.</a:t>
            </a:r>
          </a:p>
        </p:txBody>
      </p:sp>
      <p:sp>
        <p:nvSpPr>
          <p:cNvPr id="29" name="">
            <a:extLst xmlns:a="http://schemas.openxmlformats.org/drawingml/2006/main">
              <a:ext uri="{FF2B5EF4-FFF2-40B4-BE49-F238E27FC236}">
                <a16:creationId xmlns:a16="http://schemas.microsoft.com/office/drawing/2014/main" id="{6CB2377F-C563-4A0C-A48D-0907CEAF59B6}"/>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407E2661-1FE9-4AF4-943B-8FCE7B9E686E}"/>
              </a:ext>
            </a:extLst>
          </p:cNvPr>
          <p:cNvSpPr>
            <a:spLocks xmlns:a="http://schemas.openxmlformats.org/drawingml/2006/main" noGrp="1"/>
          </p:cNvSpPr>
          <p:nvPr/>
        </p:nvSpPr>
        <p:spPr>
          <a:xfrm xmlns:a="http://schemas.openxmlformats.org/drawingml/2006/main">
            <a:off x="10210800" y="36576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أرفق</a:t>
            </a:r>
          </a:p>
        </p:txBody>
      </p:sp>
      <p:sp>
        <p:nvSpPr>
          <p:cNvPr id="31" name="">
            <a:extLst xmlns:a="http://schemas.openxmlformats.org/drawingml/2006/main">
              <a:ext uri="{FF2B5EF4-FFF2-40B4-BE49-F238E27FC236}">
                <a16:creationId xmlns:a16="http://schemas.microsoft.com/office/drawing/2014/main" id="{A54193D5-629C-4222-B4D5-53FFD7A6D8EA}"/>
              </a:ext>
            </a:extLst>
          </p:cNvPr>
          <p:cNvSpPr>
            <a:spLocks xmlns:a="http://schemas.openxmlformats.org/drawingml/2006/main" noGrp="1"/>
          </p:cNvSpPr>
          <p:nvPr/>
        </p:nvSpPr>
        <p:spPr>
          <a:xfrm xmlns:a="http://schemas.openxmlformats.org/drawingml/2006/main">
            <a:off x="9409748" y="3657600"/>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المذكرة.</a:t>
            </a:r>
          </a:p>
        </p:txBody>
      </p:sp>
      <p:sp>
        <p:nvSpPr>
          <p:cNvPr id="32" name="">
            <a:extLst xmlns:a="http://schemas.openxmlformats.org/drawingml/2006/main">
              <a:ext uri="{FF2B5EF4-FFF2-40B4-BE49-F238E27FC236}">
                <a16:creationId xmlns:a16="http://schemas.microsoft.com/office/drawing/2014/main" id="{C06E947C-1F05-495C-9937-B02A57820432}"/>
              </a:ext>
            </a:extLst>
          </p:cNvPr>
          <p:cNvSpPr>
            <a:spLocks xmlns:a="http://schemas.openxmlformats.org/drawingml/2006/main" noGrp="1"/>
          </p:cNvSpPr>
          <p:nvPr/>
        </p:nvSpPr>
        <p:spPr>
          <a:xfrm xmlns:a="http://schemas.openxmlformats.org/drawingml/2006/main">
            <a:off x="8884920" y="36576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يجب</a:t>
            </a:r>
          </a:p>
        </p:txBody>
      </p:sp>
      <p:sp>
        <p:nvSpPr>
          <p:cNvPr id="33" name="">
            <a:extLst xmlns:a="http://schemas.openxmlformats.org/drawingml/2006/main">
              <a:ext uri="{FF2B5EF4-FFF2-40B4-BE49-F238E27FC236}">
                <a16:creationId xmlns:a16="http://schemas.microsoft.com/office/drawing/2014/main" id="{51198255-2A1C-4CDF-849E-DCF95E706165}"/>
              </a:ext>
            </a:extLst>
          </p:cNvPr>
          <p:cNvSpPr>
            <a:spLocks xmlns:a="http://schemas.openxmlformats.org/drawingml/2006/main" noGrp="1"/>
          </p:cNvSpPr>
          <p:nvPr/>
        </p:nvSpPr>
        <p:spPr>
          <a:xfrm xmlns:a="http://schemas.openxmlformats.org/drawingml/2006/main">
            <a:off x="8560118" y="3657600"/>
            <a:ext cx="247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أن</a:t>
            </a:r>
          </a:p>
        </p:txBody>
      </p:sp>
      <p:sp>
        <p:nvSpPr>
          <p:cNvPr id="34" name="">
            <a:extLst xmlns:a="http://schemas.openxmlformats.org/drawingml/2006/main">
              <a:ext uri="{FF2B5EF4-FFF2-40B4-BE49-F238E27FC236}">
                <a16:creationId xmlns:a16="http://schemas.microsoft.com/office/drawing/2014/main" id="{7F6F6C66-AFF2-49FE-B86D-CFB894E7ECFA}"/>
              </a:ext>
            </a:extLst>
          </p:cNvPr>
          <p:cNvSpPr>
            <a:spLocks xmlns:a="http://schemas.openxmlformats.org/drawingml/2006/main" noGrp="1"/>
          </p:cNvSpPr>
          <p:nvPr/>
        </p:nvSpPr>
        <p:spPr>
          <a:xfrm xmlns:a="http://schemas.openxmlformats.org/drawingml/2006/main">
            <a:off x="7882890" y="36576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يساوي</a:t>
            </a:r>
          </a:p>
        </p:txBody>
      </p:sp>
      <p:sp>
        <p:nvSpPr>
          <p:cNvPr id="35" name="">
            <a:extLst xmlns:a="http://schemas.openxmlformats.org/drawingml/2006/main">
              <a:ext uri="{FF2B5EF4-FFF2-40B4-BE49-F238E27FC236}">
                <a16:creationId xmlns:a16="http://schemas.microsoft.com/office/drawing/2014/main" id="{31A83511-8995-4576-9403-A12A5B03C4EE}"/>
              </a:ext>
            </a:extLst>
          </p:cNvPr>
          <p:cNvSpPr>
            <a:spLocks xmlns:a="http://schemas.openxmlformats.org/drawingml/2006/main" noGrp="1"/>
          </p:cNvSpPr>
          <p:nvPr/>
        </p:nvSpPr>
        <p:spPr>
          <a:xfrm xmlns:a="http://schemas.openxmlformats.org/drawingml/2006/main">
            <a:off x="7129463" y="365760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الختامي</a:t>
            </a:r>
          </a:p>
        </p:txBody>
      </p:sp>
      <p:sp>
        <p:nvSpPr>
          <p:cNvPr id="36" name="">
            <a:extLst xmlns:a="http://schemas.openxmlformats.org/drawingml/2006/main">
              <a:ext uri="{FF2B5EF4-FFF2-40B4-BE49-F238E27FC236}">
                <a16:creationId xmlns:a16="http://schemas.microsoft.com/office/drawing/2014/main" id="{5CEA37E7-6D21-4948-9F36-3E42D924C924}"/>
              </a:ext>
            </a:extLst>
          </p:cNvPr>
          <p:cNvSpPr>
            <a:spLocks xmlns:a="http://schemas.openxmlformats.org/drawingml/2006/main" noGrp="1"/>
          </p:cNvSpPr>
          <p:nvPr/>
        </p:nvSpPr>
        <p:spPr>
          <a:xfrm xmlns:a="http://schemas.openxmlformats.org/drawingml/2006/main">
            <a:off x="6661785" y="3657600"/>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قيمة</a:t>
            </a:r>
          </a:p>
        </p:txBody>
      </p:sp>
      <p:sp>
        <p:nvSpPr>
          <p:cNvPr id="37" name="">
            <a:extLst xmlns:a="http://schemas.openxmlformats.org/drawingml/2006/main">
              <a:ext uri="{FF2B5EF4-FFF2-40B4-BE49-F238E27FC236}">
                <a16:creationId xmlns:a16="http://schemas.microsoft.com/office/drawing/2014/main" id="{92B2091C-2918-4B39-9EE9-99D257B0D1D9}"/>
              </a:ext>
            </a:extLst>
          </p:cNvPr>
          <p:cNvSpPr>
            <a:spLocks xmlns:a="http://schemas.openxmlformats.org/drawingml/2006/main" noGrp="1"/>
          </p:cNvSpPr>
          <p:nvPr/>
        </p:nvSpPr>
        <p:spPr>
          <a:xfrm xmlns:a="http://schemas.openxmlformats.org/drawingml/2006/main">
            <a:off x="6156008" y="3657600"/>
            <a:ext cx="428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العقد</a:t>
            </a:r>
          </a:p>
        </p:txBody>
      </p:sp>
      <p:sp>
        <p:nvSpPr>
          <p:cNvPr id="38" name="">
            <a:extLst xmlns:a="http://schemas.openxmlformats.org/drawingml/2006/main">
              <a:ext uri="{FF2B5EF4-FFF2-40B4-BE49-F238E27FC236}">
                <a16:creationId xmlns:a16="http://schemas.microsoft.com/office/drawing/2014/main" id="{24E522F4-5555-46C4-9CAD-215E9FAFE711}"/>
              </a:ext>
            </a:extLst>
          </p:cNvPr>
          <p:cNvSpPr>
            <a:spLocks xmlns:a="http://schemas.openxmlformats.org/drawingml/2006/main" noGrp="1"/>
          </p:cNvSpPr>
          <p:nvPr/>
        </p:nvSpPr>
        <p:spPr>
          <a:xfrm xmlns:a="http://schemas.openxmlformats.org/drawingml/2006/main">
            <a:off x="5764530" y="3657600"/>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بعد</a:t>
            </a:r>
          </a:p>
        </p:txBody>
      </p:sp>
      <p:sp>
        <p:nvSpPr>
          <p:cNvPr id="39" name="">
            <a:extLst xmlns:a="http://schemas.openxmlformats.org/drawingml/2006/main">
              <a:ext uri="{FF2B5EF4-FFF2-40B4-BE49-F238E27FC236}">
                <a16:creationId xmlns:a16="http://schemas.microsoft.com/office/drawing/2014/main" id="{687CF777-8500-4625-9635-2F37611E7938}"/>
              </a:ext>
            </a:extLst>
          </p:cNvPr>
          <p:cNvSpPr>
            <a:spLocks xmlns:a="http://schemas.openxmlformats.org/drawingml/2006/main" noGrp="1"/>
          </p:cNvSpPr>
          <p:nvPr/>
        </p:nvSpPr>
        <p:spPr>
          <a:xfrm xmlns:a="http://schemas.openxmlformats.org/drawingml/2006/main">
            <a:off x="9982200" y="4030504"/>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التعديل.</a:t>
            </a:r>
          </a:p>
        </p:txBody>
      </p:sp>
      <p:sp>
        <p:nvSpPr>
          <p:cNvPr id="40" name="">
            <a:extLst xmlns:a="http://schemas.openxmlformats.org/drawingml/2006/main">
              <a:ext uri="{FF2B5EF4-FFF2-40B4-BE49-F238E27FC236}">
                <a16:creationId xmlns:a16="http://schemas.microsoft.com/office/drawing/2014/main" id="{7436CCBB-3D09-4D56-A854-919ADE0911D8}"/>
              </a:ext>
            </a:extLst>
          </p:cNvPr>
          <p:cNvSpPr>
            <a:spLocks xmlns:a="http://schemas.openxmlformats.org/drawingml/2006/main" noGrp="1"/>
          </p:cNvSpPr>
          <p:nvPr/>
        </p:nvSpPr>
        <p:spPr>
          <a:xfrm xmlns:a="http://schemas.openxmlformats.org/drawingml/2006/main">
            <a:off x="4572000" y="1924050"/>
            <a:ext cx="3333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هل</a:t>
            </a:r>
          </a:p>
        </p:txBody>
      </p:sp>
      <p:sp>
        <p:nvSpPr>
          <p:cNvPr id="41" name="">
            <a:extLst xmlns:a="http://schemas.openxmlformats.org/drawingml/2006/main">
              <a:ext uri="{FF2B5EF4-FFF2-40B4-BE49-F238E27FC236}">
                <a16:creationId xmlns:a16="http://schemas.microsoft.com/office/drawing/2014/main" id="{DCB039DC-11F4-4CD9-A6DB-F304D88F40D1}"/>
              </a:ext>
            </a:extLst>
          </p:cNvPr>
          <p:cNvSpPr>
            <a:spLocks xmlns:a="http://schemas.openxmlformats.org/drawingml/2006/main" noGrp="1"/>
          </p:cNvSpPr>
          <p:nvPr/>
        </p:nvSpPr>
        <p:spPr>
          <a:xfrm xmlns:a="http://schemas.openxmlformats.org/drawingml/2006/main">
            <a:off x="3749993" y="1924050"/>
            <a:ext cx="7334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أضيفها</a:t>
            </a:r>
          </a:p>
        </p:txBody>
      </p:sp>
      <p:sp>
        <p:nvSpPr>
          <p:cNvPr id="42" name="">
            <a:extLst xmlns:a="http://schemas.openxmlformats.org/drawingml/2006/main">
              <a:ext uri="{FF2B5EF4-FFF2-40B4-BE49-F238E27FC236}">
                <a16:creationId xmlns:a16="http://schemas.microsoft.com/office/drawing/2014/main" id="{7C5B4717-3C56-4791-AFE4-2EE2E091ADF3}"/>
              </a:ext>
            </a:extLst>
          </p:cNvPr>
          <p:cNvSpPr>
            <a:spLocks xmlns:a="http://schemas.openxmlformats.org/drawingml/2006/main" noGrp="1"/>
          </p:cNvSpPr>
          <p:nvPr/>
        </p:nvSpPr>
        <p:spPr>
          <a:xfrm xmlns:a="http://schemas.openxmlformats.org/drawingml/2006/main">
            <a:off x="3204210" y="1924050"/>
            <a:ext cx="4572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على</a:t>
            </a:r>
          </a:p>
        </p:txBody>
      </p:sp>
      <p:sp>
        <p:nvSpPr>
          <p:cNvPr id="43" name="">
            <a:extLst xmlns:a="http://schemas.openxmlformats.org/drawingml/2006/main">
              <a:ext uri="{FF2B5EF4-FFF2-40B4-BE49-F238E27FC236}">
                <a16:creationId xmlns:a16="http://schemas.microsoft.com/office/drawing/2014/main" id="{E37A4B24-5AC5-4FC0-8BC7-0A427E5540EF}"/>
              </a:ext>
            </a:extLst>
          </p:cNvPr>
          <p:cNvSpPr>
            <a:spLocks xmlns:a="http://schemas.openxmlformats.org/drawingml/2006/main" noGrp="1"/>
          </p:cNvSpPr>
          <p:nvPr/>
        </p:nvSpPr>
        <p:spPr>
          <a:xfrm xmlns:a="http://schemas.openxmlformats.org/drawingml/2006/main">
            <a:off x="2410777" y="1924050"/>
            <a:ext cx="7048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جاري؟</a:t>
            </a:r>
          </a:p>
        </p:txBody>
      </p:sp>
      <p:sp>
        <p:nvSpPr>
          <p:cNvPr id="44" name="">
            <a:extLst xmlns:a="http://schemas.openxmlformats.org/drawingml/2006/main">
              <a:ext uri="{FF2B5EF4-FFF2-40B4-BE49-F238E27FC236}">
                <a16:creationId xmlns:a16="http://schemas.microsoft.com/office/drawing/2014/main" id="{76574356-B993-4F1F-BCF5-5B5B6D8BC398}"/>
              </a:ext>
            </a:extLst>
          </p:cNvPr>
          <p:cNvSpPr>
            <a:spLocks xmlns:a="http://schemas.openxmlformats.org/drawingml/2006/main" noGrp="1"/>
          </p:cNvSpPr>
          <p:nvPr/>
        </p:nvSpPr>
        <p:spPr>
          <a:xfrm xmlns:a="http://schemas.openxmlformats.org/drawingml/2006/main">
            <a:off x="4629150" y="3009900"/>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45" name="">
            <a:extLst xmlns:a="http://schemas.openxmlformats.org/drawingml/2006/main">
              <a:ext uri="{FF2B5EF4-FFF2-40B4-BE49-F238E27FC236}">
                <a16:creationId xmlns:a16="http://schemas.microsoft.com/office/drawing/2014/main" id="{F3A44158-80CA-488D-8313-D14FD9030393}"/>
              </a:ext>
            </a:extLst>
          </p:cNvPr>
          <p:cNvSpPr>
            <a:spLocks xmlns:a="http://schemas.openxmlformats.org/drawingml/2006/main" noGrp="1"/>
          </p:cNvSpPr>
          <p:nvPr/>
        </p:nvSpPr>
        <p:spPr>
          <a:xfrm xmlns:a="http://schemas.openxmlformats.org/drawingml/2006/main">
            <a:off x="3894773" y="30099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المذكرة</a:t>
            </a:r>
          </a:p>
        </p:txBody>
      </p:sp>
      <p:sp>
        <p:nvSpPr>
          <p:cNvPr id="46" name="">
            <a:extLst xmlns:a="http://schemas.openxmlformats.org/drawingml/2006/main">
              <a:ext uri="{FF2B5EF4-FFF2-40B4-BE49-F238E27FC236}">
                <a16:creationId xmlns:a16="http://schemas.microsoft.com/office/drawing/2014/main" id="{18C1977C-1E7D-4576-B84A-100B3D0B092C}"/>
              </a:ext>
            </a:extLst>
          </p:cNvPr>
          <p:cNvSpPr>
            <a:spLocks xmlns:a="http://schemas.openxmlformats.org/drawingml/2006/main" noGrp="1"/>
          </p:cNvSpPr>
          <p:nvPr/>
        </p:nvSpPr>
        <p:spPr>
          <a:xfrm xmlns:a="http://schemas.openxmlformats.org/drawingml/2006/main">
            <a:off x="3531870" y="3009900"/>
            <a:ext cx="285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في</a:t>
            </a:r>
          </a:p>
        </p:txBody>
      </p:sp>
      <p:sp>
        <p:nvSpPr>
          <p:cNvPr id="47" name="">
            <a:extLst xmlns:a="http://schemas.openxmlformats.org/drawingml/2006/main">
              <a:ext uri="{FF2B5EF4-FFF2-40B4-BE49-F238E27FC236}">
                <a16:creationId xmlns:a16="http://schemas.microsoft.com/office/drawing/2014/main" id="{1FD195C4-B1D4-4895-8D7D-E46049A4D3E0}"/>
              </a:ext>
            </a:extLst>
          </p:cNvPr>
          <p:cNvSpPr>
            <a:spLocks xmlns:a="http://schemas.openxmlformats.org/drawingml/2006/main" noGrp="1"/>
          </p:cNvSpPr>
          <p:nvPr/>
        </p:nvSpPr>
        <p:spPr>
          <a:xfrm xmlns:a="http://schemas.openxmlformats.org/drawingml/2006/main">
            <a:off x="3140392" y="3009900"/>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هذا</a:t>
            </a:r>
          </a:p>
        </p:txBody>
      </p:sp>
      <p:sp>
        <p:nvSpPr>
          <p:cNvPr id="48" name="">
            <a:extLst xmlns:a="http://schemas.openxmlformats.org/drawingml/2006/main">
              <a:ext uri="{FF2B5EF4-FFF2-40B4-BE49-F238E27FC236}">
                <a16:creationId xmlns:a16="http://schemas.microsoft.com/office/drawing/2014/main" id="{F6EF0FFE-7357-4185-9D89-86E6E6C43F93}"/>
              </a:ext>
            </a:extLst>
          </p:cNvPr>
          <p:cNvSpPr>
            <a:spLocks xmlns:a="http://schemas.openxmlformats.org/drawingml/2006/main" noGrp="1"/>
          </p:cNvSpPr>
          <p:nvPr/>
        </p:nvSpPr>
        <p:spPr>
          <a:xfrm xmlns:a="http://schemas.openxmlformats.org/drawingml/2006/main">
            <a:off x="2472690" y="30099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المسار</a:t>
            </a:r>
          </a:p>
        </p:txBody>
      </p:sp>
      <p:sp>
        <p:nvSpPr>
          <p:cNvPr id="49" name="">
            <a:extLst xmlns:a="http://schemas.openxmlformats.org/drawingml/2006/main">
              <a:ext uri="{FF2B5EF4-FFF2-40B4-BE49-F238E27FC236}">
                <a16:creationId xmlns:a16="http://schemas.microsoft.com/office/drawing/2014/main" id="{69C08F49-E2D1-4B2F-969C-30852F39ACBC}"/>
              </a:ext>
            </a:extLst>
          </p:cNvPr>
          <p:cNvSpPr>
            <a:spLocks xmlns:a="http://schemas.openxmlformats.org/drawingml/2006/main" noGrp="1"/>
          </p:cNvSpPr>
          <p:nvPr/>
        </p:nvSpPr>
        <p:spPr>
          <a:xfrm xmlns:a="http://schemas.openxmlformats.org/drawingml/2006/main">
            <a:off x="1852612" y="30099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تخص</a:t>
            </a:r>
          </a:p>
        </p:txBody>
      </p:sp>
      <p:sp>
        <p:nvSpPr>
          <p:cNvPr id="50" name="">
            <a:extLst xmlns:a="http://schemas.openxmlformats.org/drawingml/2006/main">
              <a:ext uri="{FF2B5EF4-FFF2-40B4-BE49-F238E27FC236}">
                <a16:creationId xmlns:a16="http://schemas.microsoft.com/office/drawing/2014/main" id="{AE308BD1-EFAB-470B-B5B1-92EA079B18BE}"/>
              </a:ext>
            </a:extLst>
          </p:cNvPr>
          <p:cNvSpPr>
            <a:spLocks xmlns:a="http://schemas.openxmlformats.org/drawingml/2006/main" noGrp="1"/>
          </p:cNvSpPr>
          <p:nvPr/>
        </p:nvSpPr>
        <p:spPr>
          <a:xfrm xmlns:a="http://schemas.openxmlformats.org/drawingml/2006/main">
            <a:off x="1013460" y="3009900"/>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الختامي،</a:t>
            </a:r>
          </a:p>
        </p:txBody>
      </p:sp>
      <p:sp>
        <p:nvSpPr>
          <p:cNvPr id="51" name="">
            <a:extLst xmlns:a="http://schemas.openxmlformats.org/drawingml/2006/main">
              <a:ext uri="{FF2B5EF4-FFF2-40B4-BE49-F238E27FC236}">
                <a16:creationId xmlns:a16="http://schemas.microsoft.com/office/drawing/2014/main" id="{3ECDB3DC-3103-4B17-88D0-284CDF078134}"/>
              </a:ext>
            </a:extLst>
          </p:cNvPr>
          <p:cNvSpPr>
            <a:spLocks xmlns:a="http://schemas.openxmlformats.org/drawingml/2006/main" noGrp="1"/>
          </p:cNvSpPr>
          <p:nvPr/>
        </p:nvSpPr>
        <p:spPr>
          <a:xfrm xmlns:a="http://schemas.openxmlformats.org/drawingml/2006/main">
            <a:off x="4191000" y="3382804"/>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ويشترط</a:t>
            </a:r>
          </a:p>
        </p:txBody>
      </p:sp>
      <p:sp>
        <p:nvSpPr>
          <p:cNvPr id="52" name="">
            <a:extLst xmlns:a="http://schemas.openxmlformats.org/drawingml/2006/main">
              <a:ext uri="{FF2B5EF4-FFF2-40B4-BE49-F238E27FC236}">
                <a16:creationId xmlns:a16="http://schemas.microsoft.com/office/drawing/2014/main" id="{168D13F0-1876-4081-8ED6-C6539FBDAE4A}"/>
              </a:ext>
            </a:extLst>
          </p:cNvPr>
          <p:cNvSpPr>
            <a:spLocks xmlns:a="http://schemas.openxmlformats.org/drawingml/2006/main" noGrp="1"/>
          </p:cNvSpPr>
          <p:nvPr/>
        </p:nvSpPr>
        <p:spPr>
          <a:xfrm xmlns:a="http://schemas.openxmlformats.org/drawingml/2006/main">
            <a:off x="3589973"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53" name="">
            <a:extLst xmlns:a="http://schemas.openxmlformats.org/drawingml/2006/main">
              <a:ext uri="{FF2B5EF4-FFF2-40B4-BE49-F238E27FC236}">
                <a16:creationId xmlns:a16="http://schemas.microsoft.com/office/drawing/2014/main" id="{51C53111-26A8-44A0-8209-74DA20F85187}"/>
              </a:ext>
            </a:extLst>
          </p:cNvPr>
          <p:cNvSpPr>
            <a:spLocks xmlns:a="http://schemas.openxmlformats.org/drawingml/2006/main" noGrp="1"/>
          </p:cNvSpPr>
          <p:nvPr/>
        </p:nvSpPr>
        <p:spPr>
          <a:xfrm xmlns:a="http://schemas.openxmlformats.org/drawingml/2006/main">
            <a:off x="3007995"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وجود</a:t>
            </a:r>
          </a:p>
        </p:txBody>
      </p:sp>
      <p:sp>
        <p:nvSpPr>
          <p:cNvPr id="54" name="">
            <a:extLst xmlns:a="http://schemas.openxmlformats.org/drawingml/2006/main">
              <a:ext uri="{FF2B5EF4-FFF2-40B4-BE49-F238E27FC236}">
                <a16:creationId xmlns:a16="http://schemas.microsoft.com/office/drawing/2014/main" id="{D095868C-45C4-4B6C-AB63-27B08DC79E14}"/>
              </a:ext>
            </a:extLst>
          </p:cNvPr>
          <p:cNvSpPr>
            <a:spLocks xmlns:a="http://schemas.openxmlformats.org/drawingml/2006/main" noGrp="1"/>
          </p:cNvSpPr>
          <p:nvPr/>
        </p:nvSpPr>
        <p:spPr>
          <a:xfrm xmlns:a="http://schemas.openxmlformats.org/drawingml/2006/main">
            <a:off x="2273617" y="3382804"/>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مرفقها.</a:t>
            </a:r>
          </a:p>
        </p:txBody>
      </p:sp>
    </p:spTree>
    <p:extLst>
      <p:ext uri="{BB962C8B-B14F-4D97-AF65-F5344CB8AC3E}">
        <p14:creationId xmlns:p14="http://schemas.microsoft.com/office/powerpoint/2010/main" val="1108435331"/>
      </p:ext>
    </p:extLst>
  </p:cSld>
</p:sld>
</file>

<file path=ppt/slides/slide13.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24789C7-C5F5-4E06-8DB0-26B93B89E4E3}"/>
              </a:ext>
            </a:extLst>
          </p:cNvPr>
          <p:cNvSpPr>
            <a:spLocks xmlns:a="http://schemas.openxmlformats.org/drawingml/2006/main" noGrp="1"/>
          </p:cNvSpPr>
          <p:nvPr/>
        </p:nvSpPr>
        <p:spPr>
          <a:xfrm xmlns:a="http://schemas.openxmlformats.org/drawingml/2006/main">
            <a:off x="11182350" y="333375"/>
            <a:ext cx="3905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العقود</a:t>
            </a:r>
          </a:p>
        </p:txBody>
      </p:sp>
      <p:sp>
        <p:nvSpPr>
          <p:cNvPr id="2" name="">
            <a:extLst xmlns:a="http://schemas.openxmlformats.org/drawingml/2006/main">
              <a:ext uri="{FF2B5EF4-FFF2-40B4-BE49-F238E27FC236}">
                <a16:creationId xmlns:a16="http://schemas.microsoft.com/office/drawing/2014/main" id="{3BA92957-B4C3-49F0-A201-974F1A7B6CF6}"/>
              </a:ext>
            </a:extLst>
          </p:cNvPr>
          <p:cNvSpPr>
            <a:spLocks xmlns:a="http://schemas.openxmlformats.org/drawingml/2006/main" noGrp="1"/>
          </p:cNvSpPr>
          <p:nvPr/>
        </p:nvSpPr>
        <p:spPr>
          <a:xfrm xmlns:a="http://schemas.openxmlformats.org/drawingml/2006/main">
            <a:off x="1066419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والوارد</a:t>
            </a:r>
          </a:p>
        </p:txBody>
      </p:sp>
      <p:sp>
        <p:nvSpPr>
          <p:cNvPr id="3" name="">
            <a:extLst xmlns:a="http://schemas.openxmlformats.org/drawingml/2006/main">
              <a:ext uri="{FF2B5EF4-FFF2-40B4-BE49-F238E27FC236}">
                <a16:creationId xmlns:a16="http://schemas.microsoft.com/office/drawing/2014/main" id="{3AF0F280-3DBF-4BAD-81BC-AA41493DEC4C}"/>
              </a:ext>
            </a:extLst>
          </p:cNvPr>
          <p:cNvSpPr>
            <a:spLocks xmlns:a="http://schemas.openxmlformats.org/drawingml/2006/main" noGrp="1"/>
          </p:cNvSpPr>
          <p:nvPr/>
        </p:nvSpPr>
        <p:spPr>
          <a:xfrm xmlns:a="http://schemas.openxmlformats.org/drawingml/2006/main">
            <a:off x="10963275" y="781050"/>
            <a:ext cx="6096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مثال</a:t>
            </a:r>
          </a:p>
        </p:txBody>
      </p:sp>
      <p:sp>
        <p:nvSpPr>
          <p:cNvPr id="4" name="">
            <a:extLst xmlns:a="http://schemas.openxmlformats.org/drawingml/2006/main">
              <a:ext uri="{FF2B5EF4-FFF2-40B4-BE49-F238E27FC236}">
                <a16:creationId xmlns:a16="http://schemas.microsoft.com/office/drawing/2014/main" id="{73F5DD7E-33FD-498B-A30C-96A56428DA04}"/>
              </a:ext>
            </a:extLst>
          </p:cNvPr>
          <p:cNvSpPr>
            <a:spLocks xmlns:a="http://schemas.openxmlformats.org/drawingml/2006/main" noGrp="1"/>
          </p:cNvSpPr>
          <p:nvPr/>
        </p:nvSpPr>
        <p:spPr>
          <a:xfrm xmlns:a="http://schemas.openxmlformats.org/drawingml/2006/main">
            <a:off x="9976485" y="781050"/>
            <a:ext cx="8667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حساب</a:t>
            </a:r>
          </a:p>
        </p:txBody>
      </p:sp>
      <p:sp>
        <p:nvSpPr>
          <p:cNvPr id="5" name="">
            <a:extLst xmlns:a="http://schemas.openxmlformats.org/drawingml/2006/main">
              <a:ext uri="{FF2B5EF4-FFF2-40B4-BE49-F238E27FC236}">
                <a16:creationId xmlns:a16="http://schemas.microsoft.com/office/drawing/2014/main" id="{DE2088D0-536A-4FDB-8E4D-3119ED9AF7B8}"/>
              </a:ext>
            </a:extLst>
          </p:cNvPr>
          <p:cNvSpPr>
            <a:spLocks xmlns:a="http://schemas.openxmlformats.org/drawingml/2006/main" noGrp="1"/>
          </p:cNvSpPr>
          <p:nvPr/>
        </p:nvSpPr>
        <p:spPr>
          <a:xfrm xmlns:a="http://schemas.openxmlformats.org/drawingml/2006/main">
            <a:off x="9037320" y="781050"/>
            <a:ext cx="8191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مذكرة</a:t>
            </a:r>
          </a:p>
        </p:txBody>
      </p:sp>
      <p:sp>
        <p:nvSpPr>
          <p:cNvPr id="6" name="">
            <a:extLst xmlns:a="http://schemas.openxmlformats.org/drawingml/2006/main">
              <a:ext uri="{FF2B5EF4-FFF2-40B4-BE49-F238E27FC236}">
                <a16:creationId xmlns:a16="http://schemas.microsoft.com/office/drawing/2014/main" id="{5E09E3C7-EB85-4C77-9A01-6253758027F4}"/>
              </a:ext>
            </a:extLst>
          </p:cNvPr>
          <p:cNvSpPr>
            <a:spLocks xmlns:a="http://schemas.openxmlformats.org/drawingml/2006/main" noGrp="1"/>
          </p:cNvSpPr>
          <p:nvPr/>
        </p:nvSpPr>
        <p:spPr>
          <a:xfrm xmlns:a="http://schemas.openxmlformats.org/drawingml/2006/main">
            <a:off x="7869555" y="781050"/>
            <a:ext cx="10477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الختامي</a:t>
            </a:r>
          </a:p>
        </p:txBody>
      </p:sp>
      <p:sp>
        <p:nvSpPr>
          <p:cNvPr id="7" name="">
            <a:extLst xmlns:a="http://schemas.openxmlformats.org/drawingml/2006/main">
              <a:ext uri="{FF2B5EF4-FFF2-40B4-BE49-F238E27FC236}">
                <a16:creationId xmlns:a16="http://schemas.microsoft.com/office/drawing/2014/main" id="{02D107BB-42AE-4488-A7F5-27515E378F6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13</a:t>
            </a:r>
          </a:p>
        </p:txBody>
      </p:sp>
      <p:sp>
        <p:nvSpPr>
          <p:cNvPr id="8" name="">
            <a:extLst xmlns:a="http://schemas.openxmlformats.org/drawingml/2006/main">
              <a:ext uri="{FF2B5EF4-FFF2-40B4-BE49-F238E27FC236}">
                <a16:creationId xmlns:a16="http://schemas.microsoft.com/office/drawing/2014/main" id="{84913011-467D-4C7D-9932-D3BE880E06BD}"/>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6E7269EA-4358-4D4F-A0C8-F34A066BE77D}"/>
              </a:ext>
            </a:extLst>
          </p:cNvPr>
          <p:cNvSpPr>
            <a:spLocks xmlns:a="http://schemas.openxmlformats.org/drawingml/2006/main" noGrp="1"/>
          </p:cNvSpPr>
          <p:nvPr/>
        </p:nvSpPr>
        <p:spPr>
          <a:xfrm xmlns:a="http://schemas.openxmlformats.org/drawingml/2006/main">
            <a:off x="11068050" y="2771775"/>
            <a:ext cx="4572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أصل</a:t>
            </a:r>
          </a:p>
        </p:txBody>
      </p:sp>
      <p:sp>
        <p:nvSpPr>
          <p:cNvPr id="10" name="">
            <a:extLst xmlns:a="http://schemas.openxmlformats.org/drawingml/2006/main">
              <a:ext uri="{FF2B5EF4-FFF2-40B4-BE49-F238E27FC236}">
                <a16:creationId xmlns:a16="http://schemas.microsoft.com/office/drawing/2014/main" id="{C0B591C7-A663-40D0-9B9D-95B2FD7A9F74}"/>
              </a:ext>
            </a:extLst>
          </p:cNvPr>
          <p:cNvSpPr>
            <a:spLocks xmlns:a="http://schemas.openxmlformats.org/drawingml/2006/main" noGrp="1"/>
          </p:cNvSpPr>
          <p:nvPr/>
        </p:nvSpPr>
        <p:spPr>
          <a:xfrm xmlns:a="http://schemas.openxmlformats.org/drawingml/2006/main">
            <a:off x="10518458" y="2771775"/>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العقد</a:t>
            </a:r>
          </a:p>
        </p:txBody>
      </p:sp>
      <p:sp>
        <p:nvSpPr>
          <p:cNvPr id="11" name="">
            <a:extLst xmlns:a="http://schemas.openxmlformats.org/drawingml/2006/main">
              <a:ext uri="{FF2B5EF4-FFF2-40B4-BE49-F238E27FC236}">
                <a16:creationId xmlns:a16="http://schemas.microsoft.com/office/drawing/2014/main" id="{318B2199-9A94-49DB-B77B-A6B7A8BD812A}"/>
              </a:ext>
            </a:extLst>
          </p:cNvPr>
          <p:cNvSpPr>
            <a:spLocks xmlns:a="http://schemas.openxmlformats.org/drawingml/2006/main" noGrp="1"/>
          </p:cNvSpPr>
          <p:nvPr/>
        </p:nvSpPr>
        <p:spPr>
          <a:xfrm xmlns:a="http://schemas.openxmlformats.org/drawingml/2006/main">
            <a:off x="10467975" y="3172301"/>
            <a:ext cx="10572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100,000</a:t>
            </a:r>
          </a:p>
        </p:txBody>
      </p:sp>
      <p:sp>
        <p:nvSpPr>
          <p:cNvPr id="12" name="">
            <a:extLst xmlns:a="http://schemas.openxmlformats.org/drawingml/2006/main">
              <a:ext uri="{FF2B5EF4-FFF2-40B4-BE49-F238E27FC236}">
                <a16:creationId xmlns:a16="http://schemas.microsoft.com/office/drawing/2014/main" id="{2720E8B0-0E27-4F9F-8317-8CCD588A6E58}"/>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1C00AD86-2BA0-4C3C-BD3E-B935110E4C5D}"/>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68F7455F-4DE8-485E-BCD0-ACA3DC52EE60}"/>
              </a:ext>
            </a:extLst>
          </p:cNvPr>
          <p:cNvSpPr>
            <a:spLocks xmlns:a="http://schemas.openxmlformats.org/drawingml/2006/main" noGrp="1"/>
          </p:cNvSpPr>
          <p:nvPr/>
        </p:nvSpPr>
        <p:spPr>
          <a:xfrm xmlns:a="http://schemas.openxmlformats.org/drawingml/2006/main">
            <a:off x="8324850" y="2771775"/>
            <a:ext cx="3905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رفع</a:t>
            </a:r>
          </a:p>
        </p:txBody>
      </p:sp>
      <p:sp>
        <p:nvSpPr>
          <p:cNvPr id="15" name="">
            <a:extLst xmlns:a="http://schemas.openxmlformats.org/drawingml/2006/main">
              <a:ext uri="{FF2B5EF4-FFF2-40B4-BE49-F238E27FC236}">
                <a16:creationId xmlns:a16="http://schemas.microsoft.com/office/drawing/2014/main" id="{8F900870-F372-4FAC-A818-8314AEE12E78}"/>
              </a:ext>
            </a:extLst>
          </p:cNvPr>
          <p:cNvSpPr>
            <a:spLocks xmlns:a="http://schemas.openxmlformats.org/drawingml/2006/main" noGrp="1"/>
          </p:cNvSpPr>
          <p:nvPr/>
        </p:nvSpPr>
        <p:spPr>
          <a:xfrm xmlns:a="http://schemas.openxmlformats.org/drawingml/2006/main">
            <a:off x="7337108" y="2771775"/>
            <a:ext cx="9048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20,000</a:t>
            </a:r>
          </a:p>
        </p:txBody>
      </p:sp>
      <p:sp>
        <p:nvSpPr>
          <p:cNvPr id="16" name="">
            <a:extLst xmlns:a="http://schemas.openxmlformats.org/drawingml/2006/main">
              <a:ext uri="{FF2B5EF4-FFF2-40B4-BE49-F238E27FC236}">
                <a16:creationId xmlns:a16="http://schemas.microsoft.com/office/drawing/2014/main" id="{7DDEF138-98B8-459B-B8D6-CB359CE83911}"/>
              </a:ext>
            </a:extLst>
          </p:cNvPr>
          <p:cNvSpPr>
            <a:spLocks xmlns:a="http://schemas.openxmlformats.org/drawingml/2006/main" noGrp="1"/>
          </p:cNvSpPr>
          <p:nvPr/>
        </p:nvSpPr>
        <p:spPr>
          <a:xfrm xmlns:a="http://schemas.openxmlformats.org/drawingml/2006/main">
            <a:off x="8124825" y="3172301"/>
            <a:ext cx="5905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خفض</a:t>
            </a:r>
          </a:p>
        </p:txBody>
      </p:sp>
      <p:sp>
        <p:nvSpPr>
          <p:cNvPr id="17" name="">
            <a:extLst xmlns:a="http://schemas.openxmlformats.org/drawingml/2006/main">
              <a:ext uri="{FF2B5EF4-FFF2-40B4-BE49-F238E27FC236}">
                <a16:creationId xmlns:a16="http://schemas.microsoft.com/office/drawing/2014/main" id="{7587C63E-71EB-404B-A7AC-098C5DA5803A}"/>
              </a:ext>
            </a:extLst>
          </p:cNvPr>
          <p:cNvSpPr>
            <a:spLocks xmlns:a="http://schemas.openxmlformats.org/drawingml/2006/main" noGrp="1"/>
          </p:cNvSpPr>
          <p:nvPr/>
        </p:nvSpPr>
        <p:spPr>
          <a:xfrm xmlns:a="http://schemas.openxmlformats.org/drawingml/2006/main">
            <a:off x="7289483"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5,000</a:t>
            </a:r>
          </a:p>
        </p:txBody>
      </p:sp>
      <p:sp>
        <p:nvSpPr>
          <p:cNvPr id="18" name="">
            <a:extLst xmlns:a="http://schemas.openxmlformats.org/drawingml/2006/main">
              <a:ext uri="{FF2B5EF4-FFF2-40B4-BE49-F238E27FC236}">
                <a16:creationId xmlns:a16="http://schemas.microsoft.com/office/drawing/2014/main" id="{CBDEE158-D2FF-47ED-B634-702D93A2AE4D}"/>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8FADAD5B-E6A9-42E0-8203-9E46EC09DECD}"/>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CED71CBA-45E7-4014-BC2B-BF9F8C71E117}"/>
              </a:ext>
            </a:extLst>
          </p:cNvPr>
          <p:cNvSpPr>
            <a:spLocks xmlns:a="http://schemas.openxmlformats.org/drawingml/2006/main" noGrp="1"/>
          </p:cNvSpPr>
          <p:nvPr/>
        </p:nvSpPr>
        <p:spPr>
          <a:xfrm xmlns:a="http://schemas.openxmlformats.org/drawingml/2006/main">
            <a:off x="5429250" y="2771775"/>
            <a:ext cx="4762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إلغاء</a:t>
            </a:r>
          </a:p>
        </p:txBody>
      </p:sp>
      <p:sp>
        <p:nvSpPr>
          <p:cNvPr id="21" name="">
            <a:extLst xmlns:a="http://schemas.openxmlformats.org/drawingml/2006/main">
              <a:ext uri="{FF2B5EF4-FFF2-40B4-BE49-F238E27FC236}">
                <a16:creationId xmlns:a16="http://schemas.microsoft.com/office/drawing/2014/main" id="{8113B278-E035-4098-9328-5BC45F1D67F7}"/>
              </a:ext>
            </a:extLst>
          </p:cNvPr>
          <p:cNvSpPr>
            <a:spLocks xmlns:a="http://schemas.openxmlformats.org/drawingml/2006/main" noGrp="1"/>
          </p:cNvSpPr>
          <p:nvPr/>
        </p:nvSpPr>
        <p:spPr>
          <a:xfrm xmlns:a="http://schemas.openxmlformats.org/drawingml/2006/main">
            <a:off x="4593908" y="2771775"/>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3,000</a:t>
            </a:r>
          </a:p>
        </p:txBody>
      </p:sp>
      <p:sp>
        <p:nvSpPr>
          <p:cNvPr id="22" name="">
            <a:extLst xmlns:a="http://schemas.openxmlformats.org/drawingml/2006/main">
              <a:ext uri="{FF2B5EF4-FFF2-40B4-BE49-F238E27FC236}">
                <a16:creationId xmlns:a16="http://schemas.microsoft.com/office/drawing/2014/main" id="{C7B91EB5-F87F-4AB6-8572-C0A68B5AD9C4}"/>
              </a:ext>
            </a:extLst>
          </p:cNvPr>
          <p:cNvSpPr>
            <a:spLocks xmlns:a="http://schemas.openxmlformats.org/drawingml/2006/main" noGrp="1"/>
          </p:cNvSpPr>
          <p:nvPr/>
        </p:nvSpPr>
        <p:spPr>
          <a:xfrm xmlns:a="http://schemas.openxmlformats.org/drawingml/2006/main">
            <a:off x="5324475" y="3172301"/>
            <a:ext cx="5810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صافي</a:t>
            </a:r>
          </a:p>
        </p:txBody>
      </p:sp>
      <p:sp>
        <p:nvSpPr>
          <p:cNvPr id="23" name="">
            <a:extLst xmlns:a="http://schemas.openxmlformats.org/drawingml/2006/main">
              <a:ext uri="{FF2B5EF4-FFF2-40B4-BE49-F238E27FC236}">
                <a16:creationId xmlns:a16="http://schemas.microsoft.com/office/drawing/2014/main" id="{A4D09368-0755-47C3-ADB0-C1D661350956}"/>
              </a:ext>
            </a:extLst>
          </p:cNvPr>
          <p:cNvSpPr>
            <a:spLocks xmlns:a="http://schemas.openxmlformats.org/drawingml/2006/main" noGrp="1"/>
          </p:cNvSpPr>
          <p:nvPr/>
        </p:nvSpPr>
        <p:spPr>
          <a:xfrm xmlns:a="http://schemas.openxmlformats.org/drawingml/2006/main">
            <a:off x="4727258" y="3172301"/>
            <a:ext cx="5143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زيادة</a:t>
            </a:r>
          </a:p>
        </p:txBody>
      </p:sp>
      <p:sp>
        <p:nvSpPr>
          <p:cNvPr id="24" name="">
            <a:extLst xmlns:a="http://schemas.openxmlformats.org/drawingml/2006/main">
              <a:ext uri="{FF2B5EF4-FFF2-40B4-BE49-F238E27FC236}">
                <a16:creationId xmlns:a16="http://schemas.microsoft.com/office/drawing/2014/main" id="{2A091A3E-38AA-483B-8ACF-999A7B4B75DC}"/>
              </a:ext>
            </a:extLst>
          </p:cNvPr>
          <p:cNvSpPr>
            <a:spLocks xmlns:a="http://schemas.openxmlformats.org/drawingml/2006/main" noGrp="1"/>
          </p:cNvSpPr>
          <p:nvPr/>
        </p:nvSpPr>
        <p:spPr>
          <a:xfrm xmlns:a="http://schemas.openxmlformats.org/drawingml/2006/main">
            <a:off x="3739515" y="3172301"/>
            <a:ext cx="9048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12,000</a:t>
            </a:r>
          </a:p>
        </p:txBody>
      </p:sp>
      <p:sp>
        <p:nvSpPr>
          <p:cNvPr id="25" name="">
            <a:extLst xmlns:a="http://schemas.openxmlformats.org/drawingml/2006/main">
              <a:ext uri="{FF2B5EF4-FFF2-40B4-BE49-F238E27FC236}">
                <a16:creationId xmlns:a16="http://schemas.microsoft.com/office/drawing/2014/main" id="{726515B3-9CE0-441D-97E1-9ED0DB365C2D}"/>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FD7EEFB6-3B05-4C5F-AD1E-29B7EF62F105}"/>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27" name="">
            <a:extLst xmlns:a="http://schemas.openxmlformats.org/drawingml/2006/main">
              <a:ext uri="{FF2B5EF4-FFF2-40B4-BE49-F238E27FC236}">
                <a16:creationId xmlns:a16="http://schemas.microsoft.com/office/drawing/2014/main" id="{1141128B-77AA-4315-A278-42170BDF84DD}"/>
              </a:ext>
            </a:extLst>
          </p:cNvPr>
          <p:cNvSpPr>
            <a:spLocks xmlns:a="http://schemas.openxmlformats.org/drawingml/2006/main" noGrp="1"/>
          </p:cNvSpPr>
          <p:nvPr/>
        </p:nvSpPr>
        <p:spPr>
          <a:xfrm xmlns:a="http://schemas.openxmlformats.org/drawingml/2006/main">
            <a:off x="2647950" y="2771775"/>
            <a:ext cx="4476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قيمة</a:t>
            </a:r>
          </a:p>
        </p:txBody>
      </p:sp>
      <p:sp>
        <p:nvSpPr>
          <p:cNvPr id="28" name="">
            <a:extLst xmlns:a="http://schemas.openxmlformats.org/drawingml/2006/main">
              <a:ext uri="{FF2B5EF4-FFF2-40B4-BE49-F238E27FC236}">
                <a16:creationId xmlns:a16="http://schemas.microsoft.com/office/drawing/2014/main" id="{52332D00-BC93-4B74-9DA9-2251C5DF1DF6}"/>
              </a:ext>
            </a:extLst>
          </p:cNvPr>
          <p:cNvSpPr>
            <a:spLocks xmlns:a="http://schemas.openxmlformats.org/drawingml/2006/main" noGrp="1"/>
          </p:cNvSpPr>
          <p:nvPr/>
        </p:nvSpPr>
        <p:spPr>
          <a:xfrm xmlns:a="http://schemas.openxmlformats.org/drawingml/2006/main">
            <a:off x="1822133" y="2771775"/>
            <a:ext cx="7429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الختامي</a:t>
            </a:r>
          </a:p>
        </p:txBody>
      </p:sp>
      <p:sp>
        <p:nvSpPr>
          <p:cNvPr id="29" name="">
            <a:extLst xmlns:a="http://schemas.openxmlformats.org/drawingml/2006/main">
              <a:ext uri="{FF2B5EF4-FFF2-40B4-BE49-F238E27FC236}">
                <a16:creationId xmlns:a16="http://schemas.microsoft.com/office/drawing/2014/main" id="{FF37E23B-CE03-4BAC-97A7-E1E8430CAE91}"/>
              </a:ext>
            </a:extLst>
          </p:cNvPr>
          <p:cNvSpPr>
            <a:spLocks xmlns:a="http://schemas.openxmlformats.org/drawingml/2006/main" noGrp="1"/>
          </p:cNvSpPr>
          <p:nvPr/>
        </p:nvSpPr>
        <p:spPr>
          <a:xfrm xmlns:a="http://schemas.openxmlformats.org/drawingml/2006/main">
            <a:off x="2047875" y="3172301"/>
            <a:ext cx="10477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112,000</a:t>
            </a:r>
          </a:p>
        </p:txBody>
      </p:sp>
      <p:sp>
        <p:nvSpPr>
          <p:cNvPr id="30" name="">
            <a:extLst xmlns:a="http://schemas.openxmlformats.org/drawingml/2006/main">
              <a:ext uri="{FF2B5EF4-FFF2-40B4-BE49-F238E27FC236}">
                <a16:creationId xmlns:a16="http://schemas.microsoft.com/office/drawing/2014/main" id="{35142163-3C7E-492C-9C7E-1A1C361D75F4}"/>
              </a:ext>
            </a:extLst>
          </p:cNvPr>
          <p:cNvSpPr>
            <a:spLocks xmlns:a="http://schemas.openxmlformats.org/drawingml/2006/main" noGrp="1"/>
          </p:cNvSpPr>
          <p:nvPr/>
        </p:nvSpPr>
        <p:spPr>
          <a:xfrm xmlns:a="http://schemas.openxmlformats.org/drawingml/2006/main">
            <a:off x="10963275" y="4933950"/>
            <a:ext cx="5143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تظهر</a:t>
            </a:r>
          </a:p>
        </p:txBody>
      </p:sp>
      <p:sp>
        <p:nvSpPr>
          <p:cNvPr id="31" name="">
            <a:extLst xmlns:a="http://schemas.openxmlformats.org/drawingml/2006/main">
              <a:ext uri="{FF2B5EF4-FFF2-40B4-BE49-F238E27FC236}">
                <a16:creationId xmlns:a16="http://schemas.microsoft.com/office/drawing/2014/main" id="{7457E05E-3BE8-455C-8C45-DD84940BA066}"/>
              </a:ext>
            </a:extLst>
          </p:cNvPr>
          <p:cNvSpPr>
            <a:spLocks xmlns:a="http://schemas.openxmlformats.org/drawingml/2006/main" noGrp="1"/>
          </p:cNvSpPr>
          <p:nvPr/>
        </p:nvSpPr>
        <p:spPr>
          <a:xfrm xmlns:a="http://schemas.openxmlformats.org/drawingml/2006/main">
            <a:off x="10197465" y="4933950"/>
            <a:ext cx="685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تفاصيل</a:t>
            </a:r>
          </a:p>
        </p:txBody>
      </p:sp>
      <p:sp>
        <p:nvSpPr>
          <p:cNvPr id="32" name="">
            <a:extLst xmlns:a="http://schemas.openxmlformats.org/drawingml/2006/main">
              <a:ext uri="{FF2B5EF4-FFF2-40B4-BE49-F238E27FC236}">
                <a16:creationId xmlns:a16="http://schemas.microsoft.com/office/drawing/2014/main" id="{D4902A5E-1B8E-4229-9678-E6CE5C4D266B}"/>
              </a:ext>
            </a:extLst>
          </p:cNvPr>
          <p:cNvSpPr>
            <a:spLocks xmlns:a="http://schemas.openxmlformats.org/drawingml/2006/main" noGrp="1"/>
          </p:cNvSpPr>
          <p:nvPr/>
        </p:nvSpPr>
        <p:spPr>
          <a:xfrm xmlns:a="http://schemas.openxmlformats.org/drawingml/2006/main">
            <a:off x="9441180" y="4933950"/>
            <a:ext cx="6762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المذكرة</a:t>
            </a:r>
          </a:p>
        </p:txBody>
      </p:sp>
      <p:sp>
        <p:nvSpPr>
          <p:cNvPr id="33" name="">
            <a:extLst xmlns:a="http://schemas.openxmlformats.org/drawingml/2006/main">
              <a:ext uri="{FF2B5EF4-FFF2-40B4-BE49-F238E27FC236}">
                <a16:creationId xmlns:a16="http://schemas.microsoft.com/office/drawing/2014/main" id="{75953F75-CC5A-44B4-8CB0-4CCCB6C7BAE3}"/>
              </a:ext>
            </a:extLst>
          </p:cNvPr>
          <p:cNvSpPr>
            <a:spLocks xmlns:a="http://schemas.openxmlformats.org/drawingml/2006/main" noGrp="1"/>
          </p:cNvSpPr>
          <p:nvPr/>
        </p:nvSpPr>
        <p:spPr>
          <a:xfrm xmlns:a="http://schemas.openxmlformats.org/drawingml/2006/main">
            <a:off x="9075420" y="4933950"/>
            <a:ext cx="2857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مع</a:t>
            </a:r>
          </a:p>
        </p:txBody>
      </p:sp>
      <p:sp>
        <p:nvSpPr>
          <p:cNvPr id="34" name="">
            <a:extLst xmlns:a="http://schemas.openxmlformats.org/drawingml/2006/main">
              <a:ext uri="{FF2B5EF4-FFF2-40B4-BE49-F238E27FC236}">
                <a16:creationId xmlns:a16="http://schemas.microsoft.com/office/drawing/2014/main" id="{5904AF76-930C-433B-9E98-343DACEB897B}"/>
              </a:ext>
            </a:extLst>
          </p:cNvPr>
          <p:cNvSpPr>
            <a:spLocks xmlns:a="http://schemas.openxmlformats.org/drawingml/2006/main" noGrp="1"/>
          </p:cNvSpPr>
          <p:nvPr/>
        </p:nvSpPr>
        <p:spPr>
          <a:xfrm xmlns:a="http://schemas.openxmlformats.org/drawingml/2006/main">
            <a:off x="7938135" y="4933950"/>
            <a:ext cx="10572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المستخلص،</a:t>
            </a:r>
          </a:p>
        </p:txBody>
      </p:sp>
      <p:sp>
        <p:nvSpPr>
          <p:cNvPr id="35" name="">
            <a:extLst xmlns:a="http://schemas.openxmlformats.org/drawingml/2006/main">
              <a:ext uri="{FF2B5EF4-FFF2-40B4-BE49-F238E27FC236}">
                <a16:creationId xmlns:a16="http://schemas.microsoft.com/office/drawing/2014/main" id="{66DC8AFD-C66A-456B-BDAF-A2C2463DC330}"/>
              </a:ext>
            </a:extLst>
          </p:cNvPr>
          <p:cNvSpPr>
            <a:spLocks xmlns:a="http://schemas.openxmlformats.org/drawingml/2006/main" noGrp="1"/>
          </p:cNvSpPr>
          <p:nvPr/>
        </p:nvSpPr>
        <p:spPr>
          <a:xfrm xmlns:a="http://schemas.openxmlformats.org/drawingml/2006/main">
            <a:off x="7086600" y="4933950"/>
            <a:ext cx="7715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ويعرض</a:t>
            </a:r>
          </a:p>
        </p:txBody>
      </p:sp>
      <p:sp>
        <p:nvSpPr>
          <p:cNvPr id="36" name="">
            <a:extLst xmlns:a="http://schemas.openxmlformats.org/drawingml/2006/main">
              <a:ext uri="{FF2B5EF4-FFF2-40B4-BE49-F238E27FC236}">
                <a16:creationId xmlns:a16="http://schemas.microsoft.com/office/drawing/2014/main" id="{67BD3B68-532E-449B-8849-CFE900127751}"/>
              </a:ext>
            </a:extLst>
          </p:cNvPr>
          <p:cNvSpPr>
            <a:spLocks xmlns:a="http://schemas.openxmlformats.org/drawingml/2006/main" noGrp="1"/>
          </p:cNvSpPr>
          <p:nvPr/>
        </p:nvSpPr>
        <p:spPr>
          <a:xfrm xmlns:a="http://schemas.openxmlformats.org/drawingml/2006/main">
            <a:off x="6568440" y="4933950"/>
            <a:ext cx="4381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العقد</a:t>
            </a:r>
          </a:p>
        </p:txBody>
      </p:sp>
      <p:sp>
        <p:nvSpPr>
          <p:cNvPr id="37" name="">
            <a:extLst xmlns:a="http://schemas.openxmlformats.org/drawingml/2006/main">
              <a:ext uri="{FF2B5EF4-FFF2-40B4-BE49-F238E27FC236}">
                <a16:creationId xmlns:a16="http://schemas.microsoft.com/office/drawing/2014/main" id="{4E4620E7-60BF-443F-A8F4-742B0CA0A2F9}"/>
              </a:ext>
            </a:extLst>
          </p:cNvPr>
          <p:cNvSpPr>
            <a:spLocks xmlns:a="http://schemas.openxmlformats.org/drawingml/2006/main" noGrp="1"/>
          </p:cNvSpPr>
          <p:nvPr/>
        </p:nvSpPr>
        <p:spPr>
          <a:xfrm xmlns:a="http://schemas.openxmlformats.org/drawingml/2006/main">
            <a:off x="6174105" y="4933950"/>
            <a:ext cx="3143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أثر</a:t>
            </a:r>
          </a:p>
        </p:txBody>
      </p:sp>
      <p:sp>
        <p:nvSpPr>
          <p:cNvPr id="38" name="">
            <a:extLst xmlns:a="http://schemas.openxmlformats.org/drawingml/2006/main">
              <a:ext uri="{FF2B5EF4-FFF2-40B4-BE49-F238E27FC236}">
                <a16:creationId xmlns:a16="http://schemas.microsoft.com/office/drawing/2014/main" id="{028F705E-F90E-4753-B594-315E6710BCC1}"/>
              </a:ext>
            </a:extLst>
          </p:cNvPr>
          <p:cNvSpPr>
            <a:spLocks xmlns:a="http://schemas.openxmlformats.org/drawingml/2006/main" noGrp="1"/>
          </p:cNvSpPr>
          <p:nvPr/>
        </p:nvSpPr>
        <p:spPr>
          <a:xfrm xmlns:a="http://schemas.openxmlformats.org/drawingml/2006/main">
            <a:off x="5503545" y="4933950"/>
            <a:ext cx="590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الزيادة</a:t>
            </a:r>
          </a:p>
        </p:txBody>
      </p:sp>
      <p:sp>
        <p:nvSpPr>
          <p:cNvPr id="39" name="">
            <a:extLst xmlns:a="http://schemas.openxmlformats.org/drawingml/2006/main">
              <a:ext uri="{FF2B5EF4-FFF2-40B4-BE49-F238E27FC236}">
                <a16:creationId xmlns:a16="http://schemas.microsoft.com/office/drawing/2014/main" id="{B182C26F-DD00-459D-922F-92B3BCCE8B1E}"/>
              </a:ext>
            </a:extLst>
          </p:cNvPr>
          <p:cNvSpPr>
            <a:spLocks xmlns:a="http://schemas.openxmlformats.org/drawingml/2006/main" noGrp="1"/>
          </p:cNvSpPr>
          <p:nvPr/>
        </p:nvSpPr>
        <p:spPr>
          <a:xfrm xmlns:a="http://schemas.openxmlformats.org/drawingml/2006/main">
            <a:off x="5194935" y="4933950"/>
            <a:ext cx="2286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أو</a:t>
            </a:r>
          </a:p>
        </p:txBody>
      </p:sp>
      <p:sp>
        <p:nvSpPr>
          <p:cNvPr id="40" name="">
            <a:extLst xmlns:a="http://schemas.openxmlformats.org/drawingml/2006/main">
              <a:ext uri="{FF2B5EF4-FFF2-40B4-BE49-F238E27FC236}">
                <a16:creationId xmlns:a16="http://schemas.microsoft.com/office/drawing/2014/main" id="{1CF60CD7-3FB9-4C8A-A7A4-6932AA70F3D6}"/>
              </a:ext>
            </a:extLst>
          </p:cNvPr>
          <p:cNvSpPr>
            <a:spLocks xmlns:a="http://schemas.openxmlformats.org/drawingml/2006/main" noGrp="1"/>
          </p:cNvSpPr>
          <p:nvPr/>
        </p:nvSpPr>
        <p:spPr>
          <a:xfrm xmlns:a="http://schemas.openxmlformats.org/drawingml/2006/main">
            <a:off x="4438650" y="4933950"/>
            <a:ext cx="6762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الخفض</a:t>
            </a:r>
          </a:p>
        </p:txBody>
      </p:sp>
      <p:sp>
        <p:nvSpPr>
          <p:cNvPr id="41" name="">
            <a:extLst xmlns:a="http://schemas.openxmlformats.org/drawingml/2006/main">
              <a:ext uri="{FF2B5EF4-FFF2-40B4-BE49-F238E27FC236}">
                <a16:creationId xmlns:a16="http://schemas.microsoft.com/office/drawing/2014/main" id="{AFB98515-5D22-45CA-AAB0-3AA55A788C38}"/>
              </a:ext>
            </a:extLst>
          </p:cNvPr>
          <p:cNvSpPr>
            <a:spLocks xmlns:a="http://schemas.openxmlformats.org/drawingml/2006/main" noGrp="1"/>
          </p:cNvSpPr>
          <p:nvPr/>
        </p:nvSpPr>
        <p:spPr>
          <a:xfrm xmlns:a="http://schemas.openxmlformats.org/drawingml/2006/main">
            <a:off x="3949065" y="4933950"/>
            <a:ext cx="4095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على</a:t>
            </a:r>
          </a:p>
        </p:txBody>
      </p:sp>
      <p:sp>
        <p:nvSpPr>
          <p:cNvPr id="42" name="">
            <a:extLst xmlns:a="http://schemas.openxmlformats.org/drawingml/2006/main">
              <a:ext uri="{FF2B5EF4-FFF2-40B4-BE49-F238E27FC236}">
                <a16:creationId xmlns:a16="http://schemas.microsoft.com/office/drawing/2014/main" id="{5578CE14-F670-4770-ADB0-D2292283DDC3}"/>
              </a:ext>
            </a:extLst>
          </p:cNvPr>
          <p:cNvSpPr>
            <a:spLocks xmlns:a="http://schemas.openxmlformats.org/drawingml/2006/main" noGrp="1"/>
          </p:cNvSpPr>
          <p:nvPr/>
        </p:nvSpPr>
        <p:spPr>
          <a:xfrm xmlns:a="http://schemas.openxmlformats.org/drawingml/2006/main">
            <a:off x="3326130" y="4933950"/>
            <a:ext cx="5429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قيمته.</a:t>
            </a:r>
          </a:p>
        </p:txBody>
      </p:sp>
    </p:spTree>
    <p:extLst>
      <p:ext uri="{BB962C8B-B14F-4D97-AF65-F5344CB8AC3E}">
        <p14:creationId xmlns:p14="http://schemas.microsoft.com/office/powerpoint/2010/main" val="944592619"/>
      </p:ext>
    </p:extLst>
  </p:cSld>
</p:sld>
</file>

<file path=ppt/slides/slide14.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000CD71-71A1-4934-AE52-C0A129F7F7F6}"/>
              </a:ext>
            </a:extLst>
          </p:cNvPr>
          <p:cNvSpPr>
            <a:spLocks xmlns:a="http://schemas.openxmlformats.org/drawingml/2006/main" noGrp="1"/>
          </p:cNvSpPr>
          <p:nvPr/>
        </p:nvSpPr>
        <p:spPr>
          <a:xfrm xmlns:a="http://schemas.openxmlformats.org/drawingml/2006/main">
            <a:off x="10877550" y="333375"/>
            <a:ext cx="6953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مستخلصات</a:t>
            </a:r>
          </a:p>
        </p:txBody>
      </p:sp>
      <p:sp>
        <p:nvSpPr>
          <p:cNvPr id="2" name="">
            <a:extLst xmlns:a="http://schemas.openxmlformats.org/drawingml/2006/main">
              <a:ext uri="{FF2B5EF4-FFF2-40B4-BE49-F238E27FC236}">
                <a16:creationId xmlns:a16="http://schemas.microsoft.com/office/drawing/2014/main" id="{092DEEAF-4E32-4BED-AA25-191A2042293D}"/>
              </a:ext>
            </a:extLst>
          </p:cNvPr>
          <p:cNvSpPr>
            <a:spLocks xmlns:a="http://schemas.openxmlformats.org/drawingml/2006/main" noGrp="1"/>
          </p:cNvSpPr>
          <p:nvPr/>
        </p:nvSpPr>
        <p:spPr>
          <a:xfrm xmlns:a="http://schemas.openxmlformats.org/drawingml/2006/main">
            <a:off x="10264140"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المقاولين</a:t>
            </a:r>
          </a:p>
        </p:txBody>
      </p:sp>
      <p:sp>
        <p:nvSpPr>
          <p:cNvPr id="3" name="">
            <a:extLst xmlns:a="http://schemas.openxmlformats.org/drawingml/2006/main">
              <a:ext uri="{FF2B5EF4-FFF2-40B4-BE49-F238E27FC236}">
                <a16:creationId xmlns:a16="http://schemas.microsoft.com/office/drawing/2014/main" id="{1C1F7FAB-1216-4369-8902-ACB95169538D}"/>
              </a:ext>
            </a:extLst>
          </p:cNvPr>
          <p:cNvSpPr>
            <a:spLocks xmlns:a="http://schemas.openxmlformats.org/drawingml/2006/main" noGrp="1"/>
          </p:cNvSpPr>
          <p:nvPr/>
        </p:nvSpPr>
        <p:spPr>
          <a:xfrm xmlns:a="http://schemas.openxmlformats.org/drawingml/2006/main">
            <a:off x="10887075" y="781050"/>
            <a:ext cx="685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دورة</a:t>
            </a:r>
          </a:p>
        </p:txBody>
      </p:sp>
      <p:sp>
        <p:nvSpPr>
          <p:cNvPr id="4" name="">
            <a:extLst xmlns:a="http://schemas.openxmlformats.org/drawingml/2006/main">
              <a:ext uri="{FF2B5EF4-FFF2-40B4-BE49-F238E27FC236}">
                <a16:creationId xmlns:a16="http://schemas.microsoft.com/office/drawing/2014/main" id="{9B6A25B2-D832-4042-98A7-A4AD05D6D164}"/>
              </a:ext>
            </a:extLst>
          </p:cNvPr>
          <p:cNvSpPr>
            <a:spLocks xmlns:a="http://schemas.openxmlformats.org/drawingml/2006/main" noGrp="1"/>
          </p:cNvSpPr>
          <p:nvPr/>
        </p:nvSpPr>
        <p:spPr>
          <a:xfrm xmlns:a="http://schemas.openxmlformats.org/drawingml/2006/main">
            <a:off x="9462135" y="781050"/>
            <a:ext cx="13049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مستخلص</a:t>
            </a:r>
          </a:p>
        </p:txBody>
      </p:sp>
      <p:sp>
        <p:nvSpPr>
          <p:cNvPr id="5" name="">
            <a:extLst xmlns:a="http://schemas.openxmlformats.org/drawingml/2006/main">
              <a:ext uri="{FF2B5EF4-FFF2-40B4-BE49-F238E27FC236}">
                <a16:creationId xmlns:a16="http://schemas.microsoft.com/office/drawing/2014/main" id="{FAA666A9-939F-4601-A24D-15822263CB86}"/>
              </a:ext>
            </a:extLst>
          </p:cNvPr>
          <p:cNvSpPr>
            <a:spLocks xmlns:a="http://schemas.openxmlformats.org/drawingml/2006/main" noGrp="1"/>
          </p:cNvSpPr>
          <p:nvPr/>
        </p:nvSpPr>
        <p:spPr>
          <a:xfrm xmlns:a="http://schemas.openxmlformats.org/drawingml/2006/main">
            <a:off x="8351520" y="781050"/>
            <a:ext cx="9906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المقاول</a:t>
            </a:r>
          </a:p>
        </p:txBody>
      </p:sp>
      <p:sp>
        <p:nvSpPr>
          <p:cNvPr id="6" name="">
            <a:extLst xmlns:a="http://schemas.openxmlformats.org/drawingml/2006/main">
              <a:ext uri="{FF2B5EF4-FFF2-40B4-BE49-F238E27FC236}">
                <a16:creationId xmlns:a16="http://schemas.microsoft.com/office/drawing/2014/main" id="{DB68438A-A47B-4A8C-BEF2-636617C54F66}"/>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89B3FF11-564C-407D-A31B-441B6374C354}"/>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D1859BD0-336B-4B45-923B-E145CFBE54ED}"/>
              </a:ext>
            </a:extLst>
          </p:cNvPr>
          <p:cNvSpPr>
            <a:spLocks xmlns:a="http://schemas.openxmlformats.org/drawingml/2006/main" noGrp="1"/>
          </p:cNvSpPr>
          <p:nvPr/>
        </p:nvSpPr>
        <p:spPr>
          <a:xfrm xmlns:a="http://schemas.openxmlformats.org/drawingml/2006/main">
            <a:off x="10982325" y="2771775"/>
            <a:ext cx="5429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حصر</a:t>
            </a:r>
          </a:p>
        </p:txBody>
      </p:sp>
      <p:sp>
        <p:nvSpPr>
          <p:cNvPr id="9" name="">
            <a:extLst xmlns:a="http://schemas.openxmlformats.org/drawingml/2006/main">
              <a:ext uri="{FF2B5EF4-FFF2-40B4-BE49-F238E27FC236}">
                <a16:creationId xmlns:a16="http://schemas.microsoft.com/office/drawing/2014/main" id="{59DA2B3B-FB28-4892-8658-B27C2BF9C7B9}"/>
              </a:ext>
            </a:extLst>
          </p:cNvPr>
          <p:cNvSpPr>
            <a:spLocks xmlns:a="http://schemas.openxmlformats.org/drawingml/2006/main" noGrp="1"/>
          </p:cNvSpPr>
          <p:nvPr/>
        </p:nvSpPr>
        <p:spPr>
          <a:xfrm xmlns:a="http://schemas.openxmlformats.org/drawingml/2006/main">
            <a:off x="10327958" y="2771775"/>
            <a:ext cx="5715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أعمال</a:t>
            </a:r>
          </a:p>
        </p:txBody>
      </p:sp>
      <p:sp>
        <p:nvSpPr>
          <p:cNvPr id="10" name="">
            <a:extLst xmlns:a="http://schemas.openxmlformats.org/drawingml/2006/main">
              <a:ext uri="{FF2B5EF4-FFF2-40B4-BE49-F238E27FC236}">
                <a16:creationId xmlns:a16="http://schemas.microsoft.com/office/drawing/2014/main" id="{A630F656-264C-4071-AF75-3117A84E31F8}"/>
              </a:ext>
            </a:extLst>
          </p:cNvPr>
          <p:cNvSpPr>
            <a:spLocks xmlns:a="http://schemas.openxmlformats.org/drawingml/2006/main" noGrp="1"/>
          </p:cNvSpPr>
          <p:nvPr/>
        </p:nvSpPr>
        <p:spPr>
          <a:xfrm xmlns:a="http://schemas.openxmlformats.org/drawingml/2006/main">
            <a:off x="10687050" y="3172301"/>
            <a:ext cx="8382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ومرفقات</a:t>
            </a:r>
          </a:p>
        </p:txBody>
      </p:sp>
      <p:sp>
        <p:nvSpPr>
          <p:cNvPr id="11" name="">
            <a:extLst xmlns:a="http://schemas.openxmlformats.org/drawingml/2006/main">
              <a:ext uri="{FF2B5EF4-FFF2-40B4-BE49-F238E27FC236}">
                <a16:creationId xmlns:a16="http://schemas.microsoft.com/office/drawing/2014/main" id="{553D740C-C01A-4E96-ADC3-4F39B566E20F}"/>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5EBB781A-1041-49AB-8C3B-9062B95771E2}"/>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8EF80FDD-0DA2-4648-A1D3-F583DC276406}"/>
              </a:ext>
            </a:extLst>
          </p:cNvPr>
          <p:cNvSpPr>
            <a:spLocks xmlns:a="http://schemas.openxmlformats.org/drawingml/2006/main" noGrp="1"/>
          </p:cNvSpPr>
          <p:nvPr/>
        </p:nvSpPr>
        <p:spPr>
          <a:xfrm xmlns:a="http://schemas.openxmlformats.org/drawingml/2006/main">
            <a:off x="8181975" y="2771775"/>
            <a:ext cx="5334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مكتب</a:t>
            </a:r>
          </a:p>
        </p:txBody>
      </p:sp>
      <p:sp>
        <p:nvSpPr>
          <p:cNvPr id="14" name="">
            <a:extLst xmlns:a="http://schemas.openxmlformats.org/drawingml/2006/main">
              <a:ext uri="{FF2B5EF4-FFF2-40B4-BE49-F238E27FC236}">
                <a16:creationId xmlns:a16="http://schemas.microsoft.com/office/drawing/2014/main" id="{17443522-E8F1-4D1F-8070-C64D9ADC1540}"/>
              </a:ext>
            </a:extLst>
          </p:cNvPr>
          <p:cNvSpPr>
            <a:spLocks xmlns:a="http://schemas.openxmlformats.org/drawingml/2006/main" noGrp="1"/>
          </p:cNvSpPr>
          <p:nvPr/>
        </p:nvSpPr>
        <p:spPr>
          <a:xfrm xmlns:a="http://schemas.openxmlformats.org/drawingml/2006/main">
            <a:off x="7718108" y="2771775"/>
            <a:ext cx="3810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فني</a:t>
            </a:r>
          </a:p>
        </p:txBody>
      </p:sp>
      <p:sp>
        <p:nvSpPr>
          <p:cNvPr id="15" name="">
            <a:extLst xmlns:a="http://schemas.openxmlformats.org/drawingml/2006/main">
              <a:ext uri="{FF2B5EF4-FFF2-40B4-BE49-F238E27FC236}">
                <a16:creationId xmlns:a16="http://schemas.microsoft.com/office/drawing/2014/main" id="{0725931A-E282-482E-8693-2F3EDA349DD4}"/>
              </a:ext>
            </a:extLst>
          </p:cNvPr>
          <p:cNvSpPr>
            <a:spLocks xmlns:a="http://schemas.openxmlformats.org/drawingml/2006/main" noGrp="1"/>
          </p:cNvSpPr>
          <p:nvPr/>
        </p:nvSpPr>
        <p:spPr>
          <a:xfrm xmlns:a="http://schemas.openxmlformats.org/drawingml/2006/main">
            <a:off x="8477250" y="3172301"/>
            <a:ext cx="2381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ثم</a:t>
            </a:r>
          </a:p>
        </p:txBody>
      </p:sp>
      <p:sp>
        <p:nvSpPr>
          <p:cNvPr id="16" name="">
            <a:extLst xmlns:a="http://schemas.openxmlformats.org/drawingml/2006/main">
              <a:ext uri="{FF2B5EF4-FFF2-40B4-BE49-F238E27FC236}">
                <a16:creationId xmlns:a16="http://schemas.microsoft.com/office/drawing/2014/main" id="{4DD06B48-90A8-496A-AF8D-C08FFC11A08E}"/>
              </a:ext>
            </a:extLst>
          </p:cNvPr>
          <p:cNvSpPr>
            <a:spLocks xmlns:a="http://schemas.openxmlformats.org/drawingml/2006/main" noGrp="1"/>
          </p:cNvSpPr>
          <p:nvPr/>
        </p:nvSpPr>
        <p:spPr>
          <a:xfrm xmlns:a="http://schemas.openxmlformats.org/drawingml/2006/main">
            <a:off x="7670483" y="3172301"/>
            <a:ext cx="7239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مهندس</a:t>
            </a:r>
          </a:p>
        </p:txBody>
      </p:sp>
      <p:sp>
        <p:nvSpPr>
          <p:cNvPr id="17" name="">
            <a:extLst xmlns:a="http://schemas.openxmlformats.org/drawingml/2006/main">
              <a:ext uri="{FF2B5EF4-FFF2-40B4-BE49-F238E27FC236}">
                <a16:creationId xmlns:a16="http://schemas.microsoft.com/office/drawing/2014/main" id="{9F05E825-F426-4B22-BE7E-A5D2BD9EED18}"/>
              </a:ext>
            </a:extLst>
          </p:cNvPr>
          <p:cNvSpPr>
            <a:spLocks xmlns:a="http://schemas.openxmlformats.org/drawingml/2006/main" noGrp="1"/>
          </p:cNvSpPr>
          <p:nvPr/>
        </p:nvSpPr>
        <p:spPr>
          <a:xfrm xmlns:a="http://schemas.openxmlformats.org/drawingml/2006/main">
            <a:off x="6949440" y="3172301"/>
            <a:ext cx="6381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الموقع</a:t>
            </a:r>
          </a:p>
        </p:txBody>
      </p:sp>
      <p:sp>
        <p:nvSpPr>
          <p:cNvPr id="18" name="">
            <a:extLst xmlns:a="http://schemas.openxmlformats.org/drawingml/2006/main">
              <a:ext uri="{FF2B5EF4-FFF2-40B4-BE49-F238E27FC236}">
                <a16:creationId xmlns:a16="http://schemas.microsoft.com/office/drawing/2014/main" id="{76FC1A7F-82AF-4D8C-A85F-611769C85AE6}"/>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A9159EE2-BA69-4656-A9E2-81A2C36E77CD}"/>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BB26D130-C6B9-4141-BC96-55A201A04D3D}"/>
              </a:ext>
            </a:extLst>
          </p:cNvPr>
          <p:cNvSpPr>
            <a:spLocks xmlns:a="http://schemas.openxmlformats.org/drawingml/2006/main" noGrp="1"/>
          </p:cNvSpPr>
          <p:nvPr/>
        </p:nvSpPr>
        <p:spPr>
          <a:xfrm xmlns:a="http://schemas.openxmlformats.org/drawingml/2006/main">
            <a:off x="5286375" y="2771775"/>
            <a:ext cx="6191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اعتماد</a:t>
            </a:r>
          </a:p>
        </p:txBody>
      </p:sp>
      <p:sp>
        <p:nvSpPr>
          <p:cNvPr id="21" name="">
            <a:extLst xmlns:a="http://schemas.openxmlformats.org/drawingml/2006/main">
              <a:ext uri="{FF2B5EF4-FFF2-40B4-BE49-F238E27FC236}">
                <a16:creationId xmlns:a16="http://schemas.microsoft.com/office/drawing/2014/main" id="{26D402DE-7ABE-45BE-B653-CC28A3EECC58}"/>
              </a:ext>
            </a:extLst>
          </p:cNvPr>
          <p:cNvSpPr>
            <a:spLocks xmlns:a="http://schemas.openxmlformats.org/drawingml/2006/main" noGrp="1"/>
          </p:cNvSpPr>
          <p:nvPr/>
        </p:nvSpPr>
        <p:spPr>
          <a:xfrm xmlns:a="http://schemas.openxmlformats.org/drawingml/2006/main">
            <a:off x="4612958" y="2771775"/>
            <a:ext cx="5905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المدير</a:t>
            </a:r>
          </a:p>
        </p:txBody>
      </p:sp>
      <p:sp>
        <p:nvSpPr>
          <p:cNvPr id="22" name="">
            <a:extLst xmlns:a="http://schemas.openxmlformats.org/drawingml/2006/main">
              <a:ext uri="{FF2B5EF4-FFF2-40B4-BE49-F238E27FC236}">
                <a16:creationId xmlns:a16="http://schemas.microsoft.com/office/drawing/2014/main" id="{CF428511-FDBF-4E35-9B31-BC6BE90ABF3F}"/>
              </a:ext>
            </a:extLst>
          </p:cNvPr>
          <p:cNvSpPr>
            <a:spLocks xmlns:a="http://schemas.openxmlformats.org/drawingml/2006/main" noGrp="1"/>
          </p:cNvSpPr>
          <p:nvPr/>
        </p:nvSpPr>
        <p:spPr>
          <a:xfrm xmlns:a="http://schemas.openxmlformats.org/drawingml/2006/main">
            <a:off x="5133975" y="3172301"/>
            <a:ext cx="7715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التنفيذي</a:t>
            </a:r>
          </a:p>
        </p:txBody>
      </p:sp>
      <p:sp>
        <p:nvSpPr>
          <p:cNvPr id="23" name="">
            <a:extLst xmlns:a="http://schemas.openxmlformats.org/drawingml/2006/main">
              <a:ext uri="{FF2B5EF4-FFF2-40B4-BE49-F238E27FC236}">
                <a16:creationId xmlns:a16="http://schemas.microsoft.com/office/drawing/2014/main" id="{5B3F3454-1DC5-40F1-8ABB-9F795C4273C7}"/>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AFA03488-3E3E-4B7B-9470-286CF8E522B1}"/>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25" name="">
            <a:extLst xmlns:a="http://schemas.openxmlformats.org/drawingml/2006/main">
              <a:ext uri="{FF2B5EF4-FFF2-40B4-BE49-F238E27FC236}">
                <a16:creationId xmlns:a16="http://schemas.microsoft.com/office/drawing/2014/main" id="{40AE09BD-C3BF-4702-B019-9DCCC4369EA6}"/>
              </a:ext>
            </a:extLst>
          </p:cNvPr>
          <p:cNvSpPr>
            <a:spLocks xmlns:a="http://schemas.openxmlformats.org/drawingml/2006/main" noGrp="1"/>
          </p:cNvSpPr>
          <p:nvPr/>
        </p:nvSpPr>
        <p:spPr>
          <a:xfrm xmlns:a="http://schemas.openxmlformats.org/drawingml/2006/main">
            <a:off x="2209800" y="2771775"/>
            <a:ext cx="8858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الحسابات</a:t>
            </a:r>
          </a:p>
        </p:txBody>
      </p:sp>
      <p:sp>
        <p:nvSpPr>
          <p:cNvPr id="26" name="">
            <a:extLst xmlns:a="http://schemas.openxmlformats.org/drawingml/2006/main">
              <a:ext uri="{FF2B5EF4-FFF2-40B4-BE49-F238E27FC236}">
                <a16:creationId xmlns:a16="http://schemas.microsoft.com/office/drawing/2014/main" id="{3C3F0F05-7A2F-4CF6-BC9B-37C755691865}"/>
              </a:ext>
            </a:extLst>
          </p:cNvPr>
          <p:cNvSpPr>
            <a:spLocks xmlns:a="http://schemas.openxmlformats.org/drawingml/2006/main" noGrp="1"/>
          </p:cNvSpPr>
          <p:nvPr/>
        </p:nvSpPr>
        <p:spPr>
          <a:xfrm xmlns:a="http://schemas.openxmlformats.org/drawingml/2006/main">
            <a:off x="2362200" y="3172301"/>
            <a:ext cx="7334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ومتابعة</a:t>
            </a:r>
          </a:p>
        </p:txBody>
      </p:sp>
      <p:sp>
        <p:nvSpPr>
          <p:cNvPr id="27" name="">
            <a:extLst xmlns:a="http://schemas.openxmlformats.org/drawingml/2006/main">
              <a:ext uri="{FF2B5EF4-FFF2-40B4-BE49-F238E27FC236}">
                <a16:creationId xmlns:a16="http://schemas.microsoft.com/office/drawing/2014/main" id="{B8907B91-515C-405C-9BB6-B7784EB2393A}"/>
              </a:ext>
            </a:extLst>
          </p:cNvPr>
          <p:cNvSpPr>
            <a:spLocks xmlns:a="http://schemas.openxmlformats.org/drawingml/2006/main" noGrp="1"/>
          </p:cNvSpPr>
          <p:nvPr/>
        </p:nvSpPr>
        <p:spPr>
          <a:xfrm xmlns:a="http://schemas.openxmlformats.org/drawingml/2006/main">
            <a:off x="1574483" y="3172301"/>
            <a:ext cx="7048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الدفعات</a:t>
            </a:r>
          </a:p>
        </p:txBody>
      </p:sp>
      <p:sp>
        <p:nvSpPr>
          <p:cNvPr id="28" name="">
            <a:extLst xmlns:a="http://schemas.openxmlformats.org/drawingml/2006/main">
              <a:ext uri="{FF2B5EF4-FFF2-40B4-BE49-F238E27FC236}">
                <a16:creationId xmlns:a16="http://schemas.microsoft.com/office/drawing/2014/main" id="{54899366-F7F1-401E-86D9-72B8295F190D}"/>
              </a:ext>
            </a:extLst>
          </p:cNvPr>
          <p:cNvSpPr>
            <a:spLocks xmlns:a="http://schemas.openxmlformats.org/drawingml/2006/main" noGrp="1"/>
          </p:cNvSpPr>
          <p:nvPr/>
        </p:nvSpPr>
        <p:spPr>
          <a:xfrm xmlns:a="http://schemas.openxmlformats.org/drawingml/2006/main">
            <a:off x="10934700" y="4933950"/>
            <a:ext cx="5429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الحفظ</a:t>
            </a:r>
          </a:p>
        </p:txBody>
      </p:sp>
      <p:sp>
        <p:nvSpPr>
          <p:cNvPr id="29" name="">
            <a:extLst xmlns:a="http://schemas.openxmlformats.org/drawingml/2006/main">
              <a:ext uri="{FF2B5EF4-FFF2-40B4-BE49-F238E27FC236}">
                <a16:creationId xmlns:a16="http://schemas.microsoft.com/office/drawing/2014/main" id="{D55D2E22-AA7F-41AC-89C7-502097F456DF}"/>
              </a:ext>
            </a:extLst>
          </p:cNvPr>
          <p:cNvSpPr>
            <a:spLocks xmlns:a="http://schemas.openxmlformats.org/drawingml/2006/main" noGrp="1"/>
          </p:cNvSpPr>
          <p:nvPr/>
        </p:nvSpPr>
        <p:spPr>
          <a:xfrm xmlns:a="http://schemas.openxmlformats.org/drawingml/2006/main">
            <a:off x="10368915" y="4933950"/>
            <a:ext cx="4857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وحده</a:t>
            </a:r>
          </a:p>
        </p:txBody>
      </p:sp>
      <p:sp>
        <p:nvSpPr>
          <p:cNvPr id="30" name="">
            <a:extLst xmlns:a="http://schemas.openxmlformats.org/drawingml/2006/main">
              <a:ext uri="{FF2B5EF4-FFF2-40B4-BE49-F238E27FC236}">
                <a16:creationId xmlns:a16="http://schemas.microsoft.com/office/drawing/2014/main" id="{F94AA1B8-1D04-419B-A636-A5163F4E7026}"/>
              </a:ext>
            </a:extLst>
          </p:cNvPr>
          <p:cNvSpPr>
            <a:spLocks xmlns:a="http://schemas.openxmlformats.org/drawingml/2006/main" noGrp="1"/>
          </p:cNvSpPr>
          <p:nvPr/>
        </p:nvSpPr>
        <p:spPr>
          <a:xfrm xmlns:a="http://schemas.openxmlformats.org/drawingml/2006/main">
            <a:off x="10079355" y="4933950"/>
            <a:ext cx="209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لا</a:t>
            </a:r>
          </a:p>
        </p:txBody>
      </p:sp>
      <p:sp>
        <p:nvSpPr>
          <p:cNvPr id="31" name="">
            <a:extLst xmlns:a="http://schemas.openxmlformats.org/drawingml/2006/main">
              <a:ext uri="{FF2B5EF4-FFF2-40B4-BE49-F238E27FC236}">
                <a16:creationId xmlns:a16="http://schemas.microsoft.com/office/drawing/2014/main" id="{D09C0CA5-C723-4CB1-8B37-A26EF309BE3B}"/>
              </a:ext>
            </a:extLst>
          </p:cNvPr>
          <p:cNvSpPr>
            <a:spLocks xmlns:a="http://schemas.openxmlformats.org/drawingml/2006/main" noGrp="1"/>
          </p:cNvSpPr>
          <p:nvPr/>
        </p:nvSpPr>
        <p:spPr>
          <a:xfrm xmlns:a="http://schemas.openxmlformats.org/drawingml/2006/main">
            <a:off x="9542145" y="4933950"/>
            <a:ext cx="4572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يعني</a:t>
            </a:r>
          </a:p>
        </p:txBody>
      </p:sp>
      <p:sp>
        <p:nvSpPr>
          <p:cNvPr id="32" name="">
            <a:extLst xmlns:a="http://schemas.openxmlformats.org/drawingml/2006/main">
              <a:ext uri="{FF2B5EF4-FFF2-40B4-BE49-F238E27FC236}">
                <a16:creationId xmlns:a16="http://schemas.microsoft.com/office/drawing/2014/main" id="{E6187CC6-3272-4F77-BF50-6EA537582951}"/>
              </a:ext>
            </a:extLst>
          </p:cNvPr>
          <p:cNvSpPr>
            <a:spLocks xmlns:a="http://schemas.openxmlformats.org/drawingml/2006/main" noGrp="1"/>
          </p:cNvSpPr>
          <p:nvPr/>
        </p:nvSpPr>
        <p:spPr>
          <a:xfrm xmlns:a="http://schemas.openxmlformats.org/drawingml/2006/main">
            <a:off x="8871585" y="4933950"/>
            <a:ext cx="590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اكتمال</a:t>
            </a:r>
          </a:p>
        </p:txBody>
      </p:sp>
      <p:sp>
        <p:nvSpPr>
          <p:cNvPr id="33" name="">
            <a:extLst xmlns:a="http://schemas.openxmlformats.org/drawingml/2006/main">
              <a:ext uri="{FF2B5EF4-FFF2-40B4-BE49-F238E27FC236}">
                <a16:creationId xmlns:a16="http://schemas.microsoft.com/office/drawing/2014/main" id="{D31CEFD5-5D29-4FDD-B86A-C5B231071933}"/>
              </a:ext>
            </a:extLst>
          </p:cNvPr>
          <p:cNvSpPr>
            <a:spLocks xmlns:a="http://schemas.openxmlformats.org/drawingml/2006/main" noGrp="1"/>
          </p:cNvSpPr>
          <p:nvPr/>
        </p:nvSpPr>
        <p:spPr>
          <a:xfrm xmlns:a="http://schemas.openxmlformats.org/drawingml/2006/main">
            <a:off x="8067675" y="4933950"/>
            <a:ext cx="7239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الاعتماد</a:t>
            </a:r>
          </a:p>
        </p:txBody>
      </p:sp>
      <p:sp>
        <p:nvSpPr>
          <p:cNvPr id="34" name="">
            <a:extLst xmlns:a="http://schemas.openxmlformats.org/drawingml/2006/main">
              <a:ext uri="{FF2B5EF4-FFF2-40B4-BE49-F238E27FC236}">
                <a16:creationId xmlns:a16="http://schemas.microsoft.com/office/drawing/2014/main" id="{359DE823-CB5F-40D9-8AC8-C67930A08820}"/>
              </a:ext>
            </a:extLst>
          </p:cNvPr>
          <p:cNvSpPr>
            <a:spLocks xmlns:a="http://schemas.openxmlformats.org/drawingml/2006/main" noGrp="1"/>
          </p:cNvSpPr>
          <p:nvPr/>
        </p:nvSpPr>
        <p:spPr>
          <a:xfrm xmlns:a="http://schemas.openxmlformats.org/drawingml/2006/main">
            <a:off x="7759065" y="4933950"/>
            <a:ext cx="2286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أو</a:t>
            </a:r>
          </a:p>
        </p:txBody>
      </p:sp>
      <p:sp>
        <p:nvSpPr>
          <p:cNvPr id="35" name="">
            <a:extLst xmlns:a="http://schemas.openxmlformats.org/drawingml/2006/main">
              <a:ext uri="{FF2B5EF4-FFF2-40B4-BE49-F238E27FC236}">
                <a16:creationId xmlns:a16="http://schemas.microsoft.com/office/drawing/2014/main" id="{C235D328-53F2-4B10-B960-DD1B8C010A3C}"/>
              </a:ext>
            </a:extLst>
          </p:cNvPr>
          <p:cNvSpPr>
            <a:spLocks xmlns:a="http://schemas.openxmlformats.org/drawingml/2006/main" noGrp="1"/>
          </p:cNvSpPr>
          <p:nvPr/>
        </p:nvSpPr>
        <p:spPr>
          <a:xfrm xmlns:a="http://schemas.openxmlformats.org/drawingml/2006/main">
            <a:off x="6869430" y="4933950"/>
            <a:ext cx="8096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الصرف.</a:t>
            </a:r>
          </a:p>
        </p:txBody>
      </p:sp>
      <p:sp>
        <p:nvSpPr>
          <p:cNvPr id="36" name="">
            <a:extLst xmlns:a="http://schemas.openxmlformats.org/drawingml/2006/main">
              <a:ext uri="{FF2B5EF4-FFF2-40B4-BE49-F238E27FC236}">
                <a16:creationId xmlns:a16="http://schemas.microsoft.com/office/drawing/2014/main" id="{6AF07839-247F-46EC-962C-E2EB205BAAB2}"/>
              </a:ext>
            </a:extLst>
          </p:cNvPr>
          <p:cNvSpPr>
            <a:spLocks xmlns:a="http://schemas.openxmlformats.org/drawingml/2006/main" noGrp="1"/>
          </p:cNvSpPr>
          <p:nvPr/>
        </p:nvSpPr>
        <p:spPr>
          <a:xfrm xmlns:a="http://schemas.openxmlformats.org/drawingml/2006/main">
            <a:off x="6284595" y="4933950"/>
            <a:ext cx="5048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راجع</a:t>
            </a:r>
          </a:p>
        </p:txBody>
      </p:sp>
      <p:sp>
        <p:nvSpPr>
          <p:cNvPr id="37" name="">
            <a:extLst xmlns:a="http://schemas.openxmlformats.org/drawingml/2006/main">
              <a:ext uri="{FF2B5EF4-FFF2-40B4-BE49-F238E27FC236}">
                <a16:creationId xmlns:a16="http://schemas.microsoft.com/office/drawing/2014/main" id="{E2109015-7668-4390-A563-11715F680419}"/>
              </a:ext>
            </a:extLst>
          </p:cNvPr>
          <p:cNvSpPr>
            <a:spLocks xmlns:a="http://schemas.openxmlformats.org/drawingml/2006/main" noGrp="1"/>
          </p:cNvSpPr>
          <p:nvPr/>
        </p:nvSpPr>
        <p:spPr>
          <a:xfrm xmlns:a="http://schemas.openxmlformats.org/drawingml/2006/main">
            <a:off x="5499735" y="4933950"/>
            <a:ext cx="7048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المرحلة</a:t>
            </a:r>
          </a:p>
        </p:txBody>
      </p:sp>
      <p:sp>
        <p:nvSpPr>
          <p:cNvPr id="38" name="">
            <a:extLst xmlns:a="http://schemas.openxmlformats.org/drawingml/2006/main">
              <a:ext uri="{FF2B5EF4-FFF2-40B4-BE49-F238E27FC236}">
                <a16:creationId xmlns:a16="http://schemas.microsoft.com/office/drawing/2014/main" id="{0FFC39A0-A980-4D97-8040-8559CA2F76F3}"/>
              </a:ext>
            </a:extLst>
          </p:cNvPr>
          <p:cNvSpPr>
            <a:spLocks xmlns:a="http://schemas.openxmlformats.org/drawingml/2006/main" noGrp="1"/>
          </p:cNvSpPr>
          <p:nvPr/>
        </p:nvSpPr>
        <p:spPr>
          <a:xfrm xmlns:a="http://schemas.openxmlformats.org/drawingml/2006/main">
            <a:off x="4829175" y="4933950"/>
            <a:ext cx="590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وسجل</a:t>
            </a:r>
          </a:p>
        </p:txBody>
      </p:sp>
      <p:sp>
        <p:nvSpPr>
          <p:cNvPr id="39" name="">
            <a:extLst xmlns:a="http://schemas.openxmlformats.org/drawingml/2006/main">
              <a:ext uri="{FF2B5EF4-FFF2-40B4-BE49-F238E27FC236}">
                <a16:creationId xmlns:a16="http://schemas.microsoft.com/office/drawing/2014/main" id="{4773C2D0-1488-43EA-A558-6C3DADF161DB}"/>
              </a:ext>
            </a:extLst>
          </p:cNvPr>
          <p:cNvSpPr>
            <a:spLocks xmlns:a="http://schemas.openxmlformats.org/drawingml/2006/main" noGrp="1"/>
          </p:cNvSpPr>
          <p:nvPr/>
        </p:nvSpPr>
        <p:spPr>
          <a:xfrm xmlns:a="http://schemas.openxmlformats.org/drawingml/2006/main">
            <a:off x="3701415" y="4933950"/>
            <a:ext cx="10477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الاعتمادات.</a:t>
            </a:r>
          </a:p>
        </p:txBody>
      </p:sp>
    </p:spTree>
    <p:extLst>
      <p:ext uri="{BB962C8B-B14F-4D97-AF65-F5344CB8AC3E}">
        <p14:creationId xmlns:p14="http://schemas.microsoft.com/office/powerpoint/2010/main" val="456635842"/>
      </p:ext>
    </p:extLst>
  </p:cSld>
</p:sld>
</file>

<file path=ppt/slides/slide15.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E05D2FF-4CCA-482D-B281-67A1D32A432C}"/>
              </a:ext>
            </a:extLst>
          </p:cNvPr>
          <p:cNvSpPr>
            <a:spLocks xmlns:a="http://schemas.openxmlformats.org/drawingml/2006/main" noGrp="1"/>
          </p:cNvSpPr>
          <p:nvPr/>
        </p:nvSpPr>
        <p:spPr>
          <a:xfrm xmlns:a="http://schemas.openxmlformats.org/drawingml/2006/main">
            <a:off x="11258550" y="333375"/>
            <a:ext cx="3143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لقطة</a:t>
            </a:r>
          </a:p>
        </p:txBody>
      </p:sp>
      <p:sp>
        <p:nvSpPr>
          <p:cNvPr id="2" name="">
            <a:extLst xmlns:a="http://schemas.openxmlformats.org/drawingml/2006/main">
              <a:ext uri="{FF2B5EF4-FFF2-40B4-BE49-F238E27FC236}">
                <a16:creationId xmlns:a16="http://schemas.microsoft.com/office/drawing/2014/main" id="{2D966B04-7C3F-4ABC-9243-49897906F4E8}"/>
              </a:ext>
            </a:extLst>
          </p:cNvPr>
          <p:cNvSpPr>
            <a:spLocks xmlns:a="http://schemas.openxmlformats.org/drawingml/2006/main" noGrp="1"/>
          </p:cNvSpPr>
          <p:nvPr/>
        </p:nvSpPr>
        <p:spPr>
          <a:xfrm xmlns:a="http://schemas.openxmlformats.org/drawingml/2006/main">
            <a:off x="10978515" y="333375"/>
            <a:ext cx="2286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من</a:t>
            </a:r>
          </a:p>
        </p:txBody>
      </p:sp>
      <p:sp>
        <p:nvSpPr>
          <p:cNvPr id="3" name="">
            <a:extLst xmlns:a="http://schemas.openxmlformats.org/drawingml/2006/main">
              <a:ext uri="{FF2B5EF4-FFF2-40B4-BE49-F238E27FC236}">
                <a16:creationId xmlns:a16="http://schemas.microsoft.com/office/drawing/2014/main" id="{B905F8FB-6C24-4631-AA7F-AFED7D2980B9}"/>
              </a:ext>
            </a:extLst>
          </p:cNvPr>
          <p:cNvSpPr>
            <a:spLocks xmlns:a="http://schemas.openxmlformats.org/drawingml/2006/main" noGrp="1"/>
          </p:cNvSpPr>
          <p:nvPr/>
        </p:nvSpPr>
        <p:spPr>
          <a:xfrm xmlns:a="http://schemas.openxmlformats.org/drawingml/2006/main">
            <a:off x="10365105"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المشروع</a:t>
            </a:r>
          </a:p>
        </p:txBody>
      </p:sp>
      <p:sp>
        <p:nvSpPr>
          <p:cNvPr id="4" name="">
            <a:extLst xmlns:a="http://schemas.openxmlformats.org/drawingml/2006/main">
              <a:ext uri="{FF2B5EF4-FFF2-40B4-BE49-F238E27FC236}">
                <a16:creationId xmlns:a16="http://schemas.microsoft.com/office/drawing/2014/main" id="{3C4C1A8E-0242-4411-9E43-39FDCB67BDF8}"/>
              </a:ext>
            </a:extLst>
          </p:cNvPr>
          <p:cNvSpPr>
            <a:spLocks xmlns:a="http://schemas.openxmlformats.org/drawingml/2006/main" noGrp="1"/>
          </p:cNvSpPr>
          <p:nvPr/>
        </p:nvSpPr>
        <p:spPr>
          <a:xfrm xmlns:a="http://schemas.openxmlformats.org/drawingml/2006/main">
            <a:off x="10801350" y="781050"/>
            <a:ext cx="7715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قراءة</a:t>
            </a:r>
          </a:p>
        </p:txBody>
      </p:sp>
      <p:sp>
        <p:nvSpPr>
          <p:cNvPr id="5" name="">
            <a:extLst xmlns:a="http://schemas.openxmlformats.org/drawingml/2006/main">
              <a:ext uri="{FF2B5EF4-FFF2-40B4-BE49-F238E27FC236}">
                <a16:creationId xmlns:a16="http://schemas.microsoft.com/office/drawing/2014/main" id="{16D0E65D-1367-4A06-9F54-FDDD229EA503}"/>
              </a:ext>
            </a:extLst>
          </p:cNvPr>
          <p:cNvSpPr>
            <a:spLocks xmlns:a="http://schemas.openxmlformats.org/drawingml/2006/main" noGrp="1"/>
          </p:cNvSpPr>
          <p:nvPr/>
        </p:nvSpPr>
        <p:spPr>
          <a:xfrm xmlns:a="http://schemas.openxmlformats.org/drawingml/2006/main">
            <a:off x="10005060" y="781050"/>
            <a:ext cx="6762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شيت</a:t>
            </a:r>
          </a:p>
        </p:txBody>
      </p:sp>
      <p:sp>
        <p:nvSpPr>
          <p:cNvPr id="6" name="">
            <a:extLst xmlns:a="http://schemas.openxmlformats.org/drawingml/2006/main">
              <a:ext uri="{FF2B5EF4-FFF2-40B4-BE49-F238E27FC236}">
                <a16:creationId xmlns:a16="http://schemas.microsoft.com/office/drawing/2014/main" id="{B942853A-1759-487C-9701-D8BFB59B30EE}"/>
              </a:ext>
            </a:extLst>
          </p:cNvPr>
          <p:cNvSpPr>
            <a:spLocks xmlns:a="http://schemas.openxmlformats.org/drawingml/2006/main" noGrp="1"/>
          </p:cNvSpPr>
          <p:nvPr/>
        </p:nvSpPr>
        <p:spPr>
          <a:xfrm xmlns:a="http://schemas.openxmlformats.org/drawingml/2006/main">
            <a:off x="8951595" y="781050"/>
            <a:ext cx="9334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الحصر</a:t>
            </a:r>
          </a:p>
        </p:txBody>
      </p:sp>
      <p:sp>
        <p:nvSpPr>
          <p:cNvPr id="7" name="">
            <a:extLst xmlns:a="http://schemas.openxmlformats.org/drawingml/2006/main">
              <a:ext uri="{FF2B5EF4-FFF2-40B4-BE49-F238E27FC236}">
                <a16:creationId xmlns:a16="http://schemas.microsoft.com/office/drawing/2014/main" id="{A2B5963A-D311-41AD-A641-B4FA47AEE658}"/>
              </a:ext>
            </a:extLst>
          </p:cNvPr>
          <p:cNvSpPr>
            <a:spLocks xmlns:a="http://schemas.openxmlformats.org/drawingml/2006/main" noGrp="1"/>
          </p:cNvSpPr>
          <p:nvPr/>
        </p:nvSpPr>
        <p:spPr>
          <a:xfrm xmlns:a="http://schemas.openxmlformats.org/drawingml/2006/main">
            <a:off x="7193280" y="781050"/>
            <a:ext cx="1638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والخصومات</a:t>
            </a:r>
          </a:p>
        </p:txBody>
      </p:sp>
      <p:sp>
        <p:nvSpPr>
          <p:cNvPr id="8" name="">
            <a:extLst xmlns:a="http://schemas.openxmlformats.org/drawingml/2006/main">
              <a:ext uri="{FF2B5EF4-FFF2-40B4-BE49-F238E27FC236}">
                <a16:creationId xmlns:a16="http://schemas.microsoft.com/office/drawing/2014/main" id="{96A9BD5D-8F20-4E9D-B4E7-4EC60EEC1304}"/>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15</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59022b33ba646f2"/>
          <a:stretch xmlns:a="http://schemas.openxmlformats.org/drawingml/2006/main"/>
        </p:blipFill>
        <p:spPr>
          <a:xfrm xmlns:a="http://schemas.openxmlformats.org/drawingml/2006/main">
            <a:off x="619125" y="1725725"/>
            <a:ext cx="7762875" cy="3692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979D2F9-EFAE-4208-9DDB-728874040F14}"/>
              </a:ext>
            </a:extLst>
          </p:cNvPr>
          <p:cNvSpPr>
            <a:spLocks xmlns:a="http://schemas.openxmlformats.org/drawingml/2006/main" noGrp="1"/>
          </p:cNvSpPr>
          <p:nvPr/>
        </p:nvSpPr>
        <p:spPr>
          <a:xfrm xmlns:a="http://schemas.openxmlformats.org/drawingml/2006/main">
            <a:off x="11277600" y="1952625"/>
            <a:ext cx="2000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١</a:t>
            </a:r>
          </a:p>
        </p:txBody>
      </p:sp>
      <p:sp>
        <p:nvSpPr>
          <p:cNvPr id="11" name="">
            <a:extLst xmlns:a="http://schemas.openxmlformats.org/drawingml/2006/main">
              <a:ext uri="{FF2B5EF4-FFF2-40B4-BE49-F238E27FC236}">
                <a16:creationId xmlns:a16="http://schemas.microsoft.com/office/drawing/2014/main" id="{6FD112C3-4558-4AEF-A459-B321C34EA234}"/>
              </a:ext>
            </a:extLst>
          </p:cNvPr>
          <p:cNvSpPr>
            <a:spLocks xmlns:a="http://schemas.openxmlformats.org/drawingml/2006/main" noGrp="1"/>
          </p:cNvSpPr>
          <p:nvPr/>
        </p:nvSpPr>
        <p:spPr>
          <a:xfrm xmlns:a="http://schemas.openxmlformats.org/drawingml/2006/main">
            <a:off x="10831830" y="1952625"/>
            <a:ext cx="3714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نوع</a:t>
            </a:r>
          </a:p>
        </p:txBody>
      </p:sp>
      <p:sp>
        <p:nvSpPr>
          <p:cNvPr id="12" name="">
            <a:extLst xmlns:a="http://schemas.openxmlformats.org/drawingml/2006/main">
              <a:ext uri="{FF2B5EF4-FFF2-40B4-BE49-F238E27FC236}">
                <a16:creationId xmlns:a16="http://schemas.microsoft.com/office/drawing/2014/main" id="{640DDBF2-9B00-46E8-B671-CC757F07878C}"/>
              </a:ext>
            </a:extLst>
          </p:cNvPr>
          <p:cNvSpPr>
            <a:spLocks xmlns:a="http://schemas.openxmlformats.org/drawingml/2006/main" noGrp="1"/>
          </p:cNvSpPr>
          <p:nvPr/>
        </p:nvSpPr>
        <p:spPr>
          <a:xfrm xmlns:a="http://schemas.openxmlformats.org/drawingml/2006/main">
            <a:off x="10147935" y="1952625"/>
            <a:ext cx="60960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وتاريخ</a:t>
            </a:r>
          </a:p>
        </p:txBody>
      </p:sp>
      <p:sp>
        <p:nvSpPr>
          <p:cNvPr id="13" name="">
            <a:extLst xmlns:a="http://schemas.openxmlformats.org/drawingml/2006/main">
              <a:ext uri="{FF2B5EF4-FFF2-40B4-BE49-F238E27FC236}">
                <a16:creationId xmlns:a16="http://schemas.microsoft.com/office/drawing/2014/main" id="{968B07F4-F249-4572-B07D-880EF48B1ADE}"/>
              </a:ext>
            </a:extLst>
          </p:cNvPr>
          <p:cNvSpPr>
            <a:spLocks xmlns:a="http://schemas.openxmlformats.org/drawingml/2006/main" noGrp="1"/>
          </p:cNvSpPr>
          <p:nvPr/>
        </p:nvSpPr>
        <p:spPr>
          <a:xfrm xmlns:a="http://schemas.openxmlformats.org/drawingml/2006/main">
            <a:off x="9473565" y="1952625"/>
            <a:ext cx="6000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الحصر</a:t>
            </a:r>
          </a:p>
        </p:txBody>
      </p:sp>
      <p:sp>
        <p:nvSpPr>
          <p:cNvPr id="14" name="">
            <a:extLst xmlns:a="http://schemas.openxmlformats.org/drawingml/2006/main">
              <a:ext uri="{FF2B5EF4-FFF2-40B4-BE49-F238E27FC236}">
                <a16:creationId xmlns:a16="http://schemas.microsoft.com/office/drawing/2014/main" id="{288484AB-D7D6-468F-92B9-9F666B76C7D5}"/>
              </a:ext>
            </a:extLst>
          </p:cNvPr>
          <p:cNvSpPr>
            <a:spLocks xmlns:a="http://schemas.openxmlformats.org/drawingml/2006/main" noGrp="1"/>
          </p:cNvSpPr>
          <p:nvPr/>
        </p:nvSpPr>
        <p:spPr>
          <a:xfrm xmlns:a="http://schemas.openxmlformats.org/drawingml/2006/main">
            <a:off x="11277600" y="2670810"/>
            <a:ext cx="2000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٢</a:t>
            </a:r>
          </a:p>
        </p:txBody>
      </p:sp>
      <p:sp>
        <p:nvSpPr>
          <p:cNvPr id="15" name="">
            <a:extLst xmlns:a="http://schemas.openxmlformats.org/drawingml/2006/main">
              <a:ext uri="{FF2B5EF4-FFF2-40B4-BE49-F238E27FC236}">
                <a16:creationId xmlns:a16="http://schemas.microsoft.com/office/drawing/2014/main" id="{47D8315A-13F0-46C2-BA80-309B48E4DA68}"/>
              </a:ext>
            </a:extLst>
          </p:cNvPr>
          <p:cNvSpPr>
            <a:spLocks xmlns:a="http://schemas.openxmlformats.org/drawingml/2006/main" noGrp="1"/>
          </p:cNvSpPr>
          <p:nvPr/>
        </p:nvSpPr>
        <p:spPr>
          <a:xfrm xmlns:a="http://schemas.openxmlformats.org/drawingml/2006/main">
            <a:off x="10603230" y="2670810"/>
            <a:ext cx="6000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السابق</a:t>
            </a:r>
          </a:p>
        </p:txBody>
      </p:sp>
      <p:sp>
        <p:nvSpPr>
          <p:cNvPr id="16" name="">
            <a:extLst xmlns:a="http://schemas.openxmlformats.org/drawingml/2006/main">
              <a:ext uri="{FF2B5EF4-FFF2-40B4-BE49-F238E27FC236}">
                <a16:creationId xmlns:a16="http://schemas.microsoft.com/office/drawing/2014/main" id="{18AA2346-DCB6-4560-994A-99785902D24D}"/>
              </a:ext>
            </a:extLst>
          </p:cNvPr>
          <p:cNvSpPr>
            <a:spLocks xmlns:a="http://schemas.openxmlformats.org/drawingml/2006/main" noGrp="1"/>
          </p:cNvSpPr>
          <p:nvPr/>
        </p:nvSpPr>
        <p:spPr>
          <a:xfrm xmlns:a="http://schemas.openxmlformats.org/drawingml/2006/main">
            <a:off x="9852660" y="2670810"/>
            <a:ext cx="6762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والحالي</a:t>
            </a:r>
          </a:p>
        </p:txBody>
      </p:sp>
      <p:sp>
        <p:nvSpPr>
          <p:cNvPr id="17" name="">
            <a:extLst xmlns:a="http://schemas.openxmlformats.org/drawingml/2006/main">
              <a:ext uri="{FF2B5EF4-FFF2-40B4-BE49-F238E27FC236}">
                <a16:creationId xmlns:a16="http://schemas.microsoft.com/office/drawing/2014/main" id="{A6BD6E12-BDBB-48F9-B999-D08FB2539C7B}"/>
              </a:ext>
            </a:extLst>
          </p:cNvPr>
          <p:cNvSpPr>
            <a:spLocks xmlns:a="http://schemas.openxmlformats.org/drawingml/2006/main" noGrp="1"/>
          </p:cNvSpPr>
          <p:nvPr/>
        </p:nvSpPr>
        <p:spPr>
          <a:xfrm xmlns:a="http://schemas.openxmlformats.org/drawingml/2006/main">
            <a:off x="8930640" y="2670810"/>
            <a:ext cx="8477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والتراكمي</a:t>
            </a:r>
          </a:p>
        </p:txBody>
      </p:sp>
      <p:sp>
        <p:nvSpPr>
          <p:cNvPr id="18" name="">
            <a:extLst xmlns:a="http://schemas.openxmlformats.org/drawingml/2006/main">
              <a:ext uri="{FF2B5EF4-FFF2-40B4-BE49-F238E27FC236}">
                <a16:creationId xmlns:a16="http://schemas.microsoft.com/office/drawing/2014/main" id="{182236E6-18EE-4738-B59A-9F1865E5684C}"/>
              </a:ext>
            </a:extLst>
          </p:cNvPr>
          <p:cNvSpPr>
            <a:spLocks xmlns:a="http://schemas.openxmlformats.org/drawingml/2006/main" noGrp="1"/>
          </p:cNvSpPr>
          <p:nvPr/>
        </p:nvSpPr>
        <p:spPr>
          <a:xfrm xmlns:a="http://schemas.openxmlformats.org/drawingml/2006/main">
            <a:off x="11277600" y="3388995"/>
            <a:ext cx="2000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٣</a:t>
            </a:r>
          </a:p>
        </p:txBody>
      </p:sp>
      <p:sp>
        <p:nvSpPr>
          <p:cNvPr id="19" name="">
            <a:extLst xmlns:a="http://schemas.openxmlformats.org/drawingml/2006/main">
              <a:ext uri="{FF2B5EF4-FFF2-40B4-BE49-F238E27FC236}">
                <a16:creationId xmlns:a16="http://schemas.microsoft.com/office/drawing/2014/main" id="{BA09AF5A-7F31-464B-B51E-0401532BEDE8}"/>
              </a:ext>
            </a:extLst>
          </p:cNvPr>
          <p:cNvSpPr>
            <a:spLocks xmlns:a="http://schemas.openxmlformats.org/drawingml/2006/main" noGrp="1"/>
          </p:cNvSpPr>
          <p:nvPr/>
        </p:nvSpPr>
        <p:spPr>
          <a:xfrm xmlns:a="http://schemas.openxmlformats.org/drawingml/2006/main">
            <a:off x="10279380" y="3388995"/>
            <a:ext cx="9239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الخصومات</a:t>
            </a:r>
          </a:p>
        </p:txBody>
      </p:sp>
      <p:sp>
        <p:nvSpPr>
          <p:cNvPr id="20" name="">
            <a:extLst xmlns:a="http://schemas.openxmlformats.org/drawingml/2006/main">
              <a:ext uri="{FF2B5EF4-FFF2-40B4-BE49-F238E27FC236}">
                <a16:creationId xmlns:a16="http://schemas.microsoft.com/office/drawing/2014/main" id="{33051A34-B65B-4AA5-A9C5-5E257F17C51F}"/>
              </a:ext>
            </a:extLst>
          </p:cNvPr>
          <p:cNvSpPr>
            <a:spLocks xmlns:a="http://schemas.openxmlformats.org/drawingml/2006/main" noGrp="1"/>
          </p:cNvSpPr>
          <p:nvPr/>
        </p:nvSpPr>
        <p:spPr>
          <a:xfrm xmlns:a="http://schemas.openxmlformats.org/drawingml/2006/main">
            <a:off x="9481185" y="3388995"/>
            <a:ext cx="72390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وملخص</a:t>
            </a:r>
          </a:p>
        </p:txBody>
      </p:sp>
      <p:sp>
        <p:nvSpPr>
          <p:cNvPr id="21" name="">
            <a:extLst xmlns:a="http://schemas.openxmlformats.org/drawingml/2006/main">
              <a:ext uri="{FF2B5EF4-FFF2-40B4-BE49-F238E27FC236}">
                <a16:creationId xmlns:a16="http://schemas.microsoft.com/office/drawing/2014/main" id="{9CBBDB3F-671C-4570-A99F-C191570DA59A}"/>
              </a:ext>
            </a:extLst>
          </p:cNvPr>
          <p:cNvSpPr>
            <a:spLocks xmlns:a="http://schemas.openxmlformats.org/drawingml/2006/main" noGrp="1"/>
          </p:cNvSpPr>
          <p:nvPr/>
        </p:nvSpPr>
        <p:spPr>
          <a:xfrm xmlns:a="http://schemas.openxmlformats.org/drawingml/2006/main">
            <a:off x="8635365" y="3388995"/>
            <a:ext cx="7715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1D4ED8"/>
                </a:solidFill>
                <a:latin typeface="Arial"/>
                <a:ea typeface="Arial"/>
                <a:cs typeface="Arial"/>
              </a:defRPr>
            </a:pPr>
            <a:r>
              <a:rPr sz="1950" b="1">
                <a:solidFill>
                  <a:srgbClr val="1D4ED8"/>
                </a:solidFill>
                <a:latin typeface="Arial"/>
                <a:ea typeface="Arial"/>
                <a:cs typeface="Arial"/>
              </a:rPr>
              <a:t>المستحق</a:t>
            </a:r>
          </a:p>
        </p:txBody>
      </p:sp>
      <p:sp>
        <p:nvSpPr>
          <p:cNvPr id="22" name="">
            <a:extLst xmlns:a="http://schemas.openxmlformats.org/drawingml/2006/main">
              <a:ext uri="{FF2B5EF4-FFF2-40B4-BE49-F238E27FC236}">
                <a16:creationId xmlns:a16="http://schemas.microsoft.com/office/drawing/2014/main" id="{9B634540-C3D5-4A6D-9220-5D0420FBC823}"/>
              </a:ext>
            </a:extLst>
          </p:cNvPr>
          <p:cNvSpPr>
            <a:spLocks xmlns:a="http://schemas.openxmlformats.org/drawingml/2006/main" noGrp="1"/>
          </p:cNvSpPr>
          <p:nvPr/>
        </p:nvSpPr>
        <p:spPr>
          <a:xfrm xmlns:a="http://schemas.openxmlformats.org/drawingml/2006/main">
            <a:off x="8305800" y="3744278"/>
            <a:ext cx="41910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0">
                <a:solidFill>
                  <a:srgbClr val="2563EB"/>
                </a:solidFill>
                <a:latin typeface="Arial"/>
                <a:ea typeface="Arial"/>
                <a:cs typeface="Arial"/>
              </a:defRPr>
            </a:pPr>
            <a:r>
              <a:rPr sz="2850" b="0">
                <a:solidFill>
                  <a:srgbClr val="2563EB"/>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94834125-03D8-47A2-A425-3C5E38D29B06}"/>
              </a:ext>
            </a:extLst>
          </p:cNvPr>
          <p:cNvSpPr>
            <a:spLocks xmlns:a="http://schemas.openxmlformats.org/drawingml/2006/main" noGrp="1"/>
          </p:cNvSpPr>
          <p:nvPr/>
        </p:nvSpPr>
        <p:spPr>
          <a:xfrm xmlns:a="http://schemas.openxmlformats.org/drawingml/2006/main">
            <a:off x="11153775" y="5810250"/>
            <a:ext cx="3238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لقطة</a:t>
            </a:r>
          </a:p>
        </p:txBody>
      </p:sp>
      <p:sp>
        <p:nvSpPr>
          <p:cNvPr id="24" name="">
            <a:extLst xmlns:a="http://schemas.openxmlformats.org/drawingml/2006/main">
              <a:ext uri="{FF2B5EF4-FFF2-40B4-BE49-F238E27FC236}">
                <a16:creationId xmlns:a16="http://schemas.microsoft.com/office/drawing/2014/main" id="{90BAF745-46A9-4667-B908-205C9FD760AF}"/>
              </a:ext>
            </a:extLst>
          </p:cNvPr>
          <p:cNvSpPr>
            <a:spLocks xmlns:a="http://schemas.openxmlformats.org/drawingml/2006/main" noGrp="1"/>
          </p:cNvSpPr>
          <p:nvPr/>
        </p:nvSpPr>
        <p:spPr>
          <a:xfrm xmlns:a="http://schemas.openxmlformats.org/drawingml/2006/main">
            <a:off x="10566083" y="5810250"/>
            <a:ext cx="53340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أرشيفية.</a:t>
            </a:r>
          </a:p>
        </p:txBody>
      </p:sp>
      <p:sp>
        <p:nvSpPr>
          <p:cNvPr id="25" name="">
            <a:extLst xmlns:a="http://schemas.openxmlformats.org/drawingml/2006/main">
              <a:ext uri="{FF2B5EF4-FFF2-40B4-BE49-F238E27FC236}">
                <a16:creationId xmlns:a16="http://schemas.microsoft.com/office/drawing/2014/main" id="{DAD6F82E-D405-49A3-A0F8-5C6D0F31D17E}"/>
              </a:ext>
            </a:extLst>
          </p:cNvPr>
          <p:cNvSpPr>
            <a:spLocks xmlns:a="http://schemas.openxmlformats.org/drawingml/2006/main" noGrp="1"/>
          </p:cNvSpPr>
          <p:nvPr/>
        </p:nvSpPr>
        <p:spPr>
          <a:xfrm xmlns:a="http://schemas.openxmlformats.org/drawingml/2006/main">
            <a:off x="10149840" y="5810250"/>
            <a:ext cx="3619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راجع</a:t>
            </a:r>
          </a:p>
        </p:txBody>
      </p:sp>
      <p:sp>
        <p:nvSpPr>
          <p:cNvPr id="26" name="">
            <a:extLst xmlns:a="http://schemas.openxmlformats.org/drawingml/2006/main">
              <a:ext uri="{FF2B5EF4-FFF2-40B4-BE49-F238E27FC236}">
                <a16:creationId xmlns:a16="http://schemas.microsoft.com/office/drawing/2014/main" id="{91165948-A580-44CB-A091-5E833BD11934}"/>
              </a:ext>
            </a:extLst>
          </p:cNvPr>
          <p:cNvSpPr>
            <a:spLocks xmlns:a="http://schemas.openxmlformats.org/drawingml/2006/main" noGrp="1"/>
          </p:cNvSpPr>
          <p:nvPr/>
        </p:nvSpPr>
        <p:spPr>
          <a:xfrm xmlns:a="http://schemas.openxmlformats.org/drawingml/2006/main">
            <a:off x="9581197" y="5810250"/>
            <a:ext cx="5143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مسميات</a:t>
            </a:r>
          </a:p>
        </p:txBody>
      </p:sp>
      <p:sp>
        <p:nvSpPr>
          <p:cNvPr id="27" name="">
            <a:extLst xmlns:a="http://schemas.openxmlformats.org/drawingml/2006/main">
              <a:ext uri="{FF2B5EF4-FFF2-40B4-BE49-F238E27FC236}">
                <a16:creationId xmlns:a16="http://schemas.microsoft.com/office/drawing/2014/main" id="{DA4F3C76-BE57-4767-B231-E230CDBE4EB6}"/>
              </a:ext>
            </a:extLst>
          </p:cNvPr>
          <p:cNvSpPr>
            <a:spLocks xmlns:a="http://schemas.openxmlformats.org/drawingml/2006/main" noGrp="1"/>
          </p:cNvSpPr>
          <p:nvPr/>
        </p:nvSpPr>
        <p:spPr>
          <a:xfrm xmlns:a="http://schemas.openxmlformats.org/drawingml/2006/main">
            <a:off x="9079230" y="5810250"/>
            <a:ext cx="447675"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الحقول</a:t>
            </a:r>
          </a:p>
        </p:txBody>
      </p:sp>
      <p:sp>
        <p:nvSpPr>
          <p:cNvPr id="28" name="">
            <a:extLst xmlns:a="http://schemas.openxmlformats.org/drawingml/2006/main">
              <a:ext uri="{FF2B5EF4-FFF2-40B4-BE49-F238E27FC236}">
                <a16:creationId xmlns:a16="http://schemas.microsoft.com/office/drawing/2014/main" id="{BFED4CA8-5461-41BB-AECA-6C1D3D91870C}"/>
              </a:ext>
            </a:extLst>
          </p:cNvPr>
          <p:cNvSpPr>
            <a:spLocks xmlns:a="http://schemas.openxmlformats.org/drawingml/2006/main" noGrp="1"/>
          </p:cNvSpPr>
          <p:nvPr/>
        </p:nvSpPr>
        <p:spPr>
          <a:xfrm xmlns:a="http://schemas.openxmlformats.org/drawingml/2006/main">
            <a:off x="8605837" y="5810250"/>
            <a:ext cx="41910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الحالية</a:t>
            </a:r>
          </a:p>
        </p:txBody>
      </p:sp>
      <p:sp>
        <p:nvSpPr>
          <p:cNvPr id="29" name="">
            <a:extLst xmlns:a="http://schemas.openxmlformats.org/drawingml/2006/main">
              <a:ext uri="{FF2B5EF4-FFF2-40B4-BE49-F238E27FC236}">
                <a16:creationId xmlns:a16="http://schemas.microsoft.com/office/drawing/2014/main" id="{E7144F5E-846F-4F7E-AA5B-3411122EE884}"/>
              </a:ext>
            </a:extLst>
          </p:cNvPr>
          <p:cNvSpPr>
            <a:spLocks xmlns:a="http://schemas.openxmlformats.org/drawingml/2006/main" noGrp="1"/>
          </p:cNvSpPr>
          <p:nvPr/>
        </p:nvSpPr>
        <p:spPr>
          <a:xfrm xmlns:a="http://schemas.openxmlformats.org/drawingml/2006/main">
            <a:off x="8284845" y="5810250"/>
            <a:ext cx="26670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عند</a:t>
            </a:r>
          </a:p>
        </p:txBody>
      </p:sp>
      <p:sp>
        <p:nvSpPr>
          <p:cNvPr id="30" name="">
            <a:extLst xmlns:a="http://schemas.openxmlformats.org/drawingml/2006/main">
              <a:ext uri="{FF2B5EF4-FFF2-40B4-BE49-F238E27FC236}">
                <a16:creationId xmlns:a16="http://schemas.microsoft.com/office/drawing/2014/main" id="{9EC53D22-946E-488D-A013-EE5DAB771868}"/>
              </a:ext>
            </a:extLst>
          </p:cNvPr>
          <p:cNvSpPr>
            <a:spLocks xmlns:a="http://schemas.openxmlformats.org/drawingml/2006/main" noGrp="1"/>
          </p:cNvSpPr>
          <p:nvPr/>
        </p:nvSpPr>
        <p:spPr>
          <a:xfrm xmlns:a="http://schemas.openxmlformats.org/drawingml/2006/main">
            <a:off x="7925752" y="5810250"/>
            <a:ext cx="30480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تنفيذ</a:t>
            </a:r>
          </a:p>
        </p:txBody>
      </p:sp>
      <p:sp>
        <p:nvSpPr>
          <p:cNvPr id="31" name="">
            <a:extLst xmlns:a="http://schemas.openxmlformats.org/drawingml/2006/main">
              <a:ext uri="{FF2B5EF4-FFF2-40B4-BE49-F238E27FC236}">
                <a16:creationId xmlns:a16="http://schemas.microsoft.com/office/drawing/2014/main" id="{1689A583-75B5-4820-A9AA-16CD1A7BB79F}"/>
              </a:ext>
            </a:extLst>
          </p:cNvPr>
          <p:cNvSpPr>
            <a:spLocks xmlns:a="http://schemas.openxmlformats.org/drawingml/2006/main" noGrp="1"/>
          </p:cNvSpPr>
          <p:nvPr/>
        </p:nvSpPr>
        <p:spPr>
          <a:xfrm xmlns:a="http://schemas.openxmlformats.org/drawingml/2006/main">
            <a:off x="7319010" y="5810250"/>
            <a:ext cx="552450" cy="25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425" b="0">
                <a:solidFill>
                  <a:srgbClr val="64748B"/>
                </a:solidFill>
                <a:latin typeface="Arial"/>
                <a:ea typeface="Arial"/>
                <a:cs typeface="Arial"/>
              </a:defRPr>
            </a:pPr>
            <a:r>
              <a:rPr sz="1425" b="0">
                <a:solidFill>
                  <a:srgbClr val="64748B"/>
                </a:solidFill>
                <a:latin typeface="Arial"/>
                <a:ea typeface="Arial"/>
                <a:cs typeface="Arial"/>
              </a:rPr>
              <a:t>التدريب.</a:t>
            </a:r>
          </a:p>
        </p:txBody>
      </p:sp>
    </p:spTree>
    <p:extLst>
      <p:ext uri="{BB962C8B-B14F-4D97-AF65-F5344CB8AC3E}">
        <p14:creationId xmlns:p14="http://schemas.microsoft.com/office/powerpoint/2010/main" val="873318446"/>
      </p:ext>
    </p:extLst>
  </p:cSld>
</p:sld>
</file>

<file path=ppt/slides/slide16.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0F30B9FD-8ADE-439E-BD88-4819DE69B2F0}"/>
              </a:ext>
            </a:extLst>
          </p:cNvPr>
          <p:cNvSpPr>
            <a:spLocks xmlns:a="http://schemas.openxmlformats.org/drawingml/2006/main" noGrp="1"/>
          </p:cNvSpPr>
          <p:nvPr/>
        </p:nvSpPr>
        <p:spPr>
          <a:xfrm xmlns:a="http://schemas.openxmlformats.org/drawingml/2006/main">
            <a:off x="10877550" y="333375"/>
            <a:ext cx="6953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مستخلصات</a:t>
            </a:r>
          </a:p>
        </p:txBody>
      </p:sp>
      <p:sp>
        <p:nvSpPr>
          <p:cNvPr id="2" name="">
            <a:extLst xmlns:a="http://schemas.openxmlformats.org/drawingml/2006/main">
              <a:ext uri="{FF2B5EF4-FFF2-40B4-BE49-F238E27FC236}">
                <a16:creationId xmlns:a16="http://schemas.microsoft.com/office/drawing/2014/main" id="{CD5F7426-0ED1-4112-8E5A-5E0FCA0755C5}"/>
              </a:ext>
            </a:extLst>
          </p:cNvPr>
          <p:cNvSpPr>
            <a:spLocks xmlns:a="http://schemas.openxmlformats.org/drawingml/2006/main" noGrp="1"/>
          </p:cNvSpPr>
          <p:nvPr/>
        </p:nvSpPr>
        <p:spPr>
          <a:xfrm xmlns:a="http://schemas.openxmlformats.org/drawingml/2006/main">
            <a:off x="10264140"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المقاولين</a:t>
            </a:r>
          </a:p>
        </p:txBody>
      </p:sp>
      <p:sp>
        <p:nvSpPr>
          <p:cNvPr id="3" name="">
            <a:extLst xmlns:a="http://schemas.openxmlformats.org/drawingml/2006/main">
              <a:ext uri="{FF2B5EF4-FFF2-40B4-BE49-F238E27FC236}">
                <a16:creationId xmlns:a16="http://schemas.microsoft.com/office/drawing/2014/main" id="{79E1668C-C33F-4064-9EFD-B038CBE31BC3}"/>
              </a:ext>
            </a:extLst>
          </p:cNvPr>
          <p:cNvSpPr>
            <a:spLocks xmlns:a="http://schemas.openxmlformats.org/drawingml/2006/main" noGrp="1"/>
          </p:cNvSpPr>
          <p:nvPr/>
        </p:nvSpPr>
        <p:spPr>
          <a:xfrm xmlns:a="http://schemas.openxmlformats.org/drawingml/2006/main">
            <a:off x="10115550" y="781050"/>
            <a:ext cx="14573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الخصومات</a:t>
            </a:r>
          </a:p>
        </p:txBody>
      </p:sp>
      <p:sp>
        <p:nvSpPr>
          <p:cNvPr id="4" name="">
            <a:extLst xmlns:a="http://schemas.openxmlformats.org/drawingml/2006/main">
              <a:ext uri="{FF2B5EF4-FFF2-40B4-BE49-F238E27FC236}">
                <a16:creationId xmlns:a16="http://schemas.microsoft.com/office/drawing/2014/main" id="{B2923079-E916-45A2-B470-77C5BBA93003}"/>
              </a:ext>
            </a:extLst>
          </p:cNvPr>
          <p:cNvSpPr>
            <a:spLocks xmlns:a="http://schemas.openxmlformats.org/drawingml/2006/main" noGrp="1"/>
          </p:cNvSpPr>
          <p:nvPr/>
        </p:nvSpPr>
        <p:spPr>
          <a:xfrm xmlns:a="http://schemas.openxmlformats.org/drawingml/2006/main">
            <a:off x="8776335" y="781050"/>
            <a:ext cx="1219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والطباعة</a:t>
            </a:r>
          </a:p>
        </p:txBody>
      </p:sp>
      <p:sp>
        <p:nvSpPr>
          <p:cNvPr id="5" name="">
            <a:extLst xmlns:a="http://schemas.openxmlformats.org/drawingml/2006/main">
              <a:ext uri="{FF2B5EF4-FFF2-40B4-BE49-F238E27FC236}">
                <a16:creationId xmlns:a16="http://schemas.microsoft.com/office/drawing/2014/main" id="{14C2D4AD-C9A6-459E-A9B2-8434E79E7538}"/>
              </a:ext>
            </a:extLst>
          </p:cNvPr>
          <p:cNvSpPr>
            <a:spLocks xmlns:a="http://schemas.openxmlformats.org/drawingml/2006/main" noGrp="1"/>
          </p:cNvSpPr>
          <p:nvPr/>
        </p:nvSpPr>
        <p:spPr>
          <a:xfrm xmlns:a="http://schemas.openxmlformats.org/drawingml/2006/main">
            <a:off x="7656195" y="781050"/>
            <a:ext cx="10001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للمقاول</a:t>
            </a:r>
          </a:p>
        </p:txBody>
      </p:sp>
      <p:sp>
        <p:nvSpPr>
          <p:cNvPr id="6" name="">
            <a:extLst xmlns:a="http://schemas.openxmlformats.org/drawingml/2006/main">
              <a:ext uri="{FF2B5EF4-FFF2-40B4-BE49-F238E27FC236}">
                <a16:creationId xmlns:a16="http://schemas.microsoft.com/office/drawing/2014/main" id="{A862A53E-212E-4985-8685-7DE0CC324D7A}"/>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81B07415-D820-4E94-B236-6DE629B718B1}"/>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E8B141A3-091B-4D31-8DC3-8DC2949B2637}"/>
              </a:ext>
            </a:extLst>
          </p:cNvPr>
          <p:cNvSpPr>
            <a:spLocks xmlns:a="http://schemas.openxmlformats.org/drawingml/2006/main" noGrp="1"/>
          </p:cNvSpPr>
          <p:nvPr/>
        </p:nvSpPr>
        <p:spPr>
          <a:xfrm xmlns:a="http://schemas.openxmlformats.org/drawingml/2006/main">
            <a:off x="10172700"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9" name="">
            <a:extLst xmlns:a="http://schemas.openxmlformats.org/drawingml/2006/main">
              <a:ext uri="{FF2B5EF4-FFF2-40B4-BE49-F238E27FC236}">
                <a16:creationId xmlns:a16="http://schemas.microsoft.com/office/drawing/2014/main" id="{E8B45FA6-6F71-4B9A-8B7A-51A9A54118A0}"/>
              </a:ext>
            </a:extLst>
          </p:cNvPr>
          <p:cNvSpPr>
            <a:spLocks xmlns:a="http://schemas.openxmlformats.org/drawingml/2006/main" noGrp="1"/>
          </p:cNvSpPr>
          <p:nvPr/>
        </p:nvSpPr>
        <p:spPr>
          <a:xfrm xmlns:a="http://schemas.openxmlformats.org/drawingml/2006/main">
            <a:off x="9476423" y="180975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إجمالي</a:t>
            </a:r>
          </a:p>
        </p:txBody>
      </p:sp>
      <p:sp>
        <p:nvSpPr>
          <p:cNvPr id="10" name="">
            <a:extLst xmlns:a="http://schemas.openxmlformats.org/drawingml/2006/main">
              <a:ext uri="{FF2B5EF4-FFF2-40B4-BE49-F238E27FC236}">
                <a16:creationId xmlns:a16="http://schemas.microsoft.com/office/drawing/2014/main" id="{8787E0B4-7C83-4430-B5C7-D4AF75F99662}"/>
              </a:ext>
            </a:extLst>
          </p:cNvPr>
          <p:cNvSpPr>
            <a:spLocks xmlns:a="http://schemas.openxmlformats.org/drawingml/2006/main" noGrp="1"/>
          </p:cNvSpPr>
          <p:nvPr/>
        </p:nvSpPr>
        <p:spPr>
          <a:xfrm xmlns:a="http://schemas.openxmlformats.org/drawingml/2006/main">
            <a:off x="8722995" y="180975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الأعمال</a:t>
            </a:r>
          </a:p>
        </p:txBody>
      </p:sp>
      <p:sp>
        <p:nvSpPr>
          <p:cNvPr id="11" name="">
            <a:extLst xmlns:a="http://schemas.openxmlformats.org/drawingml/2006/main">
              <a:ext uri="{FF2B5EF4-FFF2-40B4-BE49-F238E27FC236}">
                <a16:creationId xmlns:a16="http://schemas.microsoft.com/office/drawing/2014/main" id="{146499BD-DE16-47B1-900E-EE2D7A83C2E7}"/>
              </a:ext>
            </a:extLst>
          </p:cNvPr>
          <p:cNvSpPr>
            <a:spLocks xmlns:a="http://schemas.openxmlformats.org/drawingml/2006/main" noGrp="1"/>
          </p:cNvSpPr>
          <p:nvPr/>
        </p:nvSpPr>
        <p:spPr>
          <a:xfrm xmlns:a="http://schemas.openxmlformats.org/drawingml/2006/main">
            <a:off x="7960043" y="1809750"/>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والسابق</a:t>
            </a:r>
          </a:p>
        </p:txBody>
      </p:sp>
      <p:sp>
        <p:nvSpPr>
          <p:cNvPr id="12" name="">
            <a:extLst xmlns:a="http://schemas.openxmlformats.org/drawingml/2006/main">
              <a:ext uri="{FF2B5EF4-FFF2-40B4-BE49-F238E27FC236}">
                <a16:creationId xmlns:a16="http://schemas.microsoft.com/office/drawing/2014/main" id="{D8EB7C4A-4772-4209-9CB8-609BE2A7583E}"/>
              </a:ext>
            </a:extLst>
          </p:cNvPr>
          <p:cNvSpPr>
            <a:spLocks xmlns:a="http://schemas.openxmlformats.org/drawingml/2006/main" noGrp="1"/>
          </p:cNvSpPr>
          <p:nvPr/>
        </p:nvSpPr>
        <p:spPr>
          <a:xfrm xmlns:a="http://schemas.openxmlformats.org/drawingml/2006/main">
            <a:off x="7120890" y="1809750"/>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والجاري</a:t>
            </a:r>
          </a:p>
        </p:txBody>
      </p:sp>
      <p:sp>
        <p:nvSpPr>
          <p:cNvPr id="13" name="">
            <a:extLst xmlns:a="http://schemas.openxmlformats.org/drawingml/2006/main">
              <a:ext uri="{FF2B5EF4-FFF2-40B4-BE49-F238E27FC236}">
                <a16:creationId xmlns:a16="http://schemas.microsoft.com/office/drawing/2014/main" id="{133E5B7F-ABCE-4879-ADBB-C4F8950D69BB}"/>
              </a:ext>
            </a:extLst>
          </p:cNvPr>
          <p:cNvSpPr>
            <a:spLocks xmlns:a="http://schemas.openxmlformats.org/drawingml/2006/main" noGrp="1"/>
          </p:cNvSpPr>
          <p:nvPr/>
        </p:nvSpPr>
        <p:spPr>
          <a:xfrm xmlns:a="http://schemas.openxmlformats.org/drawingml/2006/main">
            <a:off x="6176963" y="1809750"/>
            <a:ext cx="866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والتأمينات</a:t>
            </a:r>
          </a:p>
        </p:txBody>
      </p:sp>
      <p:sp>
        <p:nvSpPr>
          <p:cNvPr id="14" name="">
            <a:extLst xmlns:a="http://schemas.openxmlformats.org/drawingml/2006/main">
              <a:ext uri="{FF2B5EF4-FFF2-40B4-BE49-F238E27FC236}">
                <a16:creationId xmlns:a16="http://schemas.microsoft.com/office/drawing/2014/main" id="{860DFCAA-3DC6-4707-B2D8-B2489E193D06}"/>
              </a:ext>
            </a:extLst>
          </p:cNvPr>
          <p:cNvSpPr>
            <a:spLocks xmlns:a="http://schemas.openxmlformats.org/drawingml/2006/main" noGrp="1"/>
          </p:cNvSpPr>
          <p:nvPr/>
        </p:nvSpPr>
        <p:spPr>
          <a:xfrm xmlns:a="http://schemas.openxmlformats.org/drawingml/2006/main">
            <a:off x="9505950" y="2182654"/>
            <a:ext cx="1162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والخصومات.</a:t>
            </a:r>
          </a:p>
        </p:txBody>
      </p:sp>
      <p:sp>
        <p:nvSpPr>
          <p:cNvPr id="15" name="">
            <a:extLst xmlns:a="http://schemas.openxmlformats.org/drawingml/2006/main">
              <a:ext uri="{FF2B5EF4-FFF2-40B4-BE49-F238E27FC236}">
                <a16:creationId xmlns:a16="http://schemas.microsoft.com/office/drawing/2014/main" id="{F85641A8-270C-4164-9154-5B56EEE10BB6}"/>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4C1C501-F1BE-4925-9E17-8D4BD88D2033}"/>
              </a:ext>
            </a:extLst>
          </p:cNvPr>
          <p:cNvSpPr>
            <a:spLocks xmlns:a="http://schemas.openxmlformats.org/drawingml/2006/main" noGrp="1"/>
          </p:cNvSpPr>
          <p:nvPr/>
        </p:nvSpPr>
        <p:spPr>
          <a:xfrm xmlns:a="http://schemas.openxmlformats.org/drawingml/2006/main">
            <a:off x="10287000" y="2733675"/>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17" name="">
            <a:extLst xmlns:a="http://schemas.openxmlformats.org/drawingml/2006/main">
              <a:ext uri="{FF2B5EF4-FFF2-40B4-BE49-F238E27FC236}">
                <a16:creationId xmlns:a16="http://schemas.microsoft.com/office/drawing/2014/main" id="{27029BE7-9E1D-421A-9840-97CEC7B71ACD}"/>
              </a:ext>
            </a:extLst>
          </p:cNvPr>
          <p:cNvSpPr>
            <a:spLocks xmlns:a="http://schemas.openxmlformats.org/drawingml/2006/main" noGrp="1"/>
          </p:cNvSpPr>
          <p:nvPr/>
        </p:nvSpPr>
        <p:spPr>
          <a:xfrm xmlns:a="http://schemas.openxmlformats.org/drawingml/2006/main">
            <a:off x="9647873" y="2733675"/>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طباعة</a:t>
            </a:r>
          </a:p>
        </p:txBody>
      </p:sp>
      <p:sp>
        <p:nvSpPr>
          <p:cNvPr id="18" name="">
            <a:extLst xmlns:a="http://schemas.openxmlformats.org/drawingml/2006/main">
              <a:ext uri="{FF2B5EF4-FFF2-40B4-BE49-F238E27FC236}">
                <a16:creationId xmlns:a16="http://schemas.microsoft.com/office/drawing/2014/main" id="{3F9BECFC-A7D4-4F81-821C-2CF57559E684}"/>
              </a:ext>
            </a:extLst>
          </p:cNvPr>
          <p:cNvSpPr>
            <a:spLocks xmlns:a="http://schemas.openxmlformats.org/drawingml/2006/main" noGrp="1"/>
          </p:cNvSpPr>
          <p:nvPr/>
        </p:nvSpPr>
        <p:spPr>
          <a:xfrm xmlns:a="http://schemas.openxmlformats.org/drawingml/2006/main">
            <a:off x="8932545" y="2733675"/>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ملخص</a:t>
            </a:r>
          </a:p>
        </p:txBody>
      </p:sp>
      <p:sp>
        <p:nvSpPr>
          <p:cNvPr id="19" name="">
            <a:extLst xmlns:a="http://schemas.openxmlformats.org/drawingml/2006/main">
              <a:ext uri="{FF2B5EF4-FFF2-40B4-BE49-F238E27FC236}">
                <a16:creationId xmlns:a16="http://schemas.microsoft.com/office/drawing/2014/main" id="{1544F46C-29E0-425B-BA5A-547B76FE43B8}"/>
              </a:ext>
            </a:extLst>
          </p:cNvPr>
          <p:cNvSpPr>
            <a:spLocks xmlns:a="http://schemas.openxmlformats.org/drawingml/2006/main" noGrp="1"/>
          </p:cNvSpPr>
          <p:nvPr/>
        </p:nvSpPr>
        <p:spPr>
          <a:xfrm xmlns:a="http://schemas.openxmlformats.org/drawingml/2006/main">
            <a:off x="7912418" y="2733675"/>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20" name="">
            <a:extLst xmlns:a="http://schemas.openxmlformats.org/drawingml/2006/main">
              <a:ext uri="{FF2B5EF4-FFF2-40B4-BE49-F238E27FC236}">
                <a16:creationId xmlns:a16="http://schemas.microsoft.com/office/drawing/2014/main" id="{B87740F6-90E0-4C01-B338-7D73F7220389}"/>
              </a:ext>
            </a:extLst>
          </p:cNvPr>
          <p:cNvSpPr>
            <a:spLocks xmlns:a="http://schemas.openxmlformats.org/drawingml/2006/main" noGrp="1"/>
          </p:cNvSpPr>
          <p:nvPr/>
        </p:nvSpPr>
        <p:spPr>
          <a:xfrm xmlns:a="http://schemas.openxmlformats.org/drawingml/2006/main">
            <a:off x="7282815"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واختر</a:t>
            </a:r>
          </a:p>
        </p:txBody>
      </p:sp>
      <p:sp>
        <p:nvSpPr>
          <p:cNvPr id="21" name="">
            <a:extLst xmlns:a="http://schemas.openxmlformats.org/drawingml/2006/main">
              <a:ext uri="{FF2B5EF4-FFF2-40B4-BE49-F238E27FC236}">
                <a16:creationId xmlns:a16="http://schemas.microsoft.com/office/drawing/2014/main" id="{700C2F73-F542-4086-97B3-0B74ACB03B23}"/>
              </a:ext>
            </a:extLst>
          </p:cNvPr>
          <p:cNvSpPr>
            <a:spLocks xmlns:a="http://schemas.openxmlformats.org/drawingml/2006/main" noGrp="1"/>
          </p:cNvSpPr>
          <p:nvPr/>
        </p:nvSpPr>
        <p:spPr>
          <a:xfrm xmlns:a="http://schemas.openxmlformats.org/drawingml/2006/main">
            <a:off x="6548438" y="2733675"/>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تفاصيل</a:t>
            </a:r>
          </a:p>
        </p:txBody>
      </p:sp>
      <p:sp>
        <p:nvSpPr>
          <p:cNvPr id="22" name="">
            <a:extLst xmlns:a="http://schemas.openxmlformats.org/drawingml/2006/main">
              <a:ext uri="{FF2B5EF4-FFF2-40B4-BE49-F238E27FC236}">
                <a16:creationId xmlns:a16="http://schemas.microsoft.com/office/drawing/2014/main" id="{73170D53-26EA-46C5-9227-8CE18EEE614D}"/>
              </a:ext>
            </a:extLst>
          </p:cNvPr>
          <p:cNvSpPr>
            <a:spLocks xmlns:a="http://schemas.openxmlformats.org/drawingml/2006/main" noGrp="1"/>
          </p:cNvSpPr>
          <p:nvPr/>
        </p:nvSpPr>
        <p:spPr>
          <a:xfrm xmlns:a="http://schemas.openxmlformats.org/drawingml/2006/main">
            <a:off x="5795010" y="2733675"/>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العرض</a:t>
            </a:r>
          </a:p>
        </p:txBody>
      </p:sp>
      <p:sp>
        <p:nvSpPr>
          <p:cNvPr id="23" name="">
            <a:extLst xmlns:a="http://schemas.openxmlformats.org/drawingml/2006/main">
              <a:ext uri="{FF2B5EF4-FFF2-40B4-BE49-F238E27FC236}">
                <a16:creationId xmlns:a16="http://schemas.microsoft.com/office/drawing/2014/main" id="{05096C91-9977-4657-9031-C57B21B5133E}"/>
              </a:ext>
            </a:extLst>
          </p:cNvPr>
          <p:cNvSpPr>
            <a:spLocks xmlns:a="http://schemas.openxmlformats.org/drawingml/2006/main" noGrp="1"/>
          </p:cNvSpPr>
          <p:nvPr/>
        </p:nvSpPr>
        <p:spPr>
          <a:xfrm xmlns:a="http://schemas.openxmlformats.org/drawingml/2006/main">
            <a:off x="9858375" y="3106579"/>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المطلوبة.</a:t>
            </a:r>
          </a:p>
        </p:txBody>
      </p:sp>
      <p:sp>
        <p:nvSpPr>
          <p:cNvPr id="24" name="">
            <a:extLst xmlns:a="http://schemas.openxmlformats.org/drawingml/2006/main">
              <a:ext uri="{FF2B5EF4-FFF2-40B4-BE49-F238E27FC236}">
                <a16:creationId xmlns:a16="http://schemas.microsoft.com/office/drawing/2014/main" id="{64446A3D-5241-463E-8853-79C00CAB55AC}"/>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6A6BF496-6B79-4B24-A5BC-E430949C2CD6}"/>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6" name="">
            <a:extLst xmlns:a="http://schemas.openxmlformats.org/drawingml/2006/main">
              <a:ext uri="{FF2B5EF4-FFF2-40B4-BE49-F238E27FC236}">
                <a16:creationId xmlns:a16="http://schemas.microsoft.com/office/drawing/2014/main" id="{89476643-BFB7-4304-AD1D-18AB63490F2D}"/>
              </a:ext>
            </a:extLst>
          </p:cNvPr>
          <p:cNvSpPr>
            <a:spLocks xmlns:a="http://schemas.openxmlformats.org/drawingml/2006/main" noGrp="1"/>
          </p:cNvSpPr>
          <p:nvPr/>
        </p:nvSpPr>
        <p:spPr>
          <a:xfrm xmlns:a="http://schemas.openxmlformats.org/drawingml/2006/main">
            <a:off x="9533573" y="365760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صافي</a:t>
            </a:r>
          </a:p>
        </p:txBody>
      </p:sp>
      <p:sp>
        <p:nvSpPr>
          <p:cNvPr id="27" name="">
            <a:extLst xmlns:a="http://schemas.openxmlformats.org/drawingml/2006/main">
              <a:ext uri="{FF2B5EF4-FFF2-40B4-BE49-F238E27FC236}">
                <a16:creationId xmlns:a16="http://schemas.microsoft.com/office/drawing/2014/main" id="{A46E320D-06BC-4412-ADB6-01EBC5C977DE}"/>
              </a:ext>
            </a:extLst>
          </p:cNvPr>
          <p:cNvSpPr>
            <a:spLocks xmlns:a="http://schemas.openxmlformats.org/drawingml/2006/main" noGrp="1"/>
          </p:cNvSpPr>
          <p:nvPr/>
        </p:nvSpPr>
        <p:spPr>
          <a:xfrm xmlns:a="http://schemas.openxmlformats.org/drawingml/2006/main">
            <a:off x="8703945" y="365760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المستحق</a:t>
            </a:r>
          </a:p>
        </p:txBody>
      </p:sp>
      <p:sp>
        <p:nvSpPr>
          <p:cNvPr id="28" name="">
            <a:extLst xmlns:a="http://schemas.openxmlformats.org/drawingml/2006/main">
              <a:ext uri="{FF2B5EF4-FFF2-40B4-BE49-F238E27FC236}">
                <a16:creationId xmlns:a16="http://schemas.microsoft.com/office/drawing/2014/main" id="{288A7331-1B72-4EDB-BD26-FF65CF1C1001}"/>
              </a:ext>
            </a:extLst>
          </p:cNvPr>
          <p:cNvSpPr>
            <a:spLocks xmlns:a="http://schemas.openxmlformats.org/drawingml/2006/main" noGrp="1"/>
          </p:cNvSpPr>
          <p:nvPr/>
        </p:nvSpPr>
        <p:spPr>
          <a:xfrm xmlns:a="http://schemas.openxmlformats.org/drawingml/2006/main">
            <a:off x="8302943" y="36576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29" name="">
            <a:extLst xmlns:a="http://schemas.openxmlformats.org/drawingml/2006/main">
              <a:ext uri="{FF2B5EF4-FFF2-40B4-BE49-F238E27FC236}">
                <a16:creationId xmlns:a16="http://schemas.microsoft.com/office/drawing/2014/main" id="{8E87F650-1792-4240-9A25-B8074D42598E}"/>
              </a:ext>
            </a:extLst>
          </p:cNvPr>
          <p:cNvSpPr>
            <a:spLocks xmlns:a="http://schemas.openxmlformats.org/drawingml/2006/main" noGrp="1"/>
          </p:cNvSpPr>
          <p:nvPr/>
        </p:nvSpPr>
        <p:spPr>
          <a:xfrm xmlns:a="http://schemas.openxmlformats.org/drawingml/2006/main">
            <a:off x="7759065" y="36576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تسليم</a:t>
            </a:r>
          </a:p>
        </p:txBody>
      </p:sp>
      <p:sp>
        <p:nvSpPr>
          <p:cNvPr id="30" name="">
            <a:extLst xmlns:a="http://schemas.openxmlformats.org/drawingml/2006/main">
              <a:ext uri="{FF2B5EF4-FFF2-40B4-BE49-F238E27FC236}">
                <a16:creationId xmlns:a16="http://schemas.microsoft.com/office/drawing/2014/main" id="{369E758B-A57F-45C4-A553-506857517FC8}"/>
              </a:ext>
            </a:extLst>
          </p:cNvPr>
          <p:cNvSpPr>
            <a:spLocks xmlns:a="http://schemas.openxmlformats.org/drawingml/2006/main" noGrp="1"/>
          </p:cNvSpPr>
          <p:nvPr/>
        </p:nvSpPr>
        <p:spPr>
          <a:xfrm xmlns:a="http://schemas.openxmlformats.org/drawingml/2006/main">
            <a:off x="7081838" y="36576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النسخة</a:t>
            </a:r>
          </a:p>
        </p:txBody>
      </p:sp>
      <p:sp>
        <p:nvSpPr>
          <p:cNvPr id="31" name="">
            <a:extLst xmlns:a="http://schemas.openxmlformats.org/drawingml/2006/main">
              <a:ext uri="{FF2B5EF4-FFF2-40B4-BE49-F238E27FC236}">
                <a16:creationId xmlns:a16="http://schemas.microsoft.com/office/drawing/2014/main" id="{4EF30755-83F1-48F8-A7ED-05E46CB178CF}"/>
              </a:ext>
            </a:extLst>
          </p:cNvPr>
          <p:cNvSpPr>
            <a:spLocks xmlns:a="http://schemas.openxmlformats.org/drawingml/2006/main" noGrp="1"/>
          </p:cNvSpPr>
          <p:nvPr/>
        </p:nvSpPr>
        <p:spPr>
          <a:xfrm xmlns:a="http://schemas.openxmlformats.org/drawingml/2006/main">
            <a:off x="6299835" y="365760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للمقاول.</a:t>
            </a:r>
          </a:p>
        </p:txBody>
      </p:sp>
      <p:sp>
        <p:nvSpPr>
          <p:cNvPr id="32" name="">
            <a:extLst xmlns:a="http://schemas.openxmlformats.org/drawingml/2006/main">
              <a:ext uri="{FF2B5EF4-FFF2-40B4-BE49-F238E27FC236}">
                <a16:creationId xmlns:a16="http://schemas.microsoft.com/office/drawing/2014/main" id="{86F7BC33-FA10-46F4-8186-C4EF2EFAE745}"/>
              </a:ext>
            </a:extLst>
          </p:cNvPr>
          <p:cNvSpPr>
            <a:spLocks xmlns:a="http://schemas.openxmlformats.org/drawingml/2006/main" noGrp="1"/>
          </p:cNvSpPr>
          <p:nvPr/>
        </p:nvSpPr>
        <p:spPr>
          <a:xfrm xmlns:a="http://schemas.openxmlformats.org/drawingml/2006/main">
            <a:off x="4324350" y="1924050"/>
            <a:ext cx="5810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إخفاء</a:t>
            </a:r>
          </a:p>
        </p:txBody>
      </p:sp>
      <p:sp>
        <p:nvSpPr>
          <p:cNvPr id="33" name="">
            <a:extLst xmlns:a="http://schemas.openxmlformats.org/drawingml/2006/main">
              <a:ext uri="{FF2B5EF4-FFF2-40B4-BE49-F238E27FC236}">
                <a16:creationId xmlns:a16="http://schemas.microsoft.com/office/drawing/2014/main" id="{FC342B07-BC74-42D8-A3CC-241EDAACDA1F}"/>
              </a:ext>
            </a:extLst>
          </p:cNvPr>
          <p:cNvSpPr>
            <a:spLocks xmlns:a="http://schemas.openxmlformats.org/drawingml/2006/main" noGrp="1"/>
          </p:cNvSpPr>
          <p:nvPr/>
        </p:nvSpPr>
        <p:spPr>
          <a:xfrm xmlns:a="http://schemas.openxmlformats.org/drawingml/2006/main">
            <a:off x="3549968" y="1924050"/>
            <a:ext cx="685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الخصم</a:t>
            </a:r>
          </a:p>
        </p:txBody>
      </p:sp>
      <p:sp>
        <p:nvSpPr>
          <p:cNvPr id="34" name="">
            <a:extLst xmlns:a="http://schemas.openxmlformats.org/drawingml/2006/main">
              <a:ext uri="{FF2B5EF4-FFF2-40B4-BE49-F238E27FC236}">
                <a16:creationId xmlns:a16="http://schemas.microsoft.com/office/drawing/2014/main" id="{EC0F58ED-E285-4B08-A658-DA2B81CD061B}"/>
              </a:ext>
            </a:extLst>
          </p:cNvPr>
          <p:cNvSpPr>
            <a:spLocks xmlns:a="http://schemas.openxmlformats.org/drawingml/2006/main" noGrp="1"/>
          </p:cNvSpPr>
          <p:nvPr/>
        </p:nvSpPr>
        <p:spPr>
          <a:xfrm xmlns:a="http://schemas.openxmlformats.org/drawingml/2006/main">
            <a:off x="3004185" y="1924050"/>
            <a:ext cx="4572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يغير</a:t>
            </a:r>
          </a:p>
        </p:txBody>
      </p:sp>
      <p:sp>
        <p:nvSpPr>
          <p:cNvPr id="35" name="">
            <a:extLst xmlns:a="http://schemas.openxmlformats.org/drawingml/2006/main">
              <a:ext uri="{FF2B5EF4-FFF2-40B4-BE49-F238E27FC236}">
                <a16:creationId xmlns:a16="http://schemas.microsoft.com/office/drawing/2014/main" id="{42D1F788-C135-40A5-A840-BD91C15FD929}"/>
              </a:ext>
            </a:extLst>
          </p:cNvPr>
          <p:cNvSpPr>
            <a:spLocks xmlns:a="http://schemas.openxmlformats.org/drawingml/2006/main" noGrp="1"/>
          </p:cNvSpPr>
          <p:nvPr/>
        </p:nvSpPr>
        <p:spPr>
          <a:xfrm xmlns:a="http://schemas.openxmlformats.org/drawingml/2006/main">
            <a:off x="1896427" y="1924050"/>
            <a:ext cx="10191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المستحق؟</a:t>
            </a:r>
          </a:p>
        </p:txBody>
      </p:sp>
      <p:sp>
        <p:nvSpPr>
          <p:cNvPr id="36" name="">
            <a:extLst xmlns:a="http://schemas.openxmlformats.org/drawingml/2006/main">
              <a:ext uri="{FF2B5EF4-FFF2-40B4-BE49-F238E27FC236}">
                <a16:creationId xmlns:a16="http://schemas.microsoft.com/office/drawing/2014/main" id="{475FF6BD-4C43-41A6-961B-B466CCE912ED}"/>
              </a:ext>
            </a:extLst>
          </p:cNvPr>
          <p:cNvSpPr>
            <a:spLocks xmlns:a="http://schemas.openxmlformats.org/drawingml/2006/main" noGrp="1"/>
          </p:cNvSpPr>
          <p:nvPr/>
        </p:nvSpPr>
        <p:spPr>
          <a:xfrm xmlns:a="http://schemas.openxmlformats.org/drawingml/2006/main">
            <a:off x="4457700" y="30099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خيار</a:t>
            </a:r>
          </a:p>
        </p:txBody>
      </p:sp>
      <p:sp>
        <p:nvSpPr>
          <p:cNvPr id="37" name="">
            <a:extLst xmlns:a="http://schemas.openxmlformats.org/drawingml/2006/main">
              <a:ext uri="{FF2B5EF4-FFF2-40B4-BE49-F238E27FC236}">
                <a16:creationId xmlns:a16="http://schemas.microsoft.com/office/drawing/2014/main" id="{3D248755-B83A-4B7D-AB9F-8EDC798E77A1}"/>
              </a:ext>
            </a:extLst>
          </p:cNvPr>
          <p:cNvSpPr>
            <a:spLocks xmlns:a="http://schemas.openxmlformats.org/drawingml/2006/main" noGrp="1"/>
          </p:cNvSpPr>
          <p:nvPr/>
        </p:nvSpPr>
        <p:spPr>
          <a:xfrm xmlns:a="http://schemas.openxmlformats.org/drawingml/2006/main">
            <a:off x="3685223" y="300990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الإظهار</a:t>
            </a:r>
          </a:p>
        </p:txBody>
      </p:sp>
      <p:sp>
        <p:nvSpPr>
          <p:cNvPr id="38" name="">
            <a:extLst xmlns:a="http://schemas.openxmlformats.org/drawingml/2006/main">
              <a:ext uri="{FF2B5EF4-FFF2-40B4-BE49-F238E27FC236}">
                <a16:creationId xmlns:a16="http://schemas.microsoft.com/office/drawing/2014/main" id="{6C700445-CA03-414A-A73E-DAD72B1689B6}"/>
              </a:ext>
            </a:extLst>
          </p:cNvPr>
          <p:cNvSpPr>
            <a:spLocks xmlns:a="http://schemas.openxmlformats.org/drawingml/2006/main" noGrp="1"/>
          </p:cNvSpPr>
          <p:nvPr/>
        </p:nvSpPr>
        <p:spPr>
          <a:xfrm xmlns:a="http://schemas.openxmlformats.org/drawingml/2006/main">
            <a:off x="3065145" y="30099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يخص</a:t>
            </a:r>
          </a:p>
        </p:txBody>
      </p:sp>
      <p:sp>
        <p:nvSpPr>
          <p:cNvPr id="39" name="">
            <a:extLst xmlns:a="http://schemas.openxmlformats.org/drawingml/2006/main">
              <a:ext uri="{FF2B5EF4-FFF2-40B4-BE49-F238E27FC236}">
                <a16:creationId xmlns:a16="http://schemas.microsoft.com/office/drawing/2014/main" id="{16E7A98B-42D3-49B1-BE4B-DD630EB19A7A}"/>
              </a:ext>
            </a:extLst>
          </p:cNvPr>
          <p:cNvSpPr>
            <a:spLocks xmlns:a="http://schemas.openxmlformats.org/drawingml/2006/main" noGrp="1"/>
          </p:cNvSpPr>
          <p:nvPr/>
        </p:nvSpPr>
        <p:spPr>
          <a:xfrm xmlns:a="http://schemas.openxmlformats.org/drawingml/2006/main">
            <a:off x="2521267"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ورقة</a:t>
            </a:r>
          </a:p>
        </p:txBody>
      </p:sp>
      <p:sp>
        <p:nvSpPr>
          <p:cNvPr id="40" name="">
            <a:extLst xmlns:a="http://schemas.openxmlformats.org/drawingml/2006/main">
              <a:ext uri="{FF2B5EF4-FFF2-40B4-BE49-F238E27FC236}">
                <a16:creationId xmlns:a16="http://schemas.microsoft.com/office/drawing/2014/main" id="{C79E0143-E2D9-4ADB-A127-D9EE1AF00004}"/>
              </a:ext>
            </a:extLst>
          </p:cNvPr>
          <p:cNvSpPr>
            <a:spLocks xmlns:a="http://schemas.openxmlformats.org/drawingml/2006/main" noGrp="1"/>
          </p:cNvSpPr>
          <p:nvPr/>
        </p:nvSpPr>
        <p:spPr>
          <a:xfrm xmlns:a="http://schemas.openxmlformats.org/drawingml/2006/main">
            <a:off x="1701165" y="3009900"/>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الطباعة.</a:t>
            </a:r>
          </a:p>
        </p:txBody>
      </p:sp>
      <p:sp>
        <p:nvSpPr>
          <p:cNvPr id="41" name="">
            <a:extLst xmlns:a="http://schemas.openxmlformats.org/drawingml/2006/main">
              <a:ext uri="{FF2B5EF4-FFF2-40B4-BE49-F238E27FC236}">
                <a16:creationId xmlns:a16="http://schemas.microsoft.com/office/drawing/2014/main" id="{E265E898-E323-45B7-9842-8D2ECB160C73}"/>
              </a:ext>
            </a:extLst>
          </p:cNvPr>
          <p:cNvSpPr>
            <a:spLocks xmlns:a="http://schemas.openxmlformats.org/drawingml/2006/main" noGrp="1"/>
          </p:cNvSpPr>
          <p:nvPr/>
        </p:nvSpPr>
        <p:spPr>
          <a:xfrm xmlns:a="http://schemas.openxmlformats.org/drawingml/2006/main">
            <a:off x="1128712"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42" name="">
            <a:extLst xmlns:a="http://schemas.openxmlformats.org/drawingml/2006/main">
              <a:ext uri="{FF2B5EF4-FFF2-40B4-BE49-F238E27FC236}">
                <a16:creationId xmlns:a16="http://schemas.microsoft.com/office/drawing/2014/main" id="{6E557512-F335-4C73-B1DD-16A36550881F}"/>
              </a:ext>
            </a:extLst>
          </p:cNvPr>
          <p:cNvSpPr>
            <a:spLocks xmlns:a="http://schemas.openxmlformats.org/drawingml/2006/main" noGrp="1"/>
          </p:cNvSpPr>
          <p:nvPr/>
        </p:nvSpPr>
        <p:spPr>
          <a:xfrm xmlns:a="http://schemas.openxmlformats.org/drawingml/2006/main">
            <a:off x="4343400" y="3382804"/>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صافي</a:t>
            </a:r>
          </a:p>
        </p:txBody>
      </p:sp>
      <p:sp>
        <p:nvSpPr>
          <p:cNvPr id="43" name="">
            <a:extLst xmlns:a="http://schemas.openxmlformats.org/drawingml/2006/main">
              <a:ext uri="{FF2B5EF4-FFF2-40B4-BE49-F238E27FC236}">
                <a16:creationId xmlns:a16="http://schemas.microsoft.com/office/drawing/2014/main" id="{6FE487D5-E378-44B3-896C-7F24F92D57EA}"/>
              </a:ext>
            </a:extLst>
          </p:cNvPr>
          <p:cNvSpPr>
            <a:spLocks xmlns:a="http://schemas.openxmlformats.org/drawingml/2006/main" noGrp="1"/>
          </p:cNvSpPr>
          <p:nvPr/>
        </p:nvSpPr>
        <p:spPr>
          <a:xfrm xmlns:a="http://schemas.openxmlformats.org/drawingml/2006/main">
            <a:off x="3513773" y="3382804"/>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المستحق</a:t>
            </a:r>
          </a:p>
        </p:txBody>
      </p:sp>
      <p:sp>
        <p:nvSpPr>
          <p:cNvPr id="44" name="">
            <a:extLst xmlns:a="http://schemas.openxmlformats.org/drawingml/2006/main">
              <a:ext uri="{FF2B5EF4-FFF2-40B4-BE49-F238E27FC236}">
                <a16:creationId xmlns:a16="http://schemas.microsoft.com/office/drawing/2014/main" id="{82758BFA-0DB7-43A8-AEEB-A4A0E53DD1B6}"/>
              </a:ext>
            </a:extLst>
          </p:cNvPr>
          <p:cNvSpPr>
            <a:spLocks xmlns:a="http://schemas.openxmlformats.org/drawingml/2006/main" noGrp="1"/>
          </p:cNvSpPr>
          <p:nvPr/>
        </p:nvSpPr>
        <p:spPr>
          <a:xfrm xmlns:a="http://schemas.openxmlformats.org/drawingml/2006/main">
            <a:off x="2703195" y="3382804"/>
            <a:ext cx="733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المحفوظ</a:t>
            </a:r>
          </a:p>
        </p:txBody>
      </p:sp>
      <p:sp>
        <p:nvSpPr>
          <p:cNvPr id="45" name="">
            <a:extLst xmlns:a="http://schemas.openxmlformats.org/drawingml/2006/main">
              <a:ext uri="{FF2B5EF4-FFF2-40B4-BE49-F238E27FC236}">
                <a16:creationId xmlns:a16="http://schemas.microsoft.com/office/drawing/2014/main" id="{54023435-51EE-483B-99BE-EC9C9F9E73B5}"/>
              </a:ext>
            </a:extLst>
          </p:cNvPr>
          <p:cNvSpPr>
            <a:spLocks xmlns:a="http://schemas.openxmlformats.org/drawingml/2006/main" noGrp="1"/>
          </p:cNvSpPr>
          <p:nvPr/>
        </p:nvSpPr>
        <p:spPr>
          <a:xfrm xmlns:a="http://schemas.openxmlformats.org/drawingml/2006/main">
            <a:off x="2311717" y="3382804"/>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ولا</a:t>
            </a:r>
          </a:p>
        </p:txBody>
      </p:sp>
      <p:sp>
        <p:nvSpPr>
          <p:cNvPr id="46" name="">
            <a:extLst xmlns:a="http://schemas.openxmlformats.org/drawingml/2006/main">
              <a:ext uri="{FF2B5EF4-FFF2-40B4-BE49-F238E27FC236}">
                <a16:creationId xmlns:a16="http://schemas.microsoft.com/office/drawing/2014/main" id="{7B19DA81-C354-4162-B9BC-C425C3D1325C}"/>
              </a:ext>
            </a:extLst>
          </p:cNvPr>
          <p:cNvSpPr>
            <a:spLocks xmlns:a="http://schemas.openxmlformats.org/drawingml/2006/main" noGrp="1"/>
          </p:cNvSpPr>
          <p:nvPr/>
        </p:nvSpPr>
        <p:spPr>
          <a:xfrm xmlns:a="http://schemas.openxmlformats.org/drawingml/2006/main">
            <a:off x="1758315"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تعتبر</a:t>
            </a:r>
          </a:p>
        </p:txBody>
      </p:sp>
      <p:sp>
        <p:nvSpPr>
          <p:cNvPr id="47" name="">
            <a:extLst xmlns:a="http://schemas.openxmlformats.org/drawingml/2006/main">
              <a:ext uri="{FF2B5EF4-FFF2-40B4-BE49-F238E27FC236}">
                <a16:creationId xmlns:a16="http://schemas.microsoft.com/office/drawing/2014/main" id="{4608AD4E-558E-49FE-8F0C-F2F9458C9812}"/>
              </a:ext>
            </a:extLst>
          </p:cNvPr>
          <p:cNvSpPr>
            <a:spLocks xmlns:a="http://schemas.openxmlformats.org/drawingml/2006/main" noGrp="1"/>
          </p:cNvSpPr>
          <p:nvPr/>
        </p:nvSpPr>
        <p:spPr>
          <a:xfrm xmlns:a="http://schemas.openxmlformats.org/drawingml/2006/main">
            <a:off x="1195387" y="3382804"/>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إخفاء</a:t>
            </a:r>
          </a:p>
        </p:txBody>
      </p:sp>
      <p:sp>
        <p:nvSpPr>
          <p:cNvPr id="48" name="">
            <a:extLst xmlns:a="http://schemas.openxmlformats.org/drawingml/2006/main">
              <a:ext uri="{FF2B5EF4-FFF2-40B4-BE49-F238E27FC236}">
                <a16:creationId xmlns:a16="http://schemas.microsoft.com/office/drawing/2014/main" id="{A33FAD37-A7D8-4F8A-8C0C-8239A765F4F6}"/>
              </a:ext>
            </a:extLst>
          </p:cNvPr>
          <p:cNvSpPr>
            <a:spLocks xmlns:a="http://schemas.openxmlformats.org/drawingml/2006/main" noGrp="1"/>
          </p:cNvSpPr>
          <p:nvPr/>
        </p:nvSpPr>
        <p:spPr>
          <a:xfrm xmlns:a="http://schemas.openxmlformats.org/drawingml/2006/main">
            <a:off x="4324350" y="3755707"/>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السطر</a:t>
            </a:r>
          </a:p>
        </p:txBody>
      </p:sp>
      <p:sp>
        <p:nvSpPr>
          <p:cNvPr id="49" name="">
            <a:extLst xmlns:a="http://schemas.openxmlformats.org/drawingml/2006/main">
              <a:ext uri="{FF2B5EF4-FFF2-40B4-BE49-F238E27FC236}">
                <a16:creationId xmlns:a16="http://schemas.microsoft.com/office/drawing/2014/main" id="{B4658581-DA81-4838-AD8A-27FBF0ABA421}"/>
              </a:ext>
            </a:extLst>
          </p:cNvPr>
          <p:cNvSpPr>
            <a:spLocks xmlns:a="http://schemas.openxmlformats.org/drawingml/2006/main" noGrp="1"/>
          </p:cNvSpPr>
          <p:nvPr/>
        </p:nvSpPr>
        <p:spPr>
          <a:xfrm xmlns:a="http://schemas.openxmlformats.org/drawingml/2006/main">
            <a:off x="3809048" y="3755707"/>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إلغاءً</a:t>
            </a:r>
          </a:p>
        </p:txBody>
      </p:sp>
      <p:sp>
        <p:nvSpPr>
          <p:cNvPr id="50" name="">
            <a:extLst xmlns:a="http://schemas.openxmlformats.org/drawingml/2006/main">
              <a:ext uri="{FF2B5EF4-FFF2-40B4-BE49-F238E27FC236}">
                <a16:creationId xmlns:a16="http://schemas.microsoft.com/office/drawing/2014/main" id="{63A13683-AA5A-452F-ADDE-DB901BF2A859}"/>
              </a:ext>
            </a:extLst>
          </p:cNvPr>
          <p:cNvSpPr>
            <a:spLocks xmlns:a="http://schemas.openxmlformats.org/drawingml/2006/main" noGrp="1"/>
          </p:cNvSpPr>
          <p:nvPr/>
        </p:nvSpPr>
        <p:spPr>
          <a:xfrm xmlns:a="http://schemas.openxmlformats.org/drawingml/2006/main">
            <a:off x="3055620" y="3755707"/>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للخصم.</a:t>
            </a:r>
          </a:p>
        </p:txBody>
      </p:sp>
    </p:spTree>
    <p:extLst>
      <p:ext uri="{BB962C8B-B14F-4D97-AF65-F5344CB8AC3E}">
        <p14:creationId xmlns:p14="http://schemas.microsoft.com/office/powerpoint/2010/main" val="1504273565"/>
      </p:ext>
    </p:extLst>
  </p:cSld>
</p:sld>
</file>

<file path=ppt/slides/slide17.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FB9A4001-3461-4049-AAD6-9E7F64C6B821}"/>
              </a:ext>
            </a:extLst>
          </p:cNvPr>
          <p:cNvSpPr>
            <a:spLocks xmlns:a="http://schemas.openxmlformats.org/drawingml/2006/main" noGrp="1"/>
          </p:cNvSpPr>
          <p:nvPr/>
        </p:nvSpPr>
        <p:spPr>
          <a:xfrm xmlns:a="http://schemas.openxmlformats.org/drawingml/2006/main">
            <a:off x="10934700" y="333375"/>
            <a:ext cx="6381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المشتريات</a:t>
            </a:r>
          </a:p>
        </p:txBody>
      </p:sp>
      <p:sp>
        <p:nvSpPr>
          <p:cNvPr id="2" name="">
            <a:extLst xmlns:a="http://schemas.openxmlformats.org/drawingml/2006/main">
              <a:ext uri="{FF2B5EF4-FFF2-40B4-BE49-F238E27FC236}">
                <a16:creationId xmlns:a16="http://schemas.microsoft.com/office/drawing/2014/main" id="{D8E34D53-BEF6-4992-9B00-F6832C27F8F7}"/>
              </a:ext>
            </a:extLst>
          </p:cNvPr>
          <p:cNvSpPr>
            <a:spLocks xmlns:a="http://schemas.openxmlformats.org/drawingml/2006/main" noGrp="1"/>
          </p:cNvSpPr>
          <p:nvPr/>
        </p:nvSpPr>
        <p:spPr>
          <a:xfrm xmlns:a="http://schemas.openxmlformats.org/drawingml/2006/main">
            <a:off x="10791825" y="781050"/>
            <a:ext cx="7810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إنشاء</a:t>
            </a:r>
          </a:p>
        </p:txBody>
      </p:sp>
      <p:sp>
        <p:nvSpPr>
          <p:cNvPr id="3" name="">
            <a:extLst xmlns:a="http://schemas.openxmlformats.org/drawingml/2006/main">
              <a:ext uri="{FF2B5EF4-FFF2-40B4-BE49-F238E27FC236}">
                <a16:creationId xmlns:a16="http://schemas.microsoft.com/office/drawing/2014/main" id="{312289EB-58B9-4719-88A7-E0154B33A110}"/>
              </a:ext>
            </a:extLst>
          </p:cNvPr>
          <p:cNvSpPr>
            <a:spLocks xmlns:a="http://schemas.openxmlformats.org/drawingml/2006/main" noGrp="1"/>
          </p:cNvSpPr>
          <p:nvPr/>
        </p:nvSpPr>
        <p:spPr>
          <a:xfrm xmlns:a="http://schemas.openxmlformats.org/drawingml/2006/main">
            <a:off x="9795510"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فاتورة</a:t>
            </a:r>
          </a:p>
        </p:txBody>
      </p:sp>
      <p:sp>
        <p:nvSpPr>
          <p:cNvPr id="4" name="">
            <a:extLst xmlns:a="http://schemas.openxmlformats.org/drawingml/2006/main">
              <a:ext uri="{FF2B5EF4-FFF2-40B4-BE49-F238E27FC236}">
                <a16:creationId xmlns:a16="http://schemas.microsoft.com/office/drawing/2014/main" id="{4A5998F8-7354-485D-8511-1B229ED78E31}"/>
              </a:ext>
            </a:extLst>
          </p:cNvPr>
          <p:cNvSpPr>
            <a:spLocks xmlns:a="http://schemas.openxmlformats.org/drawingml/2006/main" noGrp="1"/>
          </p:cNvSpPr>
          <p:nvPr/>
        </p:nvSpPr>
        <p:spPr>
          <a:xfrm xmlns:a="http://schemas.openxmlformats.org/drawingml/2006/main">
            <a:off x="8780145" y="781050"/>
            <a:ext cx="8953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المورد</a:t>
            </a:r>
          </a:p>
        </p:txBody>
      </p:sp>
      <p:sp>
        <p:nvSpPr>
          <p:cNvPr id="5" name="">
            <a:extLst xmlns:a="http://schemas.openxmlformats.org/drawingml/2006/main">
              <a:ext uri="{FF2B5EF4-FFF2-40B4-BE49-F238E27FC236}">
                <a16:creationId xmlns:a16="http://schemas.microsoft.com/office/drawing/2014/main" id="{95EFDADF-0AB9-4EDF-BCEE-C00CE2BB4777}"/>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6B655838-FF81-473A-A66D-76AF22B76155}"/>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8108576-6CDE-4D5B-B902-AED9759EB375}"/>
              </a:ext>
            </a:extLst>
          </p:cNvPr>
          <p:cNvSpPr>
            <a:spLocks xmlns:a="http://schemas.openxmlformats.org/drawingml/2006/main" noGrp="1"/>
          </p:cNvSpPr>
          <p:nvPr/>
        </p:nvSpPr>
        <p:spPr>
          <a:xfrm xmlns:a="http://schemas.openxmlformats.org/drawingml/2006/main">
            <a:off x="10201275"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8" name="">
            <a:extLst xmlns:a="http://schemas.openxmlformats.org/drawingml/2006/main">
              <a:ext uri="{FF2B5EF4-FFF2-40B4-BE49-F238E27FC236}">
                <a16:creationId xmlns:a16="http://schemas.microsoft.com/office/drawing/2014/main" id="{C82E5D09-7B3D-47F0-A07E-99CB9B7064FB}"/>
              </a:ext>
            </a:extLst>
          </p:cNvPr>
          <p:cNvSpPr>
            <a:spLocks xmlns:a="http://schemas.openxmlformats.org/drawingml/2006/main" noGrp="1"/>
          </p:cNvSpPr>
          <p:nvPr/>
        </p:nvSpPr>
        <p:spPr>
          <a:xfrm xmlns:a="http://schemas.openxmlformats.org/drawingml/2006/main">
            <a:off x="9781223" y="1809750"/>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اسم</a:t>
            </a:r>
          </a:p>
        </p:txBody>
      </p:sp>
      <p:sp>
        <p:nvSpPr>
          <p:cNvPr id="9" name="">
            <a:extLst xmlns:a="http://schemas.openxmlformats.org/drawingml/2006/main">
              <a:ext uri="{FF2B5EF4-FFF2-40B4-BE49-F238E27FC236}">
                <a16:creationId xmlns:a16="http://schemas.microsoft.com/office/drawing/2014/main" id="{598303BA-A065-4588-A215-DD1ECD7381E6}"/>
              </a:ext>
            </a:extLst>
          </p:cNvPr>
          <p:cNvSpPr>
            <a:spLocks xmlns:a="http://schemas.openxmlformats.org/drawingml/2006/main" noGrp="1"/>
          </p:cNvSpPr>
          <p:nvPr/>
        </p:nvSpPr>
        <p:spPr>
          <a:xfrm xmlns:a="http://schemas.openxmlformats.org/drawingml/2006/main">
            <a:off x="9037320"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الفاتورة</a:t>
            </a:r>
          </a:p>
        </p:txBody>
      </p:sp>
      <p:sp>
        <p:nvSpPr>
          <p:cNvPr id="10" name="">
            <a:extLst xmlns:a="http://schemas.openxmlformats.org/drawingml/2006/main">
              <a:ext uri="{FF2B5EF4-FFF2-40B4-BE49-F238E27FC236}">
                <a16:creationId xmlns:a16="http://schemas.microsoft.com/office/drawing/2014/main" id="{B659CC5B-ACDE-4541-8274-80ECC2E77B56}"/>
              </a:ext>
            </a:extLst>
          </p:cNvPr>
          <p:cNvSpPr>
            <a:spLocks xmlns:a="http://schemas.openxmlformats.org/drawingml/2006/main" noGrp="1"/>
          </p:cNvSpPr>
          <p:nvPr/>
        </p:nvSpPr>
        <p:spPr>
          <a:xfrm xmlns:a="http://schemas.openxmlformats.org/drawingml/2006/main">
            <a:off x="8064818" y="1809750"/>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والمشروع</a:t>
            </a:r>
          </a:p>
        </p:txBody>
      </p:sp>
      <p:sp>
        <p:nvSpPr>
          <p:cNvPr id="11" name="">
            <a:extLst xmlns:a="http://schemas.openxmlformats.org/drawingml/2006/main">
              <a:ext uri="{FF2B5EF4-FFF2-40B4-BE49-F238E27FC236}">
                <a16:creationId xmlns:a16="http://schemas.microsoft.com/office/drawing/2014/main" id="{198C3464-BFE1-4418-87AD-21C5C4DD2E39}"/>
              </a:ext>
            </a:extLst>
          </p:cNvPr>
          <p:cNvSpPr>
            <a:spLocks xmlns:a="http://schemas.openxmlformats.org/drawingml/2006/main" noGrp="1"/>
          </p:cNvSpPr>
          <p:nvPr/>
        </p:nvSpPr>
        <p:spPr>
          <a:xfrm xmlns:a="http://schemas.openxmlformats.org/drawingml/2006/main">
            <a:off x="7282815" y="180975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والمورد</a:t>
            </a:r>
          </a:p>
        </p:txBody>
      </p:sp>
      <p:sp>
        <p:nvSpPr>
          <p:cNvPr id="12" name="">
            <a:extLst xmlns:a="http://schemas.openxmlformats.org/drawingml/2006/main">
              <a:ext uri="{FF2B5EF4-FFF2-40B4-BE49-F238E27FC236}">
                <a16:creationId xmlns:a16="http://schemas.microsoft.com/office/drawing/2014/main" id="{C66E20C7-7DB8-440E-BBED-144ACB0C2669}"/>
              </a:ext>
            </a:extLst>
          </p:cNvPr>
          <p:cNvSpPr>
            <a:spLocks xmlns:a="http://schemas.openxmlformats.org/drawingml/2006/main" noGrp="1"/>
          </p:cNvSpPr>
          <p:nvPr/>
        </p:nvSpPr>
        <p:spPr>
          <a:xfrm xmlns:a="http://schemas.openxmlformats.org/drawingml/2006/main">
            <a:off x="6481763" y="1809750"/>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والتاريخ</a:t>
            </a:r>
          </a:p>
        </p:txBody>
      </p:sp>
      <p:sp>
        <p:nvSpPr>
          <p:cNvPr id="13" name="">
            <a:extLst xmlns:a="http://schemas.openxmlformats.org/drawingml/2006/main">
              <a:ext uri="{FF2B5EF4-FFF2-40B4-BE49-F238E27FC236}">
                <a16:creationId xmlns:a16="http://schemas.microsoft.com/office/drawing/2014/main" id="{9EC4BC50-AFE1-43E7-9489-99E01D4A4866}"/>
              </a:ext>
            </a:extLst>
          </p:cNvPr>
          <p:cNvSpPr>
            <a:spLocks xmlns:a="http://schemas.openxmlformats.org/drawingml/2006/main" noGrp="1"/>
          </p:cNvSpPr>
          <p:nvPr/>
        </p:nvSpPr>
        <p:spPr>
          <a:xfrm xmlns:a="http://schemas.openxmlformats.org/drawingml/2006/main">
            <a:off x="9686925" y="2182654"/>
            <a:ext cx="981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والأصناف.</a:t>
            </a:r>
          </a:p>
        </p:txBody>
      </p:sp>
      <p:sp>
        <p:nvSpPr>
          <p:cNvPr id="14" name="">
            <a:extLst xmlns:a="http://schemas.openxmlformats.org/drawingml/2006/main">
              <a:ext uri="{FF2B5EF4-FFF2-40B4-BE49-F238E27FC236}">
                <a16:creationId xmlns:a16="http://schemas.microsoft.com/office/drawing/2014/main" id="{5050864C-A1A7-4010-B117-CEF20DFAF421}"/>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ACEEBFC6-5651-44C9-8EC0-D94168A6808B}"/>
              </a:ext>
            </a:extLst>
          </p:cNvPr>
          <p:cNvSpPr>
            <a:spLocks xmlns:a="http://schemas.openxmlformats.org/drawingml/2006/main" noGrp="1"/>
          </p:cNvSpPr>
          <p:nvPr/>
        </p:nvSpPr>
        <p:spPr>
          <a:xfrm xmlns:a="http://schemas.openxmlformats.org/drawingml/2006/main">
            <a:off x="10296525" y="2733675"/>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حدد</a:t>
            </a:r>
          </a:p>
        </p:txBody>
      </p:sp>
      <p:sp>
        <p:nvSpPr>
          <p:cNvPr id="16" name="">
            <a:extLst xmlns:a="http://schemas.openxmlformats.org/drawingml/2006/main">
              <a:ext uri="{FF2B5EF4-FFF2-40B4-BE49-F238E27FC236}">
                <a16:creationId xmlns:a16="http://schemas.microsoft.com/office/drawing/2014/main" id="{C41680E0-896D-4DE7-9B4C-DBCEA8E7CE76}"/>
              </a:ext>
            </a:extLst>
          </p:cNvPr>
          <p:cNvSpPr>
            <a:spLocks xmlns:a="http://schemas.openxmlformats.org/drawingml/2006/main" noGrp="1"/>
          </p:cNvSpPr>
          <p:nvPr/>
        </p:nvSpPr>
        <p:spPr>
          <a:xfrm xmlns:a="http://schemas.openxmlformats.org/drawingml/2006/main">
            <a:off x="9628823" y="2733675"/>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مصدر</a:t>
            </a:r>
          </a:p>
        </p:txBody>
      </p:sp>
      <p:sp>
        <p:nvSpPr>
          <p:cNvPr id="17" name="">
            <a:extLst xmlns:a="http://schemas.openxmlformats.org/drawingml/2006/main">
              <a:ext uri="{FF2B5EF4-FFF2-40B4-BE49-F238E27FC236}">
                <a16:creationId xmlns:a16="http://schemas.microsoft.com/office/drawing/2014/main" id="{30C1650E-DFAB-4330-BA88-7F11FD481137}"/>
              </a:ext>
            </a:extLst>
          </p:cNvPr>
          <p:cNvSpPr>
            <a:spLocks xmlns:a="http://schemas.openxmlformats.org/drawingml/2006/main" noGrp="1"/>
          </p:cNvSpPr>
          <p:nvPr/>
        </p:nvSpPr>
        <p:spPr>
          <a:xfrm xmlns:a="http://schemas.openxmlformats.org/drawingml/2006/main">
            <a:off x="8837295" y="2733675"/>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الصرف</a:t>
            </a:r>
          </a:p>
        </p:txBody>
      </p:sp>
      <p:sp>
        <p:nvSpPr>
          <p:cNvPr id="18" name="">
            <a:extLst xmlns:a="http://schemas.openxmlformats.org/drawingml/2006/main">
              <a:ext uri="{FF2B5EF4-FFF2-40B4-BE49-F238E27FC236}">
                <a16:creationId xmlns:a16="http://schemas.microsoft.com/office/drawing/2014/main" id="{FDF1019A-E022-4248-9924-9B7F39937385}"/>
              </a:ext>
            </a:extLst>
          </p:cNvPr>
          <p:cNvSpPr>
            <a:spLocks xmlns:a="http://schemas.openxmlformats.org/drawingml/2006/main" noGrp="1"/>
          </p:cNvSpPr>
          <p:nvPr/>
        </p:nvSpPr>
        <p:spPr>
          <a:xfrm xmlns:a="http://schemas.openxmlformats.org/drawingml/2006/main">
            <a:off x="8150543" y="2733675"/>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والمبلغ</a:t>
            </a:r>
          </a:p>
        </p:txBody>
      </p:sp>
      <p:sp>
        <p:nvSpPr>
          <p:cNvPr id="19" name="">
            <a:extLst xmlns:a="http://schemas.openxmlformats.org/drawingml/2006/main">
              <a:ext uri="{FF2B5EF4-FFF2-40B4-BE49-F238E27FC236}">
                <a16:creationId xmlns:a16="http://schemas.microsoft.com/office/drawing/2014/main" id="{CECD395D-4F95-4441-AC7E-AAE38DCBDB6E}"/>
              </a:ext>
            </a:extLst>
          </p:cNvPr>
          <p:cNvSpPr>
            <a:spLocks xmlns:a="http://schemas.openxmlformats.org/drawingml/2006/main" noGrp="1"/>
          </p:cNvSpPr>
          <p:nvPr/>
        </p:nvSpPr>
        <p:spPr>
          <a:xfrm xmlns:a="http://schemas.openxmlformats.org/drawingml/2006/main">
            <a:off x="7397115" y="2733675"/>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المدفوع</a:t>
            </a:r>
          </a:p>
        </p:txBody>
      </p:sp>
      <p:sp>
        <p:nvSpPr>
          <p:cNvPr id="20" name="">
            <a:extLst xmlns:a="http://schemas.openxmlformats.org/drawingml/2006/main">
              <a:ext uri="{FF2B5EF4-FFF2-40B4-BE49-F238E27FC236}">
                <a16:creationId xmlns:a16="http://schemas.microsoft.com/office/drawing/2014/main" id="{4A96C015-2E18-4A01-8C20-237A0B33C627}"/>
              </a:ext>
            </a:extLst>
          </p:cNvPr>
          <p:cNvSpPr>
            <a:spLocks xmlns:a="http://schemas.openxmlformats.org/drawingml/2006/main" noGrp="1"/>
          </p:cNvSpPr>
          <p:nvPr/>
        </p:nvSpPr>
        <p:spPr>
          <a:xfrm xmlns:a="http://schemas.openxmlformats.org/drawingml/2006/main">
            <a:off x="6843713" y="2733675"/>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فعليًا.</a:t>
            </a:r>
          </a:p>
        </p:txBody>
      </p:sp>
      <p:sp>
        <p:nvSpPr>
          <p:cNvPr id="21" name="">
            <a:extLst xmlns:a="http://schemas.openxmlformats.org/drawingml/2006/main">
              <a:ext uri="{FF2B5EF4-FFF2-40B4-BE49-F238E27FC236}">
                <a16:creationId xmlns:a16="http://schemas.microsoft.com/office/drawing/2014/main" id="{3E9CBDB7-0681-46AE-8D26-1EA11A0DBB76}"/>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EE8FC284-5C26-4101-A59A-96AE7571A5DD}"/>
              </a:ext>
            </a:extLst>
          </p:cNvPr>
          <p:cNvSpPr>
            <a:spLocks xmlns:a="http://schemas.openxmlformats.org/drawingml/2006/main" noGrp="1"/>
          </p:cNvSpPr>
          <p:nvPr/>
        </p:nvSpPr>
        <p:spPr>
          <a:xfrm xmlns:a="http://schemas.openxmlformats.org/drawingml/2006/main">
            <a:off x="10296525" y="365760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حدد</a:t>
            </a:r>
          </a:p>
        </p:txBody>
      </p:sp>
      <p:sp>
        <p:nvSpPr>
          <p:cNvPr id="23" name="">
            <a:extLst xmlns:a="http://schemas.openxmlformats.org/drawingml/2006/main">
              <a:ext uri="{FF2B5EF4-FFF2-40B4-BE49-F238E27FC236}">
                <a16:creationId xmlns:a16="http://schemas.microsoft.com/office/drawing/2014/main" id="{2AE6A050-49AE-4EDE-A8EB-5D2D58B3B1CA}"/>
              </a:ext>
            </a:extLst>
          </p:cNvPr>
          <p:cNvSpPr>
            <a:spLocks xmlns:a="http://schemas.openxmlformats.org/drawingml/2006/main" noGrp="1"/>
          </p:cNvSpPr>
          <p:nvPr/>
        </p:nvSpPr>
        <p:spPr>
          <a:xfrm xmlns:a="http://schemas.openxmlformats.org/drawingml/2006/main">
            <a:off x="9733598" y="365760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مسار</a:t>
            </a:r>
          </a:p>
        </p:txBody>
      </p:sp>
      <p:sp>
        <p:nvSpPr>
          <p:cNvPr id="24" name="">
            <a:extLst xmlns:a="http://schemas.openxmlformats.org/drawingml/2006/main">
              <a:ext uri="{FF2B5EF4-FFF2-40B4-BE49-F238E27FC236}">
                <a16:creationId xmlns:a16="http://schemas.microsoft.com/office/drawing/2014/main" id="{41A6423E-DFD3-40B3-B038-C43FAA0AF1BF}"/>
              </a:ext>
            </a:extLst>
          </p:cNvPr>
          <p:cNvSpPr>
            <a:spLocks xmlns:a="http://schemas.openxmlformats.org/drawingml/2006/main" noGrp="1"/>
          </p:cNvSpPr>
          <p:nvPr/>
        </p:nvSpPr>
        <p:spPr>
          <a:xfrm xmlns:a="http://schemas.openxmlformats.org/drawingml/2006/main">
            <a:off x="8951595" y="365760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
        <p:nvSpPr>
          <p:cNvPr id="25" name="">
            <a:extLst xmlns:a="http://schemas.openxmlformats.org/drawingml/2006/main">
              <a:ext uri="{FF2B5EF4-FFF2-40B4-BE49-F238E27FC236}">
                <a16:creationId xmlns:a16="http://schemas.microsoft.com/office/drawing/2014/main" id="{0867560F-4086-47D9-BC99-63653B0D93B1}"/>
              </a:ext>
            </a:extLst>
          </p:cNvPr>
          <p:cNvSpPr>
            <a:spLocks xmlns:a="http://schemas.openxmlformats.org/drawingml/2006/main" noGrp="1"/>
          </p:cNvSpPr>
          <p:nvPr/>
        </p:nvSpPr>
        <p:spPr>
          <a:xfrm xmlns:a="http://schemas.openxmlformats.org/drawingml/2006/main">
            <a:off x="8093393" y="365760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والمخزن</a:t>
            </a:r>
          </a:p>
        </p:txBody>
      </p:sp>
      <p:sp>
        <p:nvSpPr>
          <p:cNvPr id="26" name="">
            <a:extLst xmlns:a="http://schemas.openxmlformats.org/drawingml/2006/main">
              <a:ext uri="{FF2B5EF4-FFF2-40B4-BE49-F238E27FC236}">
                <a16:creationId xmlns:a16="http://schemas.microsoft.com/office/drawing/2014/main" id="{A2E6C40A-6D99-4B38-B493-3E5904BDF11E}"/>
              </a:ext>
            </a:extLst>
          </p:cNvPr>
          <p:cNvSpPr>
            <a:spLocks xmlns:a="http://schemas.openxmlformats.org/drawingml/2006/main" noGrp="1"/>
          </p:cNvSpPr>
          <p:nvPr/>
        </p:nvSpPr>
        <p:spPr>
          <a:xfrm xmlns:a="http://schemas.openxmlformats.org/drawingml/2006/main">
            <a:off x="7406640" y="36576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المستلم</a:t>
            </a:r>
          </a:p>
        </p:txBody>
      </p:sp>
      <p:sp>
        <p:nvSpPr>
          <p:cNvPr id="27" name="">
            <a:extLst xmlns:a="http://schemas.openxmlformats.org/drawingml/2006/main">
              <a:ext uri="{FF2B5EF4-FFF2-40B4-BE49-F238E27FC236}">
                <a16:creationId xmlns:a16="http://schemas.microsoft.com/office/drawing/2014/main" id="{A1A3C9C0-B5B7-445D-8DB6-CF4191905DAB}"/>
              </a:ext>
            </a:extLst>
          </p:cNvPr>
          <p:cNvSpPr>
            <a:spLocks xmlns:a="http://schemas.openxmlformats.org/drawingml/2006/main" noGrp="1"/>
          </p:cNvSpPr>
          <p:nvPr/>
        </p:nvSpPr>
        <p:spPr>
          <a:xfrm xmlns:a="http://schemas.openxmlformats.org/drawingml/2006/main">
            <a:off x="6986588" y="3657600"/>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عند</a:t>
            </a:r>
          </a:p>
        </p:txBody>
      </p:sp>
      <p:sp>
        <p:nvSpPr>
          <p:cNvPr id="28" name="">
            <a:extLst xmlns:a="http://schemas.openxmlformats.org/drawingml/2006/main">
              <a:ext uri="{FF2B5EF4-FFF2-40B4-BE49-F238E27FC236}">
                <a16:creationId xmlns:a16="http://schemas.microsoft.com/office/drawing/2014/main" id="{1030513D-30EA-4B1D-8B81-9C7603EE959A}"/>
              </a:ext>
            </a:extLst>
          </p:cNvPr>
          <p:cNvSpPr>
            <a:spLocks xmlns:a="http://schemas.openxmlformats.org/drawingml/2006/main" noGrp="1"/>
          </p:cNvSpPr>
          <p:nvPr/>
        </p:nvSpPr>
        <p:spPr>
          <a:xfrm xmlns:a="http://schemas.openxmlformats.org/drawingml/2006/main">
            <a:off x="6242685" y="365760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الحاجة.</a:t>
            </a:r>
          </a:p>
        </p:txBody>
      </p:sp>
      <p:sp>
        <p:nvSpPr>
          <p:cNvPr id="29" name="">
            <a:extLst xmlns:a="http://schemas.openxmlformats.org/drawingml/2006/main">
              <a:ext uri="{FF2B5EF4-FFF2-40B4-BE49-F238E27FC236}">
                <a16:creationId xmlns:a16="http://schemas.microsoft.com/office/drawing/2014/main" id="{8B5036F6-B3C4-4A61-B95A-50E34988794D}"/>
              </a:ext>
            </a:extLst>
          </p:cNvPr>
          <p:cNvSpPr>
            <a:spLocks xmlns:a="http://schemas.openxmlformats.org/drawingml/2006/main" noGrp="1"/>
          </p:cNvSpPr>
          <p:nvPr/>
        </p:nvSpPr>
        <p:spPr>
          <a:xfrm xmlns:a="http://schemas.openxmlformats.org/drawingml/2006/main">
            <a:off x="4581525" y="1924050"/>
            <a:ext cx="3238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إيه</a:t>
            </a:r>
          </a:p>
        </p:txBody>
      </p:sp>
      <p:sp>
        <p:nvSpPr>
          <p:cNvPr id="30" name="">
            <a:extLst xmlns:a="http://schemas.openxmlformats.org/drawingml/2006/main">
              <a:ext uri="{FF2B5EF4-FFF2-40B4-BE49-F238E27FC236}">
                <a16:creationId xmlns:a16="http://schemas.microsoft.com/office/drawing/2014/main" id="{3C64D6DB-7194-41A6-A47A-0051155FD239}"/>
              </a:ext>
            </a:extLst>
          </p:cNvPr>
          <p:cNvSpPr>
            <a:spLocks xmlns:a="http://schemas.openxmlformats.org/drawingml/2006/main" noGrp="1"/>
          </p:cNvSpPr>
          <p:nvPr/>
        </p:nvSpPr>
        <p:spPr>
          <a:xfrm xmlns:a="http://schemas.openxmlformats.org/drawingml/2006/main">
            <a:off x="3902393" y="1924050"/>
            <a:ext cx="5905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أهمية</a:t>
            </a:r>
          </a:p>
        </p:txBody>
      </p:sp>
      <p:sp>
        <p:nvSpPr>
          <p:cNvPr id="31" name="">
            <a:extLst xmlns:a="http://schemas.openxmlformats.org/drawingml/2006/main">
              <a:ext uri="{FF2B5EF4-FFF2-40B4-BE49-F238E27FC236}">
                <a16:creationId xmlns:a16="http://schemas.microsoft.com/office/drawing/2014/main" id="{5AF2BFD5-D4A3-4F1F-B03D-27A317F876C7}"/>
              </a:ext>
            </a:extLst>
          </p:cNvPr>
          <p:cNvSpPr>
            <a:spLocks xmlns:a="http://schemas.openxmlformats.org/drawingml/2006/main" noGrp="1"/>
          </p:cNvSpPr>
          <p:nvPr/>
        </p:nvSpPr>
        <p:spPr>
          <a:xfrm xmlns:a="http://schemas.openxmlformats.org/drawingml/2006/main">
            <a:off x="3175635" y="1924050"/>
            <a:ext cx="6381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مصدر</a:t>
            </a:r>
          </a:p>
        </p:txBody>
      </p:sp>
      <p:sp>
        <p:nvSpPr>
          <p:cNvPr id="32" name="">
            <a:extLst xmlns:a="http://schemas.openxmlformats.org/drawingml/2006/main">
              <a:ext uri="{FF2B5EF4-FFF2-40B4-BE49-F238E27FC236}">
                <a16:creationId xmlns:a16="http://schemas.microsoft.com/office/drawing/2014/main" id="{A700F212-1682-4959-A341-F2235E4D32F5}"/>
              </a:ext>
            </a:extLst>
          </p:cNvPr>
          <p:cNvSpPr>
            <a:spLocks xmlns:a="http://schemas.openxmlformats.org/drawingml/2006/main" noGrp="1"/>
          </p:cNvSpPr>
          <p:nvPr/>
        </p:nvSpPr>
        <p:spPr>
          <a:xfrm xmlns:a="http://schemas.openxmlformats.org/drawingml/2006/main">
            <a:off x="2210752" y="1924050"/>
            <a:ext cx="8763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الصرف؟</a:t>
            </a:r>
          </a:p>
        </p:txBody>
      </p:sp>
      <p:sp>
        <p:nvSpPr>
          <p:cNvPr id="33" name="">
            <a:extLst xmlns:a="http://schemas.openxmlformats.org/drawingml/2006/main">
              <a:ext uri="{FF2B5EF4-FFF2-40B4-BE49-F238E27FC236}">
                <a16:creationId xmlns:a16="http://schemas.microsoft.com/office/drawing/2014/main" id="{4BC4D100-7F77-4BDE-B175-CECB8ECF3D6D}"/>
              </a:ext>
            </a:extLst>
          </p:cNvPr>
          <p:cNvSpPr>
            <a:spLocks xmlns:a="http://schemas.openxmlformats.org/drawingml/2006/main" noGrp="1"/>
          </p:cNvSpPr>
          <p:nvPr/>
        </p:nvSpPr>
        <p:spPr>
          <a:xfrm xmlns:a="http://schemas.openxmlformats.org/drawingml/2006/main">
            <a:off x="4467225" y="300990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الدفع</a:t>
            </a:r>
          </a:p>
        </p:txBody>
      </p:sp>
      <p:sp>
        <p:nvSpPr>
          <p:cNvPr id="34" name="">
            <a:extLst xmlns:a="http://schemas.openxmlformats.org/drawingml/2006/main">
              <a:ext uri="{FF2B5EF4-FFF2-40B4-BE49-F238E27FC236}">
                <a16:creationId xmlns:a16="http://schemas.microsoft.com/office/drawing/2014/main" id="{DD952913-BCD5-4E6F-8907-4A0C3A7683E1}"/>
              </a:ext>
            </a:extLst>
          </p:cNvPr>
          <p:cNvSpPr>
            <a:spLocks xmlns:a="http://schemas.openxmlformats.org/drawingml/2006/main" noGrp="1"/>
          </p:cNvSpPr>
          <p:nvPr/>
        </p:nvSpPr>
        <p:spPr>
          <a:xfrm xmlns:a="http://schemas.openxmlformats.org/drawingml/2006/main">
            <a:off x="4094798" y="300990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35" name="">
            <a:extLst xmlns:a="http://schemas.openxmlformats.org/drawingml/2006/main">
              <a:ext uri="{FF2B5EF4-FFF2-40B4-BE49-F238E27FC236}">
                <a16:creationId xmlns:a16="http://schemas.microsoft.com/office/drawing/2014/main" id="{CE20AC00-F9FE-4FF3-9651-40B68C3DCD6A}"/>
              </a:ext>
            </a:extLst>
          </p:cNvPr>
          <p:cNvSpPr>
            <a:spLocks xmlns:a="http://schemas.openxmlformats.org/drawingml/2006/main" noGrp="1"/>
          </p:cNvSpPr>
          <p:nvPr/>
        </p:nvSpPr>
        <p:spPr>
          <a:xfrm xmlns:a="http://schemas.openxmlformats.org/drawingml/2006/main">
            <a:off x="3331845" y="3009900"/>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صندوق</a:t>
            </a:r>
          </a:p>
        </p:txBody>
      </p:sp>
      <p:sp>
        <p:nvSpPr>
          <p:cNvPr id="36" name="">
            <a:extLst xmlns:a="http://schemas.openxmlformats.org/drawingml/2006/main">
              <a:ext uri="{FF2B5EF4-FFF2-40B4-BE49-F238E27FC236}">
                <a16:creationId xmlns:a16="http://schemas.microsoft.com/office/drawing/2014/main" id="{0765D00D-4C39-444C-9805-561A6ED400F7}"/>
              </a:ext>
            </a:extLst>
          </p:cNvPr>
          <p:cNvSpPr>
            <a:spLocks xmlns:a="http://schemas.openxmlformats.org/drawingml/2006/main" noGrp="1"/>
          </p:cNvSpPr>
          <p:nvPr/>
        </p:nvSpPr>
        <p:spPr>
          <a:xfrm xmlns:a="http://schemas.openxmlformats.org/drawingml/2006/main">
            <a:off x="2530792" y="3009900"/>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النثريات</a:t>
            </a:r>
          </a:p>
        </p:txBody>
      </p:sp>
      <p:sp>
        <p:nvSpPr>
          <p:cNvPr id="37" name="">
            <a:extLst xmlns:a="http://schemas.openxmlformats.org/drawingml/2006/main">
              <a:ext uri="{FF2B5EF4-FFF2-40B4-BE49-F238E27FC236}">
                <a16:creationId xmlns:a16="http://schemas.microsoft.com/office/drawing/2014/main" id="{1485E8AE-7885-4842-8409-0EBBC7673BA5}"/>
              </a:ext>
            </a:extLst>
          </p:cNvPr>
          <p:cNvSpPr>
            <a:spLocks xmlns:a="http://schemas.openxmlformats.org/drawingml/2006/main" noGrp="1"/>
          </p:cNvSpPr>
          <p:nvPr/>
        </p:nvSpPr>
        <p:spPr>
          <a:xfrm xmlns:a="http://schemas.openxmlformats.org/drawingml/2006/main">
            <a:off x="1891665" y="300990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يخصم</a:t>
            </a:r>
          </a:p>
        </p:txBody>
      </p:sp>
      <p:sp>
        <p:nvSpPr>
          <p:cNvPr id="38" name="">
            <a:extLst xmlns:a="http://schemas.openxmlformats.org/drawingml/2006/main">
              <a:ext uri="{FF2B5EF4-FFF2-40B4-BE49-F238E27FC236}">
                <a16:creationId xmlns:a16="http://schemas.microsoft.com/office/drawing/2014/main" id="{5D232FB7-3F9B-4DC3-B188-BA307BEA52E5}"/>
              </a:ext>
            </a:extLst>
          </p:cNvPr>
          <p:cNvSpPr>
            <a:spLocks xmlns:a="http://schemas.openxmlformats.org/drawingml/2006/main" noGrp="1"/>
          </p:cNvSpPr>
          <p:nvPr/>
        </p:nvSpPr>
        <p:spPr>
          <a:xfrm xmlns:a="http://schemas.openxmlformats.org/drawingml/2006/main">
            <a:off x="1519237" y="300990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39" name="">
            <a:extLst xmlns:a="http://schemas.openxmlformats.org/drawingml/2006/main">
              <a:ext uri="{FF2B5EF4-FFF2-40B4-BE49-F238E27FC236}">
                <a16:creationId xmlns:a16="http://schemas.microsoft.com/office/drawing/2014/main" id="{59878D29-FEEC-4FD6-BE0C-F628E82B7791}"/>
              </a:ext>
            </a:extLst>
          </p:cNvPr>
          <p:cNvSpPr>
            <a:spLocks xmlns:a="http://schemas.openxmlformats.org/drawingml/2006/main" noGrp="1"/>
          </p:cNvSpPr>
          <p:nvPr/>
        </p:nvSpPr>
        <p:spPr>
          <a:xfrm xmlns:a="http://schemas.openxmlformats.org/drawingml/2006/main">
            <a:off x="784860" y="30099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الخزنة.</a:t>
            </a:r>
          </a:p>
        </p:txBody>
      </p:sp>
      <p:sp>
        <p:nvSpPr>
          <p:cNvPr id="40" name="">
            <a:extLst xmlns:a="http://schemas.openxmlformats.org/drawingml/2006/main">
              <a:ext uri="{FF2B5EF4-FFF2-40B4-BE49-F238E27FC236}">
                <a16:creationId xmlns:a16="http://schemas.microsoft.com/office/drawing/2014/main" id="{C3D968B0-232F-46F3-81ED-5DC187DDFEEF}"/>
              </a:ext>
            </a:extLst>
          </p:cNvPr>
          <p:cNvSpPr>
            <a:spLocks xmlns:a="http://schemas.openxmlformats.org/drawingml/2006/main" noGrp="1"/>
          </p:cNvSpPr>
          <p:nvPr/>
        </p:nvSpPr>
        <p:spPr>
          <a:xfrm xmlns:a="http://schemas.openxmlformats.org/drawingml/2006/main">
            <a:off x="4467225" y="3382804"/>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الدفع</a:t>
            </a:r>
          </a:p>
        </p:txBody>
      </p:sp>
      <p:sp>
        <p:nvSpPr>
          <p:cNvPr id="41" name="">
            <a:extLst xmlns:a="http://schemas.openxmlformats.org/drawingml/2006/main">
              <a:ext uri="{FF2B5EF4-FFF2-40B4-BE49-F238E27FC236}">
                <a16:creationId xmlns:a16="http://schemas.microsoft.com/office/drawing/2014/main" id="{4EADE825-9F8A-4C37-8554-4FCAE2F135EE}"/>
              </a:ext>
            </a:extLst>
          </p:cNvPr>
          <p:cNvSpPr>
            <a:spLocks xmlns:a="http://schemas.openxmlformats.org/drawingml/2006/main" noGrp="1"/>
          </p:cNvSpPr>
          <p:nvPr/>
        </p:nvSpPr>
        <p:spPr>
          <a:xfrm xmlns:a="http://schemas.openxmlformats.org/drawingml/2006/main">
            <a:off x="4094798" y="3382804"/>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42" name="">
            <a:extLst xmlns:a="http://schemas.openxmlformats.org/drawingml/2006/main">
              <a:ext uri="{FF2B5EF4-FFF2-40B4-BE49-F238E27FC236}">
                <a16:creationId xmlns:a16="http://schemas.microsoft.com/office/drawing/2014/main" id="{D73988C1-BCAB-4AD4-9648-35468BE1A93A}"/>
              </a:ext>
            </a:extLst>
          </p:cNvPr>
          <p:cNvSpPr>
            <a:spLocks xmlns:a="http://schemas.openxmlformats.org/drawingml/2006/main" noGrp="1"/>
          </p:cNvSpPr>
          <p:nvPr/>
        </p:nvSpPr>
        <p:spPr>
          <a:xfrm xmlns:a="http://schemas.openxmlformats.org/drawingml/2006/main">
            <a:off x="3474720" y="3382804"/>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المدير</a:t>
            </a:r>
          </a:p>
        </p:txBody>
      </p:sp>
      <p:sp>
        <p:nvSpPr>
          <p:cNvPr id="43" name="">
            <a:extLst xmlns:a="http://schemas.openxmlformats.org/drawingml/2006/main">
              <a:ext uri="{FF2B5EF4-FFF2-40B4-BE49-F238E27FC236}">
                <a16:creationId xmlns:a16="http://schemas.microsoft.com/office/drawing/2014/main" id="{1C031775-0E44-4A4F-B098-F284B1A1CFB4}"/>
              </a:ext>
            </a:extLst>
          </p:cNvPr>
          <p:cNvSpPr>
            <a:spLocks xmlns:a="http://schemas.openxmlformats.org/drawingml/2006/main" noGrp="1"/>
          </p:cNvSpPr>
          <p:nvPr/>
        </p:nvSpPr>
        <p:spPr>
          <a:xfrm xmlns:a="http://schemas.openxmlformats.org/drawingml/2006/main">
            <a:off x="2721292"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التنفيذي</a:t>
            </a:r>
          </a:p>
        </p:txBody>
      </p:sp>
      <p:sp>
        <p:nvSpPr>
          <p:cNvPr id="44" name="">
            <a:extLst xmlns:a="http://schemas.openxmlformats.org/drawingml/2006/main">
              <a:ext uri="{FF2B5EF4-FFF2-40B4-BE49-F238E27FC236}">
                <a16:creationId xmlns:a16="http://schemas.microsoft.com/office/drawing/2014/main" id="{1FE01A3F-DAFA-4C3B-81D2-F5AEA8097D5E}"/>
              </a:ext>
            </a:extLst>
          </p:cNvPr>
          <p:cNvSpPr>
            <a:spLocks xmlns:a="http://schemas.openxmlformats.org/drawingml/2006/main" noGrp="1"/>
          </p:cNvSpPr>
          <p:nvPr/>
        </p:nvSpPr>
        <p:spPr>
          <a:xfrm xmlns:a="http://schemas.openxmlformats.org/drawingml/2006/main">
            <a:off x="2444115" y="3382804"/>
            <a:ext cx="200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45" name="">
            <a:extLst xmlns:a="http://schemas.openxmlformats.org/drawingml/2006/main">
              <a:ext uri="{FF2B5EF4-FFF2-40B4-BE49-F238E27FC236}">
                <a16:creationId xmlns:a16="http://schemas.microsoft.com/office/drawing/2014/main" id="{D91FD5D8-DE33-4310-B683-237EF05A593F}"/>
              </a:ext>
            </a:extLst>
          </p:cNvPr>
          <p:cNvSpPr>
            <a:spLocks xmlns:a="http://schemas.openxmlformats.org/drawingml/2006/main" noGrp="1"/>
          </p:cNvSpPr>
          <p:nvPr/>
        </p:nvSpPr>
        <p:spPr>
          <a:xfrm xmlns:a="http://schemas.openxmlformats.org/drawingml/2006/main">
            <a:off x="1804987" y="3382804"/>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يخصم</a:t>
            </a:r>
          </a:p>
        </p:txBody>
      </p:sp>
      <p:sp>
        <p:nvSpPr>
          <p:cNvPr id="46" name="">
            <a:extLst xmlns:a="http://schemas.openxmlformats.org/drawingml/2006/main">
              <a:ext uri="{FF2B5EF4-FFF2-40B4-BE49-F238E27FC236}">
                <a16:creationId xmlns:a16="http://schemas.microsoft.com/office/drawing/2014/main" id="{9B7FCF95-6277-4A1C-B3B9-F9D1DE531619}"/>
              </a:ext>
            </a:extLst>
          </p:cNvPr>
          <p:cNvSpPr>
            <a:spLocks xmlns:a="http://schemas.openxmlformats.org/drawingml/2006/main" noGrp="1"/>
          </p:cNvSpPr>
          <p:nvPr/>
        </p:nvSpPr>
        <p:spPr>
          <a:xfrm xmlns:a="http://schemas.openxmlformats.org/drawingml/2006/main">
            <a:off x="1432560" y="3382804"/>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47" name="">
            <a:extLst xmlns:a="http://schemas.openxmlformats.org/drawingml/2006/main">
              <a:ext uri="{FF2B5EF4-FFF2-40B4-BE49-F238E27FC236}">
                <a16:creationId xmlns:a16="http://schemas.microsoft.com/office/drawing/2014/main" id="{30EF3922-EB74-47F2-BAF0-804F221F088E}"/>
              </a:ext>
            </a:extLst>
          </p:cNvPr>
          <p:cNvSpPr>
            <a:spLocks xmlns:a="http://schemas.openxmlformats.org/drawingml/2006/main" noGrp="1"/>
          </p:cNvSpPr>
          <p:nvPr/>
        </p:nvSpPr>
        <p:spPr>
          <a:xfrm xmlns:a="http://schemas.openxmlformats.org/drawingml/2006/main">
            <a:off x="4105275" y="3755707"/>
            <a:ext cx="800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الصندوق</a:t>
            </a:r>
          </a:p>
        </p:txBody>
      </p:sp>
      <p:sp>
        <p:nvSpPr>
          <p:cNvPr id="48" name="">
            <a:extLst xmlns:a="http://schemas.openxmlformats.org/drawingml/2006/main">
              <a:ext uri="{FF2B5EF4-FFF2-40B4-BE49-F238E27FC236}">
                <a16:creationId xmlns:a16="http://schemas.microsoft.com/office/drawing/2014/main" id="{1C97B9FF-5648-495D-A5B3-60A59A33C2AC}"/>
              </a:ext>
            </a:extLst>
          </p:cNvPr>
          <p:cNvSpPr>
            <a:spLocks xmlns:a="http://schemas.openxmlformats.org/drawingml/2006/main" noGrp="1"/>
          </p:cNvSpPr>
          <p:nvPr/>
        </p:nvSpPr>
        <p:spPr>
          <a:xfrm xmlns:a="http://schemas.openxmlformats.org/drawingml/2006/main">
            <a:off x="3666173" y="3755707"/>
            <a:ext cx="361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بهذا</a:t>
            </a:r>
          </a:p>
        </p:txBody>
      </p:sp>
      <p:sp>
        <p:nvSpPr>
          <p:cNvPr id="49" name="">
            <a:extLst xmlns:a="http://schemas.openxmlformats.org/drawingml/2006/main">
              <a:ext uri="{FF2B5EF4-FFF2-40B4-BE49-F238E27FC236}">
                <a16:creationId xmlns:a16="http://schemas.microsoft.com/office/drawing/2014/main" id="{BAC27E81-1854-4157-A76D-82DF9CA5E1D6}"/>
              </a:ext>
            </a:extLst>
          </p:cNvPr>
          <p:cNvSpPr>
            <a:spLocks xmlns:a="http://schemas.openxmlformats.org/drawingml/2006/main" noGrp="1"/>
          </p:cNvSpPr>
          <p:nvPr/>
        </p:nvSpPr>
        <p:spPr>
          <a:xfrm xmlns:a="http://schemas.openxmlformats.org/drawingml/2006/main">
            <a:off x="2922270" y="3755707"/>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المسار.</a:t>
            </a:r>
          </a:p>
        </p:txBody>
      </p:sp>
    </p:spTree>
    <p:extLst>
      <p:ext uri="{BB962C8B-B14F-4D97-AF65-F5344CB8AC3E}">
        <p14:creationId xmlns:p14="http://schemas.microsoft.com/office/powerpoint/2010/main" val="1633531639"/>
      </p:ext>
    </p:extLst>
  </p:cSld>
</p:sld>
</file>

<file path=ppt/slides/slide18.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0FC73C2-71F0-4CB4-9CB3-DD009D0C4951}"/>
              </a:ext>
            </a:extLst>
          </p:cNvPr>
          <p:cNvSpPr>
            <a:spLocks xmlns:a="http://schemas.openxmlformats.org/drawingml/2006/main" noGrp="1"/>
          </p:cNvSpPr>
          <p:nvPr/>
        </p:nvSpPr>
        <p:spPr>
          <a:xfrm xmlns:a="http://schemas.openxmlformats.org/drawingml/2006/main">
            <a:off x="10934700" y="333375"/>
            <a:ext cx="6381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المشتريات</a:t>
            </a:r>
          </a:p>
        </p:txBody>
      </p:sp>
      <p:sp>
        <p:nvSpPr>
          <p:cNvPr id="2" name="">
            <a:extLst xmlns:a="http://schemas.openxmlformats.org/drawingml/2006/main">
              <a:ext uri="{FF2B5EF4-FFF2-40B4-BE49-F238E27FC236}">
                <a16:creationId xmlns:a16="http://schemas.microsoft.com/office/drawing/2014/main" id="{C36A1F9A-1CEE-4102-B405-93CAC6BB07D5}"/>
              </a:ext>
            </a:extLst>
          </p:cNvPr>
          <p:cNvSpPr>
            <a:spLocks xmlns:a="http://schemas.openxmlformats.org/drawingml/2006/main" noGrp="1"/>
          </p:cNvSpPr>
          <p:nvPr/>
        </p:nvSpPr>
        <p:spPr>
          <a:xfrm xmlns:a="http://schemas.openxmlformats.org/drawingml/2006/main">
            <a:off x="10387965" y="333375"/>
            <a:ext cx="4953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والخزنة</a:t>
            </a:r>
          </a:p>
        </p:txBody>
      </p:sp>
      <p:sp>
        <p:nvSpPr>
          <p:cNvPr id="3" name="">
            <a:extLst xmlns:a="http://schemas.openxmlformats.org/drawingml/2006/main">
              <a:ext uri="{FF2B5EF4-FFF2-40B4-BE49-F238E27FC236}">
                <a16:creationId xmlns:a16="http://schemas.microsoft.com/office/drawing/2014/main" id="{8BE57200-F320-4DDE-8EBE-AED2071B18B8}"/>
              </a:ext>
            </a:extLst>
          </p:cNvPr>
          <p:cNvSpPr>
            <a:spLocks xmlns:a="http://schemas.openxmlformats.org/drawingml/2006/main" noGrp="1"/>
          </p:cNvSpPr>
          <p:nvPr/>
        </p:nvSpPr>
        <p:spPr>
          <a:xfrm xmlns:a="http://schemas.openxmlformats.org/drawingml/2006/main">
            <a:off x="10696575"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فاتورة</a:t>
            </a:r>
          </a:p>
        </p:txBody>
      </p:sp>
      <p:sp>
        <p:nvSpPr>
          <p:cNvPr id="4" name="">
            <a:extLst xmlns:a="http://schemas.openxmlformats.org/drawingml/2006/main">
              <a:ext uri="{FF2B5EF4-FFF2-40B4-BE49-F238E27FC236}">
                <a16:creationId xmlns:a16="http://schemas.microsoft.com/office/drawing/2014/main" id="{6A2746B2-60F9-4660-AADF-67133AAFD6E2}"/>
              </a:ext>
            </a:extLst>
          </p:cNvPr>
          <p:cNvSpPr>
            <a:spLocks xmlns:a="http://schemas.openxmlformats.org/drawingml/2006/main" noGrp="1"/>
          </p:cNvSpPr>
          <p:nvPr/>
        </p:nvSpPr>
        <p:spPr>
          <a:xfrm xmlns:a="http://schemas.openxmlformats.org/drawingml/2006/main">
            <a:off x="9290685" y="781050"/>
            <a:ext cx="12858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10,000</a:t>
            </a:r>
          </a:p>
        </p:txBody>
      </p:sp>
      <p:sp>
        <p:nvSpPr>
          <p:cNvPr id="5" name="">
            <a:extLst xmlns:a="http://schemas.openxmlformats.org/drawingml/2006/main">
              <a:ext uri="{FF2B5EF4-FFF2-40B4-BE49-F238E27FC236}">
                <a16:creationId xmlns:a16="http://schemas.microsoft.com/office/drawing/2014/main" id="{0FD44908-F5DD-4E4F-B245-DD41C1B5DDF4}"/>
              </a:ext>
            </a:extLst>
          </p:cNvPr>
          <p:cNvSpPr>
            <a:spLocks xmlns:a="http://schemas.openxmlformats.org/drawingml/2006/main" noGrp="1"/>
          </p:cNvSpPr>
          <p:nvPr/>
        </p:nvSpPr>
        <p:spPr>
          <a:xfrm xmlns:a="http://schemas.openxmlformats.org/drawingml/2006/main">
            <a:off x="8322945" y="781050"/>
            <a:ext cx="847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وسداد</a:t>
            </a:r>
          </a:p>
        </p:txBody>
      </p:sp>
      <p:sp>
        <p:nvSpPr>
          <p:cNvPr id="6" name="">
            <a:extLst xmlns:a="http://schemas.openxmlformats.org/drawingml/2006/main">
              <a:ext uri="{FF2B5EF4-FFF2-40B4-BE49-F238E27FC236}">
                <a16:creationId xmlns:a16="http://schemas.microsoft.com/office/drawing/2014/main" id="{3D03AC49-E6EA-4C5F-BA14-D42CC3655439}"/>
              </a:ext>
            </a:extLst>
          </p:cNvPr>
          <p:cNvSpPr>
            <a:spLocks xmlns:a="http://schemas.openxmlformats.org/drawingml/2006/main" noGrp="1"/>
          </p:cNvSpPr>
          <p:nvPr/>
        </p:nvSpPr>
        <p:spPr>
          <a:xfrm xmlns:a="http://schemas.openxmlformats.org/drawingml/2006/main">
            <a:off x="7136130" y="781050"/>
            <a:ext cx="1066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4,000</a:t>
            </a:r>
          </a:p>
        </p:txBody>
      </p:sp>
      <p:sp>
        <p:nvSpPr>
          <p:cNvPr id="7" name="">
            <a:extLst xmlns:a="http://schemas.openxmlformats.org/drawingml/2006/main">
              <a:ext uri="{FF2B5EF4-FFF2-40B4-BE49-F238E27FC236}">
                <a16:creationId xmlns:a16="http://schemas.microsoft.com/office/drawing/2014/main" id="{13EC25F0-C5FB-452A-BEA3-33E645D576B3}"/>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18</a:t>
            </a:r>
          </a:p>
        </p:txBody>
      </p:sp>
      <p:sp>
        <p:nvSpPr>
          <p:cNvPr id="8" name="">
            <a:extLst xmlns:a="http://schemas.openxmlformats.org/drawingml/2006/main">
              <a:ext uri="{FF2B5EF4-FFF2-40B4-BE49-F238E27FC236}">
                <a16:creationId xmlns:a16="http://schemas.microsoft.com/office/drawing/2014/main" id="{9B51B4F9-3511-4AA5-B93C-B988D08D2F22}"/>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A68E6A9-5B05-4456-BB2A-14FC6C778E97}"/>
              </a:ext>
            </a:extLst>
          </p:cNvPr>
          <p:cNvSpPr>
            <a:spLocks xmlns:a="http://schemas.openxmlformats.org/drawingml/2006/main" noGrp="1"/>
          </p:cNvSpPr>
          <p:nvPr/>
        </p:nvSpPr>
        <p:spPr>
          <a:xfrm xmlns:a="http://schemas.openxmlformats.org/drawingml/2006/main">
            <a:off x="10896600" y="2771775"/>
            <a:ext cx="6286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فاتورة</a:t>
            </a:r>
          </a:p>
        </p:txBody>
      </p:sp>
      <p:sp>
        <p:nvSpPr>
          <p:cNvPr id="10" name="">
            <a:extLst xmlns:a="http://schemas.openxmlformats.org/drawingml/2006/main">
              <a:ext uri="{FF2B5EF4-FFF2-40B4-BE49-F238E27FC236}">
                <a16:creationId xmlns:a16="http://schemas.microsoft.com/office/drawing/2014/main" id="{4792FFE6-EF3D-4DFC-B5CF-7802A11C0ADA}"/>
              </a:ext>
            </a:extLst>
          </p:cNvPr>
          <p:cNvSpPr>
            <a:spLocks xmlns:a="http://schemas.openxmlformats.org/drawingml/2006/main" noGrp="1"/>
          </p:cNvSpPr>
          <p:nvPr/>
        </p:nvSpPr>
        <p:spPr>
          <a:xfrm xmlns:a="http://schemas.openxmlformats.org/drawingml/2006/main">
            <a:off x="10620375" y="3172301"/>
            <a:ext cx="9048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10,000</a:t>
            </a:r>
          </a:p>
        </p:txBody>
      </p:sp>
      <p:sp>
        <p:nvSpPr>
          <p:cNvPr id="11" name="">
            <a:extLst xmlns:a="http://schemas.openxmlformats.org/drawingml/2006/main">
              <a:ext uri="{FF2B5EF4-FFF2-40B4-BE49-F238E27FC236}">
                <a16:creationId xmlns:a16="http://schemas.microsoft.com/office/drawing/2014/main" id="{6804318E-58D1-4749-9F62-619E7DFB4A32}"/>
              </a:ext>
            </a:extLst>
          </p:cNvPr>
          <p:cNvSpPr>
            <a:spLocks xmlns:a="http://schemas.openxmlformats.org/drawingml/2006/main" noGrp="1"/>
          </p:cNvSpPr>
          <p:nvPr/>
        </p:nvSpPr>
        <p:spPr>
          <a:xfrm xmlns:a="http://schemas.openxmlformats.org/drawingml/2006/main">
            <a:off x="10070783"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12" name="">
            <a:extLst xmlns:a="http://schemas.openxmlformats.org/drawingml/2006/main">
              <a:ext uri="{FF2B5EF4-FFF2-40B4-BE49-F238E27FC236}">
                <a16:creationId xmlns:a16="http://schemas.microsoft.com/office/drawing/2014/main" id="{7D5E1559-9B9B-4784-9001-5920CC4052C4}"/>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4CB3F339-0D2B-4346-899D-29EB6B1B8711}"/>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FA40661-AB9D-4320-AA10-7F4B406452FE}"/>
              </a:ext>
            </a:extLst>
          </p:cNvPr>
          <p:cNvSpPr>
            <a:spLocks xmlns:a="http://schemas.openxmlformats.org/drawingml/2006/main" noGrp="1"/>
          </p:cNvSpPr>
          <p:nvPr/>
        </p:nvSpPr>
        <p:spPr>
          <a:xfrm xmlns:a="http://schemas.openxmlformats.org/drawingml/2006/main">
            <a:off x="8086725" y="2771775"/>
            <a:ext cx="6286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مدفوع</a:t>
            </a:r>
          </a:p>
        </p:txBody>
      </p:sp>
      <p:sp>
        <p:nvSpPr>
          <p:cNvPr id="15" name="">
            <a:extLst xmlns:a="http://schemas.openxmlformats.org/drawingml/2006/main">
              <a:ext uri="{FF2B5EF4-FFF2-40B4-BE49-F238E27FC236}">
                <a16:creationId xmlns:a16="http://schemas.microsoft.com/office/drawing/2014/main" id="{E653253C-76C7-4BC2-983E-080A3A31B963}"/>
              </a:ext>
            </a:extLst>
          </p:cNvPr>
          <p:cNvSpPr>
            <a:spLocks xmlns:a="http://schemas.openxmlformats.org/drawingml/2006/main" noGrp="1"/>
          </p:cNvSpPr>
          <p:nvPr/>
        </p:nvSpPr>
        <p:spPr>
          <a:xfrm xmlns:a="http://schemas.openxmlformats.org/drawingml/2006/main">
            <a:off x="7680008" y="2771775"/>
            <a:ext cx="3238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من</a:t>
            </a:r>
          </a:p>
        </p:txBody>
      </p:sp>
      <p:sp>
        <p:nvSpPr>
          <p:cNvPr id="16" name="">
            <a:extLst xmlns:a="http://schemas.openxmlformats.org/drawingml/2006/main">
              <a:ext uri="{FF2B5EF4-FFF2-40B4-BE49-F238E27FC236}">
                <a16:creationId xmlns:a16="http://schemas.microsoft.com/office/drawing/2014/main" id="{4173A055-EAB4-4E8D-AB02-10DBE2B80353}"/>
              </a:ext>
            </a:extLst>
          </p:cNvPr>
          <p:cNvSpPr>
            <a:spLocks xmlns:a="http://schemas.openxmlformats.org/drawingml/2006/main" noGrp="1"/>
          </p:cNvSpPr>
          <p:nvPr/>
        </p:nvSpPr>
        <p:spPr>
          <a:xfrm xmlns:a="http://schemas.openxmlformats.org/drawingml/2006/main">
            <a:off x="6958965" y="2771775"/>
            <a:ext cx="6381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الخزنة</a:t>
            </a:r>
          </a:p>
        </p:txBody>
      </p:sp>
      <p:sp>
        <p:nvSpPr>
          <p:cNvPr id="17" name="">
            <a:extLst xmlns:a="http://schemas.openxmlformats.org/drawingml/2006/main">
              <a:ext uri="{FF2B5EF4-FFF2-40B4-BE49-F238E27FC236}">
                <a16:creationId xmlns:a16="http://schemas.microsoft.com/office/drawing/2014/main" id="{2997D624-9D97-4E8D-8ED3-7C10E24C65A6}"/>
              </a:ext>
            </a:extLst>
          </p:cNvPr>
          <p:cNvSpPr>
            <a:spLocks xmlns:a="http://schemas.openxmlformats.org/drawingml/2006/main" noGrp="1"/>
          </p:cNvSpPr>
          <p:nvPr/>
        </p:nvSpPr>
        <p:spPr>
          <a:xfrm xmlns:a="http://schemas.openxmlformats.org/drawingml/2006/main">
            <a:off x="7962900"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4,000</a:t>
            </a:r>
          </a:p>
        </p:txBody>
      </p:sp>
      <p:sp>
        <p:nvSpPr>
          <p:cNvPr id="18" name="">
            <a:extLst xmlns:a="http://schemas.openxmlformats.org/drawingml/2006/main">
              <a:ext uri="{FF2B5EF4-FFF2-40B4-BE49-F238E27FC236}">
                <a16:creationId xmlns:a16="http://schemas.microsoft.com/office/drawing/2014/main" id="{A08E87CB-13B7-482E-96C4-264688A36686}"/>
              </a:ext>
            </a:extLst>
          </p:cNvPr>
          <p:cNvSpPr>
            <a:spLocks xmlns:a="http://schemas.openxmlformats.org/drawingml/2006/main" noGrp="1"/>
          </p:cNvSpPr>
          <p:nvPr/>
        </p:nvSpPr>
        <p:spPr>
          <a:xfrm xmlns:a="http://schemas.openxmlformats.org/drawingml/2006/main">
            <a:off x="7413308"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19" name="">
            <a:extLst xmlns:a="http://schemas.openxmlformats.org/drawingml/2006/main">
              <a:ext uri="{FF2B5EF4-FFF2-40B4-BE49-F238E27FC236}">
                <a16:creationId xmlns:a16="http://schemas.microsoft.com/office/drawing/2014/main" id="{0560E6B7-71D8-4EC3-A086-6491AF393711}"/>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B17BEDB-8601-4AD4-9EE9-F8BBE2146E79}"/>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12723DD5-7B00-4180-B01C-06148B1EB574}"/>
              </a:ext>
            </a:extLst>
          </p:cNvPr>
          <p:cNvSpPr>
            <a:spLocks xmlns:a="http://schemas.openxmlformats.org/drawingml/2006/main" noGrp="1"/>
          </p:cNvSpPr>
          <p:nvPr/>
        </p:nvSpPr>
        <p:spPr>
          <a:xfrm xmlns:a="http://schemas.openxmlformats.org/drawingml/2006/main">
            <a:off x="5362575" y="2771775"/>
            <a:ext cx="5429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حركة</a:t>
            </a:r>
          </a:p>
        </p:txBody>
      </p:sp>
      <p:sp>
        <p:nvSpPr>
          <p:cNvPr id="22" name="">
            <a:extLst xmlns:a="http://schemas.openxmlformats.org/drawingml/2006/main">
              <a:ext uri="{FF2B5EF4-FFF2-40B4-BE49-F238E27FC236}">
                <a16:creationId xmlns:a16="http://schemas.microsoft.com/office/drawing/2014/main" id="{928F0091-204C-4FD1-BEF7-8847D4383906}"/>
              </a:ext>
            </a:extLst>
          </p:cNvPr>
          <p:cNvSpPr>
            <a:spLocks xmlns:a="http://schemas.openxmlformats.org/drawingml/2006/main" noGrp="1"/>
          </p:cNvSpPr>
          <p:nvPr/>
        </p:nvSpPr>
        <p:spPr>
          <a:xfrm xmlns:a="http://schemas.openxmlformats.org/drawingml/2006/main">
            <a:off x="4679633" y="2771775"/>
            <a:ext cx="6000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صرف</a:t>
            </a:r>
          </a:p>
        </p:txBody>
      </p:sp>
      <p:sp>
        <p:nvSpPr>
          <p:cNvPr id="23" name="">
            <a:extLst xmlns:a="http://schemas.openxmlformats.org/drawingml/2006/main">
              <a:ext uri="{FF2B5EF4-FFF2-40B4-BE49-F238E27FC236}">
                <a16:creationId xmlns:a16="http://schemas.microsoft.com/office/drawing/2014/main" id="{1794AF4D-4E2D-4446-BBA8-188EFD9BB2F2}"/>
              </a:ext>
            </a:extLst>
          </p:cNvPr>
          <p:cNvSpPr>
            <a:spLocks xmlns:a="http://schemas.openxmlformats.org/drawingml/2006/main" noGrp="1"/>
          </p:cNvSpPr>
          <p:nvPr/>
        </p:nvSpPr>
        <p:spPr>
          <a:xfrm xmlns:a="http://schemas.openxmlformats.org/drawingml/2006/main">
            <a:off x="5153025"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4,000</a:t>
            </a:r>
          </a:p>
        </p:txBody>
      </p:sp>
      <p:sp>
        <p:nvSpPr>
          <p:cNvPr id="24" name="">
            <a:extLst xmlns:a="http://schemas.openxmlformats.org/drawingml/2006/main">
              <a:ext uri="{FF2B5EF4-FFF2-40B4-BE49-F238E27FC236}">
                <a16:creationId xmlns:a16="http://schemas.microsoft.com/office/drawing/2014/main" id="{837A3263-2215-43CC-BD00-32810644E6F2}"/>
              </a:ext>
            </a:extLst>
          </p:cNvPr>
          <p:cNvSpPr>
            <a:spLocks xmlns:a="http://schemas.openxmlformats.org/drawingml/2006/main" noGrp="1"/>
          </p:cNvSpPr>
          <p:nvPr/>
        </p:nvSpPr>
        <p:spPr>
          <a:xfrm xmlns:a="http://schemas.openxmlformats.org/drawingml/2006/main">
            <a:off x="4498658" y="3172301"/>
            <a:ext cx="5715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تلقائيًا</a:t>
            </a:r>
          </a:p>
        </p:txBody>
      </p:sp>
      <p:sp>
        <p:nvSpPr>
          <p:cNvPr id="25" name="">
            <a:extLst xmlns:a="http://schemas.openxmlformats.org/drawingml/2006/main">
              <a:ext uri="{FF2B5EF4-FFF2-40B4-BE49-F238E27FC236}">
                <a16:creationId xmlns:a16="http://schemas.microsoft.com/office/drawing/2014/main" id="{99EB1D44-C75A-43B5-A9DC-400D709EE166}"/>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C11B1900-5975-424C-9404-5EA05AD96890}"/>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27" name="">
            <a:extLst xmlns:a="http://schemas.openxmlformats.org/drawingml/2006/main">
              <a:ext uri="{FF2B5EF4-FFF2-40B4-BE49-F238E27FC236}">
                <a16:creationId xmlns:a16="http://schemas.microsoft.com/office/drawing/2014/main" id="{D8A2AAA9-17A6-4CCB-8002-45DE5F961BAD}"/>
              </a:ext>
            </a:extLst>
          </p:cNvPr>
          <p:cNvSpPr>
            <a:spLocks xmlns:a="http://schemas.openxmlformats.org/drawingml/2006/main" noGrp="1"/>
          </p:cNvSpPr>
          <p:nvPr/>
        </p:nvSpPr>
        <p:spPr>
          <a:xfrm xmlns:a="http://schemas.openxmlformats.org/drawingml/2006/main">
            <a:off x="2524125" y="2771775"/>
            <a:ext cx="5715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متبقي</a:t>
            </a:r>
          </a:p>
        </p:txBody>
      </p:sp>
      <p:sp>
        <p:nvSpPr>
          <p:cNvPr id="28" name="">
            <a:extLst xmlns:a="http://schemas.openxmlformats.org/drawingml/2006/main">
              <a:ext uri="{FF2B5EF4-FFF2-40B4-BE49-F238E27FC236}">
                <a16:creationId xmlns:a16="http://schemas.microsoft.com/office/drawing/2014/main" id="{4534985A-715C-4EF6-BF64-835353FF915A}"/>
              </a:ext>
            </a:extLst>
          </p:cNvPr>
          <p:cNvSpPr>
            <a:spLocks xmlns:a="http://schemas.openxmlformats.org/drawingml/2006/main" noGrp="1"/>
          </p:cNvSpPr>
          <p:nvPr/>
        </p:nvSpPr>
        <p:spPr>
          <a:xfrm xmlns:a="http://schemas.openxmlformats.org/drawingml/2006/main">
            <a:off x="1803083" y="2771775"/>
            <a:ext cx="6381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المورد</a:t>
            </a:r>
          </a:p>
        </p:txBody>
      </p:sp>
      <p:sp>
        <p:nvSpPr>
          <p:cNvPr id="29" name="">
            <a:extLst xmlns:a="http://schemas.openxmlformats.org/drawingml/2006/main">
              <a:ext uri="{FF2B5EF4-FFF2-40B4-BE49-F238E27FC236}">
                <a16:creationId xmlns:a16="http://schemas.microsoft.com/office/drawing/2014/main" id="{64C2F66D-F3EE-44A3-9CB3-B4F2395AB2BC}"/>
              </a:ext>
            </a:extLst>
          </p:cNvPr>
          <p:cNvSpPr>
            <a:spLocks xmlns:a="http://schemas.openxmlformats.org/drawingml/2006/main" noGrp="1"/>
          </p:cNvSpPr>
          <p:nvPr/>
        </p:nvSpPr>
        <p:spPr>
          <a:xfrm xmlns:a="http://schemas.openxmlformats.org/drawingml/2006/main">
            <a:off x="2343150"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6,000</a:t>
            </a:r>
          </a:p>
        </p:txBody>
      </p:sp>
      <p:sp>
        <p:nvSpPr>
          <p:cNvPr id="30" name="">
            <a:extLst xmlns:a="http://schemas.openxmlformats.org/drawingml/2006/main">
              <a:ext uri="{FF2B5EF4-FFF2-40B4-BE49-F238E27FC236}">
                <a16:creationId xmlns:a16="http://schemas.microsoft.com/office/drawing/2014/main" id="{B097339D-3746-4C6C-A995-156164A6508E}"/>
              </a:ext>
            </a:extLst>
          </p:cNvPr>
          <p:cNvSpPr>
            <a:spLocks xmlns:a="http://schemas.openxmlformats.org/drawingml/2006/main" noGrp="1"/>
          </p:cNvSpPr>
          <p:nvPr/>
        </p:nvSpPr>
        <p:spPr>
          <a:xfrm xmlns:a="http://schemas.openxmlformats.org/drawingml/2006/main">
            <a:off x="1793558"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31" name="">
            <a:extLst xmlns:a="http://schemas.openxmlformats.org/drawingml/2006/main">
              <a:ext uri="{FF2B5EF4-FFF2-40B4-BE49-F238E27FC236}">
                <a16:creationId xmlns:a16="http://schemas.microsoft.com/office/drawing/2014/main" id="{A1761FD3-D3FA-4495-9768-620EDC95743F}"/>
              </a:ext>
            </a:extLst>
          </p:cNvPr>
          <p:cNvSpPr>
            <a:spLocks xmlns:a="http://schemas.openxmlformats.org/drawingml/2006/main" noGrp="1"/>
          </p:cNvSpPr>
          <p:nvPr/>
        </p:nvSpPr>
        <p:spPr>
          <a:xfrm xmlns:a="http://schemas.openxmlformats.org/drawingml/2006/main">
            <a:off x="11268075" y="4933950"/>
            <a:ext cx="209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لا</a:t>
            </a:r>
          </a:p>
        </p:txBody>
      </p:sp>
      <p:sp>
        <p:nvSpPr>
          <p:cNvPr id="32" name="">
            <a:extLst xmlns:a="http://schemas.openxmlformats.org/drawingml/2006/main">
              <a:ext uri="{FF2B5EF4-FFF2-40B4-BE49-F238E27FC236}">
                <a16:creationId xmlns:a16="http://schemas.microsoft.com/office/drawing/2014/main" id="{BD6111CF-D6C6-4658-AFCB-135290E90C16}"/>
              </a:ext>
            </a:extLst>
          </p:cNvPr>
          <p:cNvSpPr>
            <a:spLocks xmlns:a="http://schemas.openxmlformats.org/drawingml/2006/main" noGrp="1"/>
          </p:cNvSpPr>
          <p:nvPr/>
        </p:nvSpPr>
        <p:spPr>
          <a:xfrm xmlns:a="http://schemas.openxmlformats.org/drawingml/2006/main">
            <a:off x="10626090" y="4933950"/>
            <a:ext cx="5619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تضف</a:t>
            </a:r>
          </a:p>
        </p:txBody>
      </p:sp>
      <p:sp>
        <p:nvSpPr>
          <p:cNvPr id="33" name="">
            <a:extLst xmlns:a="http://schemas.openxmlformats.org/drawingml/2006/main">
              <a:ext uri="{FF2B5EF4-FFF2-40B4-BE49-F238E27FC236}">
                <a16:creationId xmlns:a16="http://schemas.microsoft.com/office/drawing/2014/main" id="{1162AB4F-E8C6-4344-ABD4-4C07BEDC5C8C}"/>
              </a:ext>
            </a:extLst>
          </p:cNvPr>
          <p:cNvSpPr>
            <a:spLocks xmlns:a="http://schemas.openxmlformats.org/drawingml/2006/main" noGrp="1"/>
          </p:cNvSpPr>
          <p:nvPr/>
        </p:nvSpPr>
        <p:spPr>
          <a:xfrm xmlns:a="http://schemas.openxmlformats.org/drawingml/2006/main">
            <a:off x="9993630" y="4933950"/>
            <a:ext cx="5524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صرفًا</a:t>
            </a:r>
          </a:p>
        </p:txBody>
      </p:sp>
      <p:sp>
        <p:nvSpPr>
          <p:cNvPr id="34" name="">
            <a:extLst xmlns:a="http://schemas.openxmlformats.org/drawingml/2006/main">
              <a:ext uri="{FF2B5EF4-FFF2-40B4-BE49-F238E27FC236}">
                <a16:creationId xmlns:a16="http://schemas.microsoft.com/office/drawing/2014/main" id="{881C1573-15F0-42F9-983A-9AC563649F22}"/>
              </a:ext>
            </a:extLst>
          </p:cNvPr>
          <p:cNvSpPr>
            <a:spLocks xmlns:a="http://schemas.openxmlformats.org/drawingml/2006/main" noGrp="1"/>
          </p:cNvSpPr>
          <p:nvPr/>
        </p:nvSpPr>
        <p:spPr>
          <a:xfrm xmlns:a="http://schemas.openxmlformats.org/drawingml/2006/main">
            <a:off x="9456420" y="4933950"/>
            <a:ext cx="4572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يدويًا</a:t>
            </a:r>
          </a:p>
        </p:txBody>
      </p:sp>
      <p:sp>
        <p:nvSpPr>
          <p:cNvPr id="35" name="">
            <a:extLst xmlns:a="http://schemas.openxmlformats.org/drawingml/2006/main">
              <a:ext uri="{FF2B5EF4-FFF2-40B4-BE49-F238E27FC236}">
                <a16:creationId xmlns:a16="http://schemas.microsoft.com/office/drawing/2014/main" id="{3C59B7E8-E8C6-4DF0-9415-E80DCDA40FD4}"/>
              </a:ext>
            </a:extLst>
          </p:cNvPr>
          <p:cNvSpPr>
            <a:spLocks xmlns:a="http://schemas.openxmlformats.org/drawingml/2006/main" noGrp="1"/>
          </p:cNvSpPr>
          <p:nvPr/>
        </p:nvSpPr>
        <p:spPr>
          <a:xfrm xmlns:a="http://schemas.openxmlformats.org/drawingml/2006/main">
            <a:off x="8995410" y="4933950"/>
            <a:ext cx="3810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ثانيًا</a:t>
            </a:r>
          </a:p>
        </p:txBody>
      </p:sp>
      <p:sp>
        <p:nvSpPr>
          <p:cNvPr id="36" name="">
            <a:extLst xmlns:a="http://schemas.openxmlformats.org/drawingml/2006/main">
              <a:ext uri="{FF2B5EF4-FFF2-40B4-BE49-F238E27FC236}">
                <a16:creationId xmlns:a16="http://schemas.microsoft.com/office/drawing/2014/main" id="{B6020CC3-9035-4D54-BEB3-8773761A94AE}"/>
              </a:ext>
            </a:extLst>
          </p:cNvPr>
          <p:cNvSpPr>
            <a:spLocks xmlns:a="http://schemas.openxmlformats.org/drawingml/2006/main" noGrp="1"/>
          </p:cNvSpPr>
          <p:nvPr/>
        </p:nvSpPr>
        <p:spPr>
          <a:xfrm xmlns:a="http://schemas.openxmlformats.org/drawingml/2006/main">
            <a:off x="8448675" y="4933950"/>
            <a:ext cx="4667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بقيمة</a:t>
            </a:r>
          </a:p>
        </p:txBody>
      </p:sp>
      <p:sp>
        <p:nvSpPr>
          <p:cNvPr id="37" name="">
            <a:extLst xmlns:a="http://schemas.openxmlformats.org/drawingml/2006/main">
              <a:ext uri="{FF2B5EF4-FFF2-40B4-BE49-F238E27FC236}">
                <a16:creationId xmlns:a16="http://schemas.microsoft.com/office/drawing/2014/main" id="{7481E167-B250-4531-A377-28AC19B9739B}"/>
              </a:ext>
            </a:extLst>
          </p:cNvPr>
          <p:cNvSpPr>
            <a:spLocks xmlns:a="http://schemas.openxmlformats.org/drawingml/2006/main" noGrp="1"/>
          </p:cNvSpPr>
          <p:nvPr/>
        </p:nvSpPr>
        <p:spPr>
          <a:xfrm xmlns:a="http://schemas.openxmlformats.org/drawingml/2006/main">
            <a:off x="7635240" y="4933950"/>
            <a:ext cx="7334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4,000</a:t>
            </a:r>
          </a:p>
        </p:txBody>
      </p:sp>
      <p:sp>
        <p:nvSpPr>
          <p:cNvPr id="38" name="">
            <a:extLst xmlns:a="http://schemas.openxmlformats.org/drawingml/2006/main">
              <a:ext uri="{FF2B5EF4-FFF2-40B4-BE49-F238E27FC236}">
                <a16:creationId xmlns:a16="http://schemas.microsoft.com/office/drawing/2014/main" id="{700FC6A9-C681-4183-A25E-85FEB7FC208E}"/>
              </a:ext>
            </a:extLst>
          </p:cNvPr>
          <p:cNvSpPr>
            <a:spLocks xmlns:a="http://schemas.openxmlformats.org/drawingml/2006/main" noGrp="1"/>
          </p:cNvSpPr>
          <p:nvPr/>
        </p:nvSpPr>
        <p:spPr>
          <a:xfrm xmlns:a="http://schemas.openxmlformats.org/drawingml/2006/main">
            <a:off x="7088505" y="4933950"/>
            <a:ext cx="4667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لنفس</a:t>
            </a:r>
          </a:p>
        </p:txBody>
      </p:sp>
      <p:sp>
        <p:nvSpPr>
          <p:cNvPr id="39" name="">
            <a:extLst xmlns:a="http://schemas.openxmlformats.org/drawingml/2006/main">
              <a:ext uri="{FF2B5EF4-FFF2-40B4-BE49-F238E27FC236}">
                <a16:creationId xmlns:a16="http://schemas.microsoft.com/office/drawing/2014/main" id="{EA31B6EF-C031-4877-A111-FC73929DB559}"/>
              </a:ext>
            </a:extLst>
          </p:cNvPr>
          <p:cNvSpPr>
            <a:spLocks xmlns:a="http://schemas.openxmlformats.org/drawingml/2006/main" noGrp="1"/>
          </p:cNvSpPr>
          <p:nvPr/>
        </p:nvSpPr>
        <p:spPr>
          <a:xfrm xmlns:a="http://schemas.openxmlformats.org/drawingml/2006/main">
            <a:off x="6389370" y="4933950"/>
            <a:ext cx="6191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السداد.</a:t>
            </a:r>
          </a:p>
        </p:txBody>
      </p:sp>
      <p:sp>
        <p:nvSpPr>
          <p:cNvPr id="40" name="">
            <a:extLst xmlns:a="http://schemas.openxmlformats.org/drawingml/2006/main">
              <a:ext uri="{FF2B5EF4-FFF2-40B4-BE49-F238E27FC236}">
                <a16:creationId xmlns:a16="http://schemas.microsoft.com/office/drawing/2014/main" id="{2346B464-AFAB-479E-ACA8-B74B8489328E}"/>
              </a:ext>
            </a:extLst>
          </p:cNvPr>
          <p:cNvSpPr>
            <a:spLocks xmlns:a="http://schemas.openxmlformats.org/drawingml/2006/main" noGrp="1"/>
          </p:cNvSpPr>
          <p:nvPr/>
        </p:nvSpPr>
        <p:spPr>
          <a:xfrm xmlns:a="http://schemas.openxmlformats.org/drawingml/2006/main">
            <a:off x="5766435" y="4933950"/>
            <a:ext cx="5429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حركة</a:t>
            </a:r>
          </a:p>
        </p:txBody>
      </p:sp>
      <p:sp>
        <p:nvSpPr>
          <p:cNvPr id="41" name="">
            <a:extLst xmlns:a="http://schemas.openxmlformats.org/drawingml/2006/main">
              <a:ext uri="{FF2B5EF4-FFF2-40B4-BE49-F238E27FC236}">
                <a16:creationId xmlns:a16="http://schemas.microsoft.com/office/drawing/2014/main" id="{B1EA4335-68FB-4A50-9A6C-FA9805090356}"/>
              </a:ext>
            </a:extLst>
          </p:cNvPr>
          <p:cNvSpPr>
            <a:spLocks xmlns:a="http://schemas.openxmlformats.org/drawingml/2006/main" noGrp="1"/>
          </p:cNvSpPr>
          <p:nvPr/>
        </p:nvSpPr>
        <p:spPr>
          <a:xfrm xmlns:a="http://schemas.openxmlformats.org/drawingml/2006/main">
            <a:off x="4962525" y="4933950"/>
            <a:ext cx="7239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المصدر</a:t>
            </a:r>
          </a:p>
        </p:txBody>
      </p:sp>
      <p:sp>
        <p:nvSpPr>
          <p:cNvPr id="42" name="">
            <a:extLst xmlns:a="http://schemas.openxmlformats.org/drawingml/2006/main">
              <a:ext uri="{FF2B5EF4-FFF2-40B4-BE49-F238E27FC236}">
                <a16:creationId xmlns:a16="http://schemas.microsoft.com/office/drawing/2014/main" id="{EBE10F04-E9E3-4828-8FA0-D1B55D599145}"/>
              </a:ext>
            </a:extLst>
          </p:cNvPr>
          <p:cNvSpPr>
            <a:spLocks xmlns:a="http://schemas.openxmlformats.org/drawingml/2006/main" noGrp="1"/>
          </p:cNvSpPr>
          <p:nvPr/>
        </p:nvSpPr>
        <p:spPr>
          <a:xfrm xmlns:a="http://schemas.openxmlformats.org/drawingml/2006/main">
            <a:off x="4387215" y="4933950"/>
            <a:ext cx="4953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تنشئ</a:t>
            </a:r>
          </a:p>
        </p:txBody>
      </p:sp>
      <p:sp>
        <p:nvSpPr>
          <p:cNvPr id="43" name="">
            <a:extLst xmlns:a="http://schemas.openxmlformats.org/drawingml/2006/main">
              <a:ext uri="{FF2B5EF4-FFF2-40B4-BE49-F238E27FC236}">
                <a16:creationId xmlns:a16="http://schemas.microsoft.com/office/drawing/2014/main" id="{4BEF4AD2-5E6F-4A47-9EF4-C2C12C5B24C2}"/>
              </a:ext>
            </a:extLst>
          </p:cNvPr>
          <p:cNvSpPr>
            <a:spLocks xmlns:a="http://schemas.openxmlformats.org/drawingml/2006/main" noGrp="1"/>
          </p:cNvSpPr>
          <p:nvPr/>
        </p:nvSpPr>
        <p:spPr>
          <a:xfrm xmlns:a="http://schemas.openxmlformats.org/drawingml/2006/main">
            <a:off x="3678555" y="4933950"/>
            <a:ext cx="6286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الخصم</a:t>
            </a:r>
          </a:p>
        </p:txBody>
      </p:sp>
      <p:sp>
        <p:nvSpPr>
          <p:cNvPr id="44" name="">
            <a:extLst xmlns:a="http://schemas.openxmlformats.org/drawingml/2006/main">
              <a:ext uri="{FF2B5EF4-FFF2-40B4-BE49-F238E27FC236}">
                <a16:creationId xmlns:a16="http://schemas.microsoft.com/office/drawing/2014/main" id="{90AEC8DC-0DC7-4C18-97DE-EE66C7719FBD}"/>
              </a:ext>
            </a:extLst>
          </p:cNvPr>
          <p:cNvSpPr>
            <a:spLocks xmlns:a="http://schemas.openxmlformats.org/drawingml/2006/main" noGrp="1"/>
          </p:cNvSpPr>
          <p:nvPr/>
        </p:nvSpPr>
        <p:spPr>
          <a:xfrm xmlns:a="http://schemas.openxmlformats.org/drawingml/2006/main">
            <a:off x="3293745" y="4933950"/>
            <a:ext cx="304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من</a:t>
            </a:r>
          </a:p>
        </p:txBody>
      </p:sp>
      <p:sp>
        <p:nvSpPr>
          <p:cNvPr id="45" name="">
            <a:extLst xmlns:a="http://schemas.openxmlformats.org/drawingml/2006/main">
              <a:ext uri="{FF2B5EF4-FFF2-40B4-BE49-F238E27FC236}">
                <a16:creationId xmlns:a16="http://schemas.microsoft.com/office/drawing/2014/main" id="{D24A13C0-8BD4-472E-BFEA-D4C53BEBE8DB}"/>
              </a:ext>
            </a:extLst>
          </p:cNvPr>
          <p:cNvSpPr>
            <a:spLocks xmlns:a="http://schemas.openxmlformats.org/drawingml/2006/main" noGrp="1"/>
          </p:cNvSpPr>
          <p:nvPr/>
        </p:nvSpPr>
        <p:spPr>
          <a:xfrm xmlns:a="http://schemas.openxmlformats.org/drawingml/2006/main">
            <a:off x="2527935" y="4933950"/>
            <a:ext cx="685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الخزنة.</a:t>
            </a:r>
          </a:p>
        </p:txBody>
      </p:sp>
    </p:spTree>
    <p:extLst>
      <p:ext uri="{BB962C8B-B14F-4D97-AF65-F5344CB8AC3E}">
        <p14:creationId xmlns:p14="http://schemas.microsoft.com/office/powerpoint/2010/main" val="381290076"/>
      </p:ext>
    </p:extLst>
  </p:cSld>
</p:sld>
</file>

<file path=ppt/slides/slide19.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79E63ED-DA78-4892-8582-5E6B7BBE5EB9}"/>
              </a:ext>
            </a:extLst>
          </p:cNvPr>
          <p:cNvSpPr>
            <a:spLocks xmlns:a="http://schemas.openxmlformats.org/drawingml/2006/main" noGrp="1"/>
          </p:cNvSpPr>
          <p:nvPr/>
        </p:nvSpPr>
        <p:spPr>
          <a:xfrm xmlns:a="http://schemas.openxmlformats.org/drawingml/2006/main">
            <a:off x="10934700" y="333375"/>
            <a:ext cx="6381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المشتريات</a:t>
            </a:r>
          </a:p>
        </p:txBody>
      </p:sp>
      <p:sp>
        <p:nvSpPr>
          <p:cNvPr id="2" name="">
            <a:extLst xmlns:a="http://schemas.openxmlformats.org/drawingml/2006/main">
              <a:ext uri="{FF2B5EF4-FFF2-40B4-BE49-F238E27FC236}">
                <a16:creationId xmlns:a16="http://schemas.microsoft.com/office/drawing/2014/main" id="{22C78F84-A231-446C-ADDA-015C96D1FB62}"/>
              </a:ext>
            </a:extLst>
          </p:cNvPr>
          <p:cNvSpPr>
            <a:spLocks xmlns:a="http://schemas.openxmlformats.org/drawingml/2006/main" noGrp="1"/>
          </p:cNvSpPr>
          <p:nvPr/>
        </p:nvSpPr>
        <p:spPr>
          <a:xfrm xmlns:a="http://schemas.openxmlformats.org/drawingml/2006/main">
            <a:off x="10944225" y="781050"/>
            <a:ext cx="6286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دفعة</a:t>
            </a:r>
          </a:p>
        </p:txBody>
      </p:sp>
      <p:sp>
        <p:nvSpPr>
          <p:cNvPr id="3" name="">
            <a:extLst xmlns:a="http://schemas.openxmlformats.org/drawingml/2006/main">
              <a:ext uri="{FF2B5EF4-FFF2-40B4-BE49-F238E27FC236}">
                <a16:creationId xmlns:a16="http://schemas.microsoft.com/office/drawing/2014/main" id="{566E6AB5-F277-4511-9D2C-FFAF6691226A}"/>
              </a:ext>
            </a:extLst>
          </p:cNvPr>
          <p:cNvSpPr>
            <a:spLocks xmlns:a="http://schemas.openxmlformats.org/drawingml/2006/main" noGrp="1"/>
          </p:cNvSpPr>
          <p:nvPr/>
        </p:nvSpPr>
        <p:spPr>
          <a:xfrm xmlns:a="http://schemas.openxmlformats.org/drawingml/2006/main">
            <a:off x="10062210" y="781050"/>
            <a:ext cx="7620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لاحقة</a:t>
            </a:r>
          </a:p>
        </p:txBody>
      </p:sp>
      <p:sp>
        <p:nvSpPr>
          <p:cNvPr id="4" name="">
            <a:extLst xmlns:a="http://schemas.openxmlformats.org/drawingml/2006/main">
              <a:ext uri="{FF2B5EF4-FFF2-40B4-BE49-F238E27FC236}">
                <a16:creationId xmlns:a16="http://schemas.microsoft.com/office/drawing/2014/main" id="{72EC0E6A-5069-4B3D-B59E-50C38325D5B2}"/>
              </a:ext>
            </a:extLst>
          </p:cNvPr>
          <p:cNvSpPr>
            <a:spLocks xmlns:a="http://schemas.openxmlformats.org/drawingml/2006/main" noGrp="1"/>
          </p:cNvSpPr>
          <p:nvPr/>
        </p:nvSpPr>
        <p:spPr>
          <a:xfrm xmlns:a="http://schemas.openxmlformats.org/drawingml/2006/main">
            <a:off x="8980170" y="781050"/>
            <a:ext cx="9620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ورفض</a:t>
            </a:r>
          </a:p>
        </p:txBody>
      </p:sp>
      <p:sp>
        <p:nvSpPr>
          <p:cNvPr id="5" name="">
            <a:extLst xmlns:a="http://schemas.openxmlformats.org/drawingml/2006/main">
              <a:ext uri="{FF2B5EF4-FFF2-40B4-BE49-F238E27FC236}">
                <a16:creationId xmlns:a16="http://schemas.microsoft.com/office/drawing/2014/main" id="{54D48A7C-788C-43F3-83E9-7CA49934294A}"/>
              </a:ext>
            </a:extLst>
          </p:cNvPr>
          <p:cNvSpPr>
            <a:spLocks xmlns:a="http://schemas.openxmlformats.org/drawingml/2006/main" noGrp="1"/>
          </p:cNvSpPr>
          <p:nvPr/>
        </p:nvSpPr>
        <p:spPr>
          <a:xfrm xmlns:a="http://schemas.openxmlformats.org/drawingml/2006/main">
            <a:off x="8012430" y="781050"/>
            <a:ext cx="847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السداد</a:t>
            </a:r>
          </a:p>
        </p:txBody>
      </p:sp>
      <p:sp>
        <p:nvSpPr>
          <p:cNvPr id="6" name="">
            <a:extLst xmlns:a="http://schemas.openxmlformats.org/drawingml/2006/main">
              <a:ext uri="{FF2B5EF4-FFF2-40B4-BE49-F238E27FC236}">
                <a16:creationId xmlns:a16="http://schemas.microsoft.com/office/drawing/2014/main" id="{C26E5BC3-7BA9-45B3-8B09-F531CE5C999C}"/>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BCC50505-9AF8-42DD-8D8A-8FC98E7771C1}"/>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0BE5F878-29F7-410D-B2E3-355D7C6D6CAF}"/>
              </a:ext>
            </a:extLst>
          </p:cNvPr>
          <p:cNvSpPr>
            <a:spLocks xmlns:a="http://schemas.openxmlformats.org/drawingml/2006/main" noGrp="1"/>
          </p:cNvSpPr>
          <p:nvPr/>
        </p:nvSpPr>
        <p:spPr>
          <a:xfrm xmlns:a="http://schemas.openxmlformats.org/drawingml/2006/main">
            <a:off x="10287000"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9" name="">
            <a:extLst xmlns:a="http://schemas.openxmlformats.org/drawingml/2006/main">
              <a:ext uri="{FF2B5EF4-FFF2-40B4-BE49-F238E27FC236}">
                <a16:creationId xmlns:a16="http://schemas.microsoft.com/office/drawing/2014/main" id="{A694E646-63D3-4990-B27F-C52F7DD70E23}"/>
              </a:ext>
            </a:extLst>
          </p:cNvPr>
          <p:cNvSpPr>
            <a:spLocks xmlns:a="http://schemas.openxmlformats.org/drawingml/2006/main" noGrp="1"/>
          </p:cNvSpPr>
          <p:nvPr/>
        </p:nvSpPr>
        <p:spPr>
          <a:xfrm xmlns:a="http://schemas.openxmlformats.org/drawingml/2006/main">
            <a:off x="9543098"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الفاتورة</a:t>
            </a:r>
          </a:p>
        </p:txBody>
      </p:sp>
      <p:sp>
        <p:nvSpPr>
          <p:cNvPr id="10" name="">
            <a:extLst xmlns:a="http://schemas.openxmlformats.org/drawingml/2006/main">
              <a:ext uri="{FF2B5EF4-FFF2-40B4-BE49-F238E27FC236}">
                <a16:creationId xmlns:a16="http://schemas.microsoft.com/office/drawing/2014/main" id="{55DA4023-947A-4AC7-8FB4-4ABD10CE9376}"/>
              </a:ext>
            </a:extLst>
          </p:cNvPr>
          <p:cNvSpPr>
            <a:spLocks xmlns:a="http://schemas.openxmlformats.org/drawingml/2006/main" noGrp="1"/>
          </p:cNvSpPr>
          <p:nvPr/>
        </p:nvSpPr>
        <p:spPr>
          <a:xfrm xmlns:a="http://schemas.openxmlformats.org/drawingml/2006/main">
            <a:off x="8770620" y="180975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المسجلة</a:t>
            </a:r>
          </a:p>
        </p:txBody>
      </p:sp>
      <p:sp>
        <p:nvSpPr>
          <p:cNvPr id="11" name="">
            <a:extLst xmlns:a="http://schemas.openxmlformats.org/drawingml/2006/main">
              <a:ext uri="{FF2B5EF4-FFF2-40B4-BE49-F238E27FC236}">
                <a16:creationId xmlns:a16="http://schemas.microsoft.com/office/drawing/2014/main" id="{258E3B9F-80D4-4DD6-9103-B08BDA761CA7}"/>
              </a:ext>
            </a:extLst>
          </p:cNvPr>
          <p:cNvSpPr>
            <a:spLocks xmlns:a="http://schemas.openxmlformats.org/drawingml/2006/main" noGrp="1"/>
          </p:cNvSpPr>
          <p:nvPr/>
        </p:nvSpPr>
        <p:spPr>
          <a:xfrm xmlns:a="http://schemas.openxmlformats.org/drawingml/2006/main">
            <a:off x="8141018"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واختر</a:t>
            </a:r>
          </a:p>
        </p:txBody>
      </p:sp>
      <p:sp>
        <p:nvSpPr>
          <p:cNvPr id="12" name="">
            <a:extLst xmlns:a="http://schemas.openxmlformats.org/drawingml/2006/main">
              <a:ext uri="{FF2B5EF4-FFF2-40B4-BE49-F238E27FC236}">
                <a16:creationId xmlns:a16="http://schemas.microsoft.com/office/drawing/2014/main" id="{AFF06356-01E4-429C-B335-C7CFE868B86D}"/>
              </a:ext>
            </a:extLst>
          </p:cNvPr>
          <p:cNvSpPr>
            <a:spLocks xmlns:a="http://schemas.openxmlformats.org/drawingml/2006/main" noGrp="1"/>
          </p:cNvSpPr>
          <p:nvPr/>
        </p:nvSpPr>
        <p:spPr>
          <a:xfrm xmlns:a="http://schemas.openxmlformats.org/drawingml/2006/main">
            <a:off x="7473315" y="180975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تسجيل</a:t>
            </a:r>
          </a:p>
        </p:txBody>
      </p:sp>
      <p:sp>
        <p:nvSpPr>
          <p:cNvPr id="13" name="">
            <a:extLst xmlns:a="http://schemas.openxmlformats.org/drawingml/2006/main">
              <a:ext uri="{FF2B5EF4-FFF2-40B4-BE49-F238E27FC236}">
                <a16:creationId xmlns:a16="http://schemas.microsoft.com/office/drawing/2014/main" id="{3038447D-1719-45B7-91A5-F1969CD1D39D}"/>
              </a:ext>
            </a:extLst>
          </p:cNvPr>
          <p:cNvSpPr>
            <a:spLocks xmlns:a="http://schemas.openxmlformats.org/drawingml/2006/main" noGrp="1"/>
          </p:cNvSpPr>
          <p:nvPr/>
        </p:nvSpPr>
        <p:spPr>
          <a:xfrm xmlns:a="http://schemas.openxmlformats.org/drawingml/2006/main">
            <a:off x="6910388" y="180975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دفعة.</a:t>
            </a:r>
          </a:p>
        </p:txBody>
      </p:sp>
      <p:sp>
        <p:nvSpPr>
          <p:cNvPr id="14" name="">
            <a:extLst xmlns:a="http://schemas.openxmlformats.org/drawingml/2006/main">
              <a:ext uri="{FF2B5EF4-FFF2-40B4-BE49-F238E27FC236}">
                <a16:creationId xmlns:a16="http://schemas.microsoft.com/office/drawing/2014/main" id="{D1F49D30-BD2D-466B-9578-73D3BBEC1108}"/>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7E45DEB6-1D67-494F-A7BD-142DB14FA9BC}"/>
              </a:ext>
            </a:extLst>
          </p:cNvPr>
          <p:cNvSpPr>
            <a:spLocks xmlns:a="http://schemas.openxmlformats.org/drawingml/2006/main" noGrp="1"/>
          </p:cNvSpPr>
          <p:nvPr/>
        </p:nvSpPr>
        <p:spPr>
          <a:xfrm xmlns:a="http://schemas.openxmlformats.org/drawingml/2006/main">
            <a:off x="10201275" y="2733675"/>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16" name="">
            <a:extLst xmlns:a="http://schemas.openxmlformats.org/drawingml/2006/main">
              <a:ext uri="{FF2B5EF4-FFF2-40B4-BE49-F238E27FC236}">
                <a16:creationId xmlns:a16="http://schemas.microsoft.com/office/drawing/2014/main" id="{86EDAED2-CA4A-4750-A027-7B582CFA194D}"/>
              </a:ext>
            </a:extLst>
          </p:cNvPr>
          <p:cNvSpPr>
            <a:spLocks xmlns:a="http://schemas.openxmlformats.org/drawingml/2006/main" noGrp="1"/>
          </p:cNvSpPr>
          <p:nvPr/>
        </p:nvSpPr>
        <p:spPr>
          <a:xfrm xmlns:a="http://schemas.openxmlformats.org/drawingml/2006/main">
            <a:off x="9619298"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المبلغ</a:t>
            </a:r>
          </a:p>
        </p:txBody>
      </p:sp>
      <p:sp>
        <p:nvSpPr>
          <p:cNvPr id="17" name="">
            <a:extLst xmlns:a="http://schemas.openxmlformats.org/drawingml/2006/main">
              <a:ext uri="{FF2B5EF4-FFF2-40B4-BE49-F238E27FC236}">
                <a16:creationId xmlns:a16="http://schemas.microsoft.com/office/drawing/2014/main" id="{A2FDED77-B7B3-443D-BB2D-B78775B2FB33}"/>
              </a:ext>
            </a:extLst>
          </p:cNvPr>
          <p:cNvSpPr>
            <a:spLocks xmlns:a="http://schemas.openxmlformats.org/drawingml/2006/main" noGrp="1"/>
          </p:cNvSpPr>
          <p:nvPr/>
        </p:nvSpPr>
        <p:spPr>
          <a:xfrm xmlns:a="http://schemas.openxmlformats.org/drawingml/2006/main">
            <a:off x="8923020" y="2733675"/>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وتاريخ</a:t>
            </a:r>
          </a:p>
        </p:txBody>
      </p:sp>
      <p:sp>
        <p:nvSpPr>
          <p:cNvPr id="18" name="">
            <a:extLst xmlns:a="http://schemas.openxmlformats.org/drawingml/2006/main">
              <a:ext uri="{FF2B5EF4-FFF2-40B4-BE49-F238E27FC236}">
                <a16:creationId xmlns:a16="http://schemas.microsoft.com/office/drawing/2014/main" id="{2DFA8334-7F5E-4C15-BD68-CBFB10444F53}"/>
              </a:ext>
            </a:extLst>
          </p:cNvPr>
          <p:cNvSpPr>
            <a:spLocks xmlns:a="http://schemas.openxmlformats.org/drawingml/2006/main" noGrp="1"/>
          </p:cNvSpPr>
          <p:nvPr/>
        </p:nvSpPr>
        <p:spPr>
          <a:xfrm xmlns:a="http://schemas.openxmlformats.org/drawingml/2006/main">
            <a:off x="8407718" y="2733675"/>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الدفع</a:t>
            </a:r>
          </a:p>
        </p:txBody>
      </p:sp>
      <p:sp>
        <p:nvSpPr>
          <p:cNvPr id="19" name="">
            <a:extLst xmlns:a="http://schemas.openxmlformats.org/drawingml/2006/main">
              <a:ext uri="{FF2B5EF4-FFF2-40B4-BE49-F238E27FC236}">
                <a16:creationId xmlns:a16="http://schemas.microsoft.com/office/drawing/2014/main" id="{D9650F27-5CB0-4300-B040-F3021BCFAF91}"/>
              </a:ext>
            </a:extLst>
          </p:cNvPr>
          <p:cNvSpPr>
            <a:spLocks xmlns:a="http://schemas.openxmlformats.org/drawingml/2006/main" noGrp="1"/>
          </p:cNvSpPr>
          <p:nvPr/>
        </p:nvSpPr>
        <p:spPr>
          <a:xfrm xmlns:a="http://schemas.openxmlformats.org/drawingml/2006/main">
            <a:off x="7520940" y="2733675"/>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والمصدر</a:t>
            </a:r>
          </a:p>
        </p:txBody>
      </p:sp>
      <p:sp>
        <p:nvSpPr>
          <p:cNvPr id="20" name="">
            <a:extLst xmlns:a="http://schemas.openxmlformats.org/drawingml/2006/main">
              <a:ext uri="{FF2B5EF4-FFF2-40B4-BE49-F238E27FC236}">
                <a16:creationId xmlns:a16="http://schemas.microsoft.com/office/drawing/2014/main" id="{5E704FA7-2CDD-4CCB-BFBE-582C052D1347}"/>
              </a:ext>
            </a:extLst>
          </p:cNvPr>
          <p:cNvSpPr>
            <a:spLocks xmlns:a="http://schemas.openxmlformats.org/drawingml/2006/main" noGrp="1"/>
          </p:cNvSpPr>
          <p:nvPr/>
        </p:nvSpPr>
        <p:spPr>
          <a:xfrm xmlns:a="http://schemas.openxmlformats.org/drawingml/2006/main">
            <a:off x="6710363" y="2733675"/>
            <a:ext cx="733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والإثبات</a:t>
            </a:r>
          </a:p>
        </p:txBody>
      </p:sp>
      <p:sp>
        <p:nvSpPr>
          <p:cNvPr id="21" name="">
            <a:extLst xmlns:a="http://schemas.openxmlformats.org/drawingml/2006/main">
              <a:ext uri="{FF2B5EF4-FFF2-40B4-BE49-F238E27FC236}">
                <a16:creationId xmlns:a16="http://schemas.microsoft.com/office/drawing/2014/main" id="{1C30A9C2-91F0-4794-88A5-013C2CE521CF}"/>
              </a:ext>
            </a:extLst>
          </p:cNvPr>
          <p:cNvSpPr>
            <a:spLocks xmlns:a="http://schemas.openxmlformats.org/drawingml/2006/main" noGrp="1"/>
          </p:cNvSpPr>
          <p:nvPr/>
        </p:nvSpPr>
        <p:spPr>
          <a:xfrm xmlns:a="http://schemas.openxmlformats.org/drawingml/2006/main">
            <a:off x="5795010" y="2733675"/>
            <a:ext cx="838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المطلوب.</a:t>
            </a:r>
          </a:p>
        </p:txBody>
      </p:sp>
      <p:sp>
        <p:nvSpPr>
          <p:cNvPr id="22" name="">
            <a:extLst xmlns:a="http://schemas.openxmlformats.org/drawingml/2006/main">
              <a:ext uri="{FF2B5EF4-FFF2-40B4-BE49-F238E27FC236}">
                <a16:creationId xmlns:a16="http://schemas.microsoft.com/office/drawing/2014/main" id="{70C63857-414C-4C94-ACBB-572A76A37B40}"/>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B7940068-F27A-40A7-A705-6AAC9A16B292}"/>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4" name="">
            <a:extLst xmlns:a="http://schemas.openxmlformats.org/drawingml/2006/main">
              <a:ext uri="{FF2B5EF4-FFF2-40B4-BE49-F238E27FC236}">
                <a16:creationId xmlns:a16="http://schemas.microsoft.com/office/drawing/2014/main" id="{164A784F-DBD0-4B97-B3B7-13AB9C25CE75}"/>
              </a:ext>
            </a:extLst>
          </p:cNvPr>
          <p:cNvSpPr>
            <a:spLocks xmlns:a="http://schemas.openxmlformats.org/drawingml/2006/main" noGrp="1"/>
          </p:cNvSpPr>
          <p:nvPr/>
        </p:nvSpPr>
        <p:spPr>
          <a:xfrm xmlns:a="http://schemas.openxmlformats.org/drawingml/2006/main">
            <a:off x="9419273" y="365760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المدفوع</a:t>
            </a:r>
          </a:p>
        </p:txBody>
      </p:sp>
      <p:sp>
        <p:nvSpPr>
          <p:cNvPr id="25" name="">
            <a:extLst xmlns:a="http://schemas.openxmlformats.org/drawingml/2006/main">
              <a:ext uri="{FF2B5EF4-FFF2-40B4-BE49-F238E27FC236}">
                <a16:creationId xmlns:a16="http://schemas.microsoft.com/office/drawing/2014/main" id="{CC466D13-6F5D-436C-8002-D20C74C26671}"/>
              </a:ext>
            </a:extLst>
          </p:cNvPr>
          <p:cNvSpPr>
            <a:spLocks xmlns:a="http://schemas.openxmlformats.org/drawingml/2006/main" noGrp="1"/>
          </p:cNvSpPr>
          <p:nvPr/>
        </p:nvSpPr>
        <p:spPr>
          <a:xfrm xmlns:a="http://schemas.openxmlformats.org/drawingml/2006/main">
            <a:off x="8646795" y="365760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المتراكم</a:t>
            </a:r>
          </a:p>
        </p:txBody>
      </p:sp>
      <p:sp>
        <p:nvSpPr>
          <p:cNvPr id="26" name="">
            <a:extLst xmlns:a="http://schemas.openxmlformats.org/drawingml/2006/main">
              <a:ext uri="{FF2B5EF4-FFF2-40B4-BE49-F238E27FC236}">
                <a16:creationId xmlns:a16="http://schemas.microsoft.com/office/drawing/2014/main" id="{9B2429B6-6BF6-411E-92D4-449A875A8977}"/>
              </a:ext>
            </a:extLst>
          </p:cNvPr>
          <p:cNvSpPr>
            <a:spLocks xmlns:a="http://schemas.openxmlformats.org/drawingml/2006/main" noGrp="1"/>
          </p:cNvSpPr>
          <p:nvPr/>
        </p:nvSpPr>
        <p:spPr>
          <a:xfrm xmlns:a="http://schemas.openxmlformats.org/drawingml/2006/main">
            <a:off x="7845743" y="3657600"/>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والمتبقي</a:t>
            </a:r>
          </a:p>
        </p:txBody>
      </p:sp>
      <p:sp>
        <p:nvSpPr>
          <p:cNvPr id="27" name="">
            <a:extLst xmlns:a="http://schemas.openxmlformats.org/drawingml/2006/main">
              <a:ext uri="{FF2B5EF4-FFF2-40B4-BE49-F238E27FC236}">
                <a16:creationId xmlns:a16="http://schemas.microsoft.com/office/drawing/2014/main" id="{D3B9B196-06C7-4F10-97A4-6C8871713800}"/>
              </a:ext>
            </a:extLst>
          </p:cNvPr>
          <p:cNvSpPr>
            <a:spLocks xmlns:a="http://schemas.openxmlformats.org/drawingml/2006/main" noGrp="1"/>
          </p:cNvSpPr>
          <p:nvPr/>
        </p:nvSpPr>
        <p:spPr>
          <a:xfrm xmlns:a="http://schemas.openxmlformats.org/drawingml/2006/main">
            <a:off x="7454265" y="3657600"/>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بعد</a:t>
            </a:r>
          </a:p>
        </p:txBody>
      </p:sp>
      <p:sp>
        <p:nvSpPr>
          <p:cNvPr id="28" name="">
            <a:extLst xmlns:a="http://schemas.openxmlformats.org/drawingml/2006/main">
              <a:ext uri="{FF2B5EF4-FFF2-40B4-BE49-F238E27FC236}">
                <a16:creationId xmlns:a16="http://schemas.microsoft.com/office/drawing/2014/main" id="{C0867150-70C3-45CD-8059-874B63452C2F}"/>
              </a:ext>
            </a:extLst>
          </p:cNvPr>
          <p:cNvSpPr>
            <a:spLocks xmlns:a="http://schemas.openxmlformats.org/drawingml/2006/main" noGrp="1"/>
          </p:cNvSpPr>
          <p:nvPr/>
        </p:nvSpPr>
        <p:spPr>
          <a:xfrm xmlns:a="http://schemas.openxmlformats.org/drawingml/2006/main">
            <a:off x="6786563" y="36576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الحفظ.</a:t>
            </a:r>
          </a:p>
        </p:txBody>
      </p:sp>
      <p:sp>
        <p:nvSpPr>
          <p:cNvPr id="29" name="">
            <a:extLst xmlns:a="http://schemas.openxmlformats.org/drawingml/2006/main">
              <a:ext uri="{FF2B5EF4-FFF2-40B4-BE49-F238E27FC236}">
                <a16:creationId xmlns:a16="http://schemas.microsoft.com/office/drawing/2014/main" id="{72CE5915-3F57-4759-8D04-1DC436EAB1BA}"/>
              </a:ext>
            </a:extLst>
          </p:cNvPr>
          <p:cNvSpPr>
            <a:spLocks xmlns:a="http://schemas.openxmlformats.org/drawingml/2006/main" noGrp="1"/>
          </p:cNvSpPr>
          <p:nvPr/>
        </p:nvSpPr>
        <p:spPr>
          <a:xfrm xmlns:a="http://schemas.openxmlformats.org/drawingml/2006/main">
            <a:off x="4638675" y="1924050"/>
            <a:ext cx="2667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لو</a:t>
            </a:r>
          </a:p>
        </p:txBody>
      </p:sp>
      <p:sp>
        <p:nvSpPr>
          <p:cNvPr id="30" name="">
            <a:extLst xmlns:a="http://schemas.openxmlformats.org/drawingml/2006/main">
              <a:ext uri="{FF2B5EF4-FFF2-40B4-BE49-F238E27FC236}">
                <a16:creationId xmlns:a16="http://schemas.microsoft.com/office/drawing/2014/main" id="{6448E771-C7D6-4D12-A350-B5D21DEF5DFC}"/>
              </a:ext>
            </a:extLst>
          </p:cNvPr>
          <p:cNvSpPr>
            <a:spLocks xmlns:a="http://schemas.openxmlformats.org/drawingml/2006/main" noGrp="1"/>
          </p:cNvSpPr>
          <p:nvPr/>
        </p:nvSpPr>
        <p:spPr>
          <a:xfrm xmlns:a="http://schemas.openxmlformats.org/drawingml/2006/main">
            <a:off x="3950018" y="1924050"/>
            <a:ext cx="6000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رصيد</a:t>
            </a:r>
          </a:p>
        </p:txBody>
      </p:sp>
      <p:sp>
        <p:nvSpPr>
          <p:cNvPr id="31" name="">
            <a:extLst xmlns:a="http://schemas.openxmlformats.org/drawingml/2006/main">
              <a:ext uri="{FF2B5EF4-FFF2-40B4-BE49-F238E27FC236}">
                <a16:creationId xmlns:a16="http://schemas.microsoft.com/office/drawing/2014/main" id="{CC4744EC-71D7-4E1A-9CF1-65106A2B37EF}"/>
              </a:ext>
            </a:extLst>
          </p:cNvPr>
          <p:cNvSpPr>
            <a:spLocks xmlns:a="http://schemas.openxmlformats.org/drawingml/2006/main" noGrp="1"/>
          </p:cNvSpPr>
          <p:nvPr/>
        </p:nvSpPr>
        <p:spPr>
          <a:xfrm xmlns:a="http://schemas.openxmlformats.org/drawingml/2006/main">
            <a:off x="3185160" y="1924050"/>
            <a:ext cx="6762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الخزنة</a:t>
            </a:r>
          </a:p>
        </p:txBody>
      </p:sp>
      <p:sp>
        <p:nvSpPr>
          <p:cNvPr id="32" name="">
            <a:extLst xmlns:a="http://schemas.openxmlformats.org/drawingml/2006/main">
              <a:ext uri="{FF2B5EF4-FFF2-40B4-BE49-F238E27FC236}">
                <a16:creationId xmlns:a16="http://schemas.microsoft.com/office/drawing/2014/main" id="{CB72FAF9-6595-45D1-A2FD-D1729FD0853E}"/>
              </a:ext>
            </a:extLst>
          </p:cNvPr>
          <p:cNvSpPr>
            <a:spLocks xmlns:a="http://schemas.openxmlformats.org/drawingml/2006/main" noGrp="1"/>
          </p:cNvSpPr>
          <p:nvPr/>
        </p:nvSpPr>
        <p:spPr>
          <a:xfrm xmlns:a="http://schemas.openxmlformats.org/drawingml/2006/main">
            <a:off x="2887027" y="1924050"/>
            <a:ext cx="2095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لا</a:t>
            </a:r>
          </a:p>
        </p:txBody>
      </p:sp>
      <p:sp>
        <p:nvSpPr>
          <p:cNvPr id="33" name="">
            <a:extLst xmlns:a="http://schemas.openxmlformats.org/drawingml/2006/main">
              <a:ext uri="{FF2B5EF4-FFF2-40B4-BE49-F238E27FC236}">
                <a16:creationId xmlns:a16="http://schemas.microsoft.com/office/drawing/2014/main" id="{580E0DEC-FBA8-4C54-A219-3C3F39F93161}"/>
              </a:ext>
            </a:extLst>
          </p:cNvPr>
          <p:cNvSpPr>
            <a:spLocks xmlns:a="http://schemas.openxmlformats.org/drawingml/2006/main" noGrp="1"/>
          </p:cNvSpPr>
          <p:nvPr/>
        </p:nvSpPr>
        <p:spPr>
          <a:xfrm xmlns:a="http://schemas.openxmlformats.org/drawingml/2006/main">
            <a:off x="2179320" y="1924050"/>
            <a:ext cx="6191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يكفي؟</a:t>
            </a:r>
          </a:p>
        </p:txBody>
      </p:sp>
      <p:sp>
        <p:nvSpPr>
          <p:cNvPr id="34" name="">
            <a:extLst xmlns:a="http://schemas.openxmlformats.org/drawingml/2006/main">
              <a:ext uri="{FF2B5EF4-FFF2-40B4-BE49-F238E27FC236}">
                <a16:creationId xmlns:a16="http://schemas.microsoft.com/office/drawing/2014/main" id="{EBD4955B-333F-45C4-A724-3580B1FF2ED4}"/>
              </a:ext>
            </a:extLst>
          </p:cNvPr>
          <p:cNvSpPr>
            <a:spLocks xmlns:a="http://schemas.openxmlformats.org/drawingml/2006/main" noGrp="1"/>
          </p:cNvSpPr>
          <p:nvPr/>
        </p:nvSpPr>
        <p:spPr>
          <a:xfrm xmlns:a="http://schemas.openxmlformats.org/drawingml/2006/main">
            <a:off x="4305300" y="30099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يرفض</a:t>
            </a:r>
          </a:p>
        </p:txBody>
      </p:sp>
      <p:sp>
        <p:nvSpPr>
          <p:cNvPr id="35" name="">
            <a:extLst xmlns:a="http://schemas.openxmlformats.org/drawingml/2006/main">
              <a:ext uri="{FF2B5EF4-FFF2-40B4-BE49-F238E27FC236}">
                <a16:creationId xmlns:a16="http://schemas.microsoft.com/office/drawing/2014/main" id="{31285121-8C52-4E87-8F78-5EC23C614F7F}"/>
              </a:ext>
            </a:extLst>
          </p:cNvPr>
          <p:cNvSpPr>
            <a:spLocks xmlns:a="http://schemas.openxmlformats.org/drawingml/2006/main" noGrp="1"/>
          </p:cNvSpPr>
          <p:nvPr/>
        </p:nvSpPr>
        <p:spPr>
          <a:xfrm xmlns:a="http://schemas.openxmlformats.org/drawingml/2006/main">
            <a:off x="3704273" y="300990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36" name="">
            <a:extLst xmlns:a="http://schemas.openxmlformats.org/drawingml/2006/main">
              <a:ext uri="{FF2B5EF4-FFF2-40B4-BE49-F238E27FC236}">
                <a16:creationId xmlns:a16="http://schemas.microsoft.com/office/drawing/2014/main" id="{D3F86926-CE1C-4788-A6E0-C54F685FD007}"/>
              </a:ext>
            </a:extLst>
          </p:cNvPr>
          <p:cNvSpPr>
            <a:spLocks xmlns:a="http://schemas.openxmlformats.org/drawingml/2006/main" noGrp="1"/>
          </p:cNvSpPr>
          <p:nvPr/>
        </p:nvSpPr>
        <p:spPr>
          <a:xfrm xmlns:a="http://schemas.openxmlformats.org/drawingml/2006/main">
            <a:off x="3036570" y="30099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الدفعة.</a:t>
            </a:r>
          </a:p>
        </p:txBody>
      </p:sp>
      <p:sp>
        <p:nvSpPr>
          <p:cNvPr id="37" name="">
            <a:extLst xmlns:a="http://schemas.openxmlformats.org/drawingml/2006/main">
              <a:ext uri="{FF2B5EF4-FFF2-40B4-BE49-F238E27FC236}">
                <a16:creationId xmlns:a16="http://schemas.microsoft.com/office/drawing/2014/main" id="{B43EC137-B11D-46A9-A366-58B24CEE195C}"/>
              </a:ext>
            </a:extLst>
          </p:cNvPr>
          <p:cNvSpPr>
            <a:spLocks xmlns:a="http://schemas.openxmlformats.org/drawingml/2006/main" noGrp="1"/>
          </p:cNvSpPr>
          <p:nvPr/>
        </p:nvSpPr>
        <p:spPr>
          <a:xfrm xmlns:a="http://schemas.openxmlformats.org/drawingml/2006/main">
            <a:off x="2464117"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38" name="">
            <a:extLst xmlns:a="http://schemas.openxmlformats.org/drawingml/2006/main">
              <a:ext uri="{FF2B5EF4-FFF2-40B4-BE49-F238E27FC236}">
                <a16:creationId xmlns:a16="http://schemas.microsoft.com/office/drawing/2014/main" id="{CBF3A71E-9BC8-4FCA-B937-7EF460075ADA}"/>
              </a:ext>
            </a:extLst>
          </p:cNvPr>
          <p:cNvSpPr>
            <a:spLocks xmlns:a="http://schemas.openxmlformats.org/drawingml/2006/main" noGrp="1"/>
          </p:cNvSpPr>
          <p:nvPr/>
        </p:nvSpPr>
        <p:spPr>
          <a:xfrm xmlns:a="http://schemas.openxmlformats.org/drawingml/2006/main">
            <a:off x="1729740" y="30099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الرصيد</a:t>
            </a:r>
          </a:p>
        </p:txBody>
      </p:sp>
      <p:sp>
        <p:nvSpPr>
          <p:cNvPr id="39" name="">
            <a:extLst xmlns:a="http://schemas.openxmlformats.org/drawingml/2006/main">
              <a:ext uri="{FF2B5EF4-FFF2-40B4-BE49-F238E27FC236}">
                <a16:creationId xmlns:a16="http://schemas.microsoft.com/office/drawing/2014/main" id="{3FBC2839-B571-4463-A5B1-2932D52736C3}"/>
              </a:ext>
            </a:extLst>
          </p:cNvPr>
          <p:cNvSpPr>
            <a:spLocks xmlns:a="http://schemas.openxmlformats.org/drawingml/2006/main" noGrp="1"/>
          </p:cNvSpPr>
          <p:nvPr/>
        </p:nvSpPr>
        <p:spPr>
          <a:xfrm xmlns:a="http://schemas.openxmlformats.org/drawingml/2006/main">
            <a:off x="947737" y="300990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ومصدر</a:t>
            </a:r>
          </a:p>
        </p:txBody>
      </p:sp>
      <p:sp>
        <p:nvSpPr>
          <p:cNvPr id="40" name="">
            <a:extLst xmlns:a="http://schemas.openxmlformats.org/drawingml/2006/main">
              <a:ext uri="{FF2B5EF4-FFF2-40B4-BE49-F238E27FC236}">
                <a16:creationId xmlns:a16="http://schemas.microsoft.com/office/drawing/2014/main" id="{508B5BF4-86AD-4E07-BB53-67FB9F397426}"/>
              </a:ext>
            </a:extLst>
          </p:cNvPr>
          <p:cNvSpPr>
            <a:spLocks xmlns:a="http://schemas.openxmlformats.org/drawingml/2006/main" noGrp="1"/>
          </p:cNvSpPr>
          <p:nvPr/>
        </p:nvSpPr>
        <p:spPr>
          <a:xfrm xmlns:a="http://schemas.openxmlformats.org/drawingml/2006/main">
            <a:off x="4371975" y="3382804"/>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السداد</a:t>
            </a:r>
          </a:p>
        </p:txBody>
      </p:sp>
      <p:sp>
        <p:nvSpPr>
          <p:cNvPr id="41" name="">
            <a:extLst xmlns:a="http://schemas.openxmlformats.org/drawingml/2006/main">
              <a:ext uri="{FF2B5EF4-FFF2-40B4-BE49-F238E27FC236}">
                <a16:creationId xmlns:a16="http://schemas.microsoft.com/office/drawing/2014/main" id="{B49E9051-A024-4F7C-9D8C-8B76CEAEE376}"/>
              </a:ext>
            </a:extLst>
          </p:cNvPr>
          <p:cNvSpPr>
            <a:spLocks xmlns:a="http://schemas.openxmlformats.org/drawingml/2006/main" noGrp="1"/>
          </p:cNvSpPr>
          <p:nvPr/>
        </p:nvSpPr>
        <p:spPr>
          <a:xfrm xmlns:a="http://schemas.openxmlformats.org/drawingml/2006/main">
            <a:off x="3675698" y="3382804"/>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الفعلي،</a:t>
            </a:r>
          </a:p>
        </p:txBody>
      </p:sp>
      <p:sp>
        <p:nvSpPr>
          <p:cNvPr id="42" name="">
            <a:extLst xmlns:a="http://schemas.openxmlformats.org/drawingml/2006/main">
              <a:ext uri="{FF2B5EF4-FFF2-40B4-BE49-F238E27FC236}">
                <a16:creationId xmlns:a16="http://schemas.microsoft.com/office/drawing/2014/main" id="{6EA49970-0C8A-4956-9083-4AA2CB23F4ED}"/>
              </a:ext>
            </a:extLst>
          </p:cNvPr>
          <p:cNvSpPr>
            <a:spLocks xmlns:a="http://schemas.openxmlformats.org/drawingml/2006/main" noGrp="1"/>
          </p:cNvSpPr>
          <p:nvPr/>
        </p:nvSpPr>
        <p:spPr>
          <a:xfrm xmlns:a="http://schemas.openxmlformats.org/drawingml/2006/main">
            <a:off x="3388995" y="3382804"/>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43" name="">
            <a:extLst xmlns:a="http://schemas.openxmlformats.org/drawingml/2006/main">
              <a:ext uri="{FF2B5EF4-FFF2-40B4-BE49-F238E27FC236}">
                <a16:creationId xmlns:a16="http://schemas.microsoft.com/office/drawing/2014/main" id="{5E686D7B-9D0E-46CF-94AF-DED2AE43573A}"/>
              </a:ext>
            </a:extLst>
          </p:cNvPr>
          <p:cNvSpPr>
            <a:spLocks xmlns:a="http://schemas.openxmlformats.org/drawingml/2006/main" noGrp="1"/>
          </p:cNvSpPr>
          <p:nvPr/>
        </p:nvSpPr>
        <p:spPr>
          <a:xfrm xmlns:a="http://schemas.openxmlformats.org/drawingml/2006/main">
            <a:off x="2978467" y="3382804"/>
            <a:ext cx="333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أعد</a:t>
            </a:r>
          </a:p>
        </p:txBody>
      </p:sp>
      <p:sp>
        <p:nvSpPr>
          <p:cNvPr id="44" name="">
            <a:extLst xmlns:a="http://schemas.openxmlformats.org/drawingml/2006/main">
              <a:ext uri="{FF2B5EF4-FFF2-40B4-BE49-F238E27FC236}">
                <a16:creationId xmlns:a16="http://schemas.microsoft.com/office/drawing/2014/main" id="{387C3CAF-BA21-4467-A30E-061EBC122CAA}"/>
              </a:ext>
            </a:extLst>
          </p:cNvPr>
          <p:cNvSpPr>
            <a:spLocks xmlns:a="http://schemas.openxmlformats.org/drawingml/2006/main" noGrp="1"/>
          </p:cNvSpPr>
          <p:nvPr/>
        </p:nvSpPr>
        <p:spPr>
          <a:xfrm xmlns:a="http://schemas.openxmlformats.org/drawingml/2006/main">
            <a:off x="2177415" y="3382804"/>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المحاولة</a:t>
            </a:r>
          </a:p>
        </p:txBody>
      </p:sp>
      <p:sp>
        <p:nvSpPr>
          <p:cNvPr id="45" name="">
            <a:extLst xmlns:a="http://schemas.openxmlformats.org/drawingml/2006/main">
              <a:ext uri="{FF2B5EF4-FFF2-40B4-BE49-F238E27FC236}">
                <a16:creationId xmlns:a16="http://schemas.microsoft.com/office/drawing/2014/main" id="{BD4A2392-4902-4DBA-9C99-8A74B986752F}"/>
              </a:ext>
            </a:extLst>
          </p:cNvPr>
          <p:cNvSpPr>
            <a:spLocks xmlns:a="http://schemas.openxmlformats.org/drawingml/2006/main" noGrp="1"/>
          </p:cNvSpPr>
          <p:nvPr/>
        </p:nvSpPr>
        <p:spPr>
          <a:xfrm xmlns:a="http://schemas.openxmlformats.org/drawingml/2006/main">
            <a:off x="1709737" y="3382804"/>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دون</a:t>
            </a:r>
          </a:p>
        </p:txBody>
      </p:sp>
      <p:sp>
        <p:nvSpPr>
          <p:cNvPr id="46" name="">
            <a:extLst xmlns:a="http://schemas.openxmlformats.org/drawingml/2006/main">
              <a:ext uri="{FF2B5EF4-FFF2-40B4-BE49-F238E27FC236}">
                <a16:creationId xmlns:a16="http://schemas.microsoft.com/office/drawing/2014/main" id="{3EB6B3C0-62D8-4BFA-873B-288395C4AD8F}"/>
              </a:ext>
            </a:extLst>
          </p:cNvPr>
          <p:cNvSpPr>
            <a:spLocks xmlns:a="http://schemas.openxmlformats.org/drawingml/2006/main" noGrp="1"/>
          </p:cNvSpPr>
          <p:nvPr/>
        </p:nvSpPr>
        <p:spPr>
          <a:xfrm xmlns:a="http://schemas.openxmlformats.org/drawingml/2006/main">
            <a:off x="1156335"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إنشاء</a:t>
            </a:r>
          </a:p>
        </p:txBody>
      </p:sp>
      <p:sp>
        <p:nvSpPr>
          <p:cNvPr id="47" name="">
            <a:extLst xmlns:a="http://schemas.openxmlformats.org/drawingml/2006/main">
              <a:ext uri="{FF2B5EF4-FFF2-40B4-BE49-F238E27FC236}">
                <a16:creationId xmlns:a16="http://schemas.microsoft.com/office/drawing/2014/main" id="{F8A029D9-208B-4477-9528-016166AC4174}"/>
              </a:ext>
            </a:extLst>
          </p:cNvPr>
          <p:cNvSpPr>
            <a:spLocks xmlns:a="http://schemas.openxmlformats.org/drawingml/2006/main" noGrp="1"/>
          </p:cNvSpPr>
          <p:nvPr/>
        </p:nvSpPr>
        <p:spPr>
          <a:xfrm xmlns:a="http://schemas.openxmlformats.org/drawingml/2006/main">
            <a:off x="4295775" y="3755707"/>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صرف</a:t>
            </a:r>
          </a:p>
        </p:txBody>
      </p:sp>
      <p:sp>
        <p:nvSpPr>
          <p:cNvPr id="48" name="">
            <a:extLst xmlns:a="http://schemas.openxmlformats.org/drawingml/2006/main">
              <a:ext uri="{FF2B5EF4-FFF2-40B4-BE49-F238E27FC236}">
                <a16:creationId xmlns:a16="http://schemas.microsoft.com/office/drawing/2014/main" id="{DDDC450F-42A0-47D9-BC08-96878E3355F7}"/>
              </a:ext>
            </a:extLst>
          </p:cNvPr>
          <p:cNvSpPr>
            <a:spLocks xmlns:a="http://schemas.openxmlformats.org/drawingml/2006/main" noGrp="1"/>
          </p:cNvSpPr>
          <p:nvPr/>
        </p:nvSpPr>
        <p:spPr>
          <a:xfrm xmlns:a="http://schemas.openxmlformats.org/drawingml/2006/main">
            <a:off x="3818573" y="3755707"/>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بديل</a:t>
            </a:r>
          </a:p>
        </p:txBody>
      </p:sp>
      <p:sp>
        <p:nvSpPr>
          <p:cNvPr id="49" name="">
            <a:extLst xmlns:a="http://schemas.openxmlformats.org/drawingml/2006/main">
              <a:ext uri="{FF2B5EF4-FFF2-40B4-BE49-F238E27FC236}">
                <a16:creationId xmlns:a16="http://schemas.microsoft.com/office/drawing/2014/main" id="{CFED03BE-6C09-4A4D-9D36-24CA6226E0CF}"/>
              </a:ext>
            </a:extLst>
          </p:cNvPr>
          <p:cNvSpPr>
            <a:spLocks xmlns:a="http://schemas.openxmlformats.org/drawingml/2006/main" noGrp="1"/>
          </p:cNvSpPr>
          <p:nvPr/>
        </p:nvSpPr>
        <p:spPr>
          <a:xfrm xmlns:a="http://schemas.openxmlformats.org/drawingml/2006/main">
            <a:off x="3284220" y="3755707"/>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لنفس</a:t>
            </a:r>
          </a:p>
        </p:txBody>
      </p:sp>
      <p:sp>
        <p:nvSpPr>
          <p:cNvPr id="50" name="">
            <a:extLst xmlns:a="http://schemas.openxmlformats.org/drawingml/2006/main">
              <a:ext uri="{FF2B5EF4-FFF2-40B4-BE49-F238E27FC236}">
                <a16:creationId xmlns:a16="http://schemas.microsoft.com/office/drawing/2014/main" id="{DCCA7E4E-C9AA-4D8E-A4C7-1DF95F6CE065}"/>
              </a:ext>
            </a:extLst>
          </p:cNvPr>
          <p:cNvSpPr>
            <a:spLocks xmlns:a="http://schemas.openxmlformats.org/drawingml/2006/main" noGrp="1"/>
          </p:cNvSpPr>
          <p:nvPr/>
        </p:nvSpPr>
        <p:spPr>
          <a:xfrm xmlns:a="http://schemas.openxmlformats.org/drawingml/2006/main">
            <a:off x="2549842" y="3755707"/>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العملية.</a:t>
            </a:r>
          </a:p>
        </p:txBody>
      </p:sp>
    </p:spTree>
    <p:extLst>
      <p:ext uri="{BB962C8B-B14F-4D97-AF65-F5344CB8AC3E}">
        <p14:creationId xmlns:p14="http://schemas.microsoft.com/office/powerpoint/2010/main" val="1016085398"/>
      </p:ext>
    </p:extLst>
  </p:cSld>
</p:sld>
</file>

<file path=ppt/slides/slide20.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C098CBAE-29B2-40FA-8816-D45B3354A6B8}"/>
              </a:ext>
            </a:extLst>
          </p:cNvPr>
          <p:cNvSpPr>
            <a:spLocks xmlns:a="http://schemas.openxmlformats.org/drawingml/2006/main" noGrp="1"/>
          </p:cNvSpPr>
          <p:nvPr/>
        </p:nvSpPr>
        <p:spPr>
          <a:xfrm xmlns:a="http://schemas.openxmlformats.org/drawingml/2006/main">
            <a:off x="10934700" y="333375"/>
            <a:ext cx="6381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المشتريات</a:t>
            </a:r>
          </a:p>
        </p:txBody>
      </p:sp>
      <p:sp>
        <p:nvSpPr>
          <p:cNvPr id="2" name="">
            <a:extLst xmlns:a="http://schemas.openxmlformats.org/drawingml/2006/main">
              <a:ext uri="{FF2B5EF4-FFF2-40B4-BE49-F238E27FC236}">
                <a16:creationId xmlns:a16="http://schemas.microsoft.com/office/drawing/2014/main" id="{D0129781-EE86-41F4-8E2D-E1BB4D93BB54}"/>
              </a:ext>
            </a:extLst>
          </p:cNvPr>
          <p:cNvSpPr>
            <a:spLocks xmlns:a="http://schemas.openxmlformats.org/drawingml/2006/main" noGrp="1"/>
          </p:cNvSpPr>
          <p:nvPr/>
        </p:nvSpPr>
        <p:spPr>
          <a:xfrm xmlns:a="http://schemas.openxmlformats.org/drawingml/2006/main">
            <a:off x="10340340" y="333375"/>
            <a:ext cx="5429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والمخزن</a:t>
            </a:r>
          </a:p>
        </p:txBody>
      </p:sp>
      <p:sp>
        <p:nvSpPr>
          <p:cNvPr id="3" name="">
            <a:extLst xmlns:a="http://schemas.openxmlformats.org/drawingml/2006/main">
              <a:ext uri="{FF2B5EF4-FFF2-40B4-BE49-F238E27FC236}">
                <a16:creationId xmlns:a16="http://schemas.microsoft.com/office/drawing/2014/main" id="{85477E55-8393-42AA-8F2A-25CCF0D4D4F2}"/>
              </a:ext>
            </a:extLst>
          </p:cNvPr>
          <p:cNvSpPr>
            <a:spLocks xmlns:a="http://schemas.openxmlformats.org/drawingml/2006/main" noGrp="1"/>
          </p:cNvSpPr>
          <p:nvPr/>
        </p:nvSpPr>
        <p:spPr>
          <a:xfrm xmlns:a="http://schemas.openxmlformats.org/drawingml/2006/main">
            <a:off x="10734675" y="781050"/>
            <a:ext cx="838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اختيار</a:t>
            </a:r>
          </a:p>
        </p:txBody>
      </p:sp>
      <p:sp>
        <p:nvSpPr>
          <p:cNvPr id="4" name="">
            <a:extLst xmlns:a="http://schemas.openxmlformats.org/drawingml/2006/main">
              <a:ext uri="{FF2B5EF4-FFF2-40B4-BE49-F238E27FC236}">
                <a16:creationId xmlns:a16="http://schemas.microsoft.com/office/drawing/2014/main" id="{71F61AFB-4D8B-4161-900C-7D1A9DBCCF17}"/>
              </a:ext>
            </a:extLst>
          </p:cNvPr>
          <p:cNvSpPr>
            <a:spLocks xmlns:a="http://schemas.openxmlformats.org/drawingml/2006/main" noGrp="1"/>
          </p:cNvSpPr>
          <p:nvPr/>
        </p:nvSpPr>
        <p:spPr>
          <a:xfrm xmlns:a="http://schemas.openxmlformats.org/drawingml/2006/main">
            <a:off x="9881235" y="781050"/>
            <a:ext cx="733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مسار</a:t>
            </a:r>
          </a:p>
        </p:txBody>
      </p:sp>
      <p:sp>
        <p:nvSpPr>
          <p:cNvPr id="5" name="">
            <a:extLst xmlns:a="http://schemas.openxmlformats.org/drawingml/2006/main">
              <a:ext uri="{FF2B5EF4-FFF2-40B4-BE49-F238E27FC236}">
                <a16:creationId xmlns:a16="http://schemas.microsoft.com/office/drawing/2014/main" id="{4348DEDB-ADAD-4DBF-B642-220651A995B1}"/>
              </a:ext>
            </a:extLst>
          </p:cNvPr>
          <p:cNvSpPr>
            <a:spLocks xmlns:a="http://schemas.openxmlformats.org/drawingml/2006/main" noGrp="1"/>
          </p:cNvSpPr>
          <p:nvPr/>
        </p:nvSpPr>
        <p:spPr>
          <a:xfrm xmlns:a="http://schemas.openxmlformats.org/drawingml/2006/main">
            <a:off x="8694420" y="781050"/>
            <a:ext cx="1066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الخامات</a:t>
            </a:r>
          </a:p>
        </p:txBody>
      </p:sp>
      <p:sp>
        <p:nvSpPr>
          <p:cNvPr id="6" name="">
            <a:extLst xmlns:a="http://schemas.openxmlformats.org/drawingml/2006/main">
              <a:ext uri="{FF2B5EF4-FFF2-40B4-BE49-F238E27FC236}">
                <a16:creationId xmlns:a16="http://schemas.microsoft.com/office/drawing/2014/main" id="{99382941-E078-4F7A-B604-30A03880F8D7}"/>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7134416D-D507-4655-A5D4-D594685DA67A}"/>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A496378-A908-4F24-B69E-64490C48FE7C}"/>
              </a:ext>
            </a:extLst>
          </p:cNvPr>
          <p:cNvSpPr>
            <a:spLocks xmlns:a="http://schemas.openxmlformats.org/drawingml/2006/main" noGrp="1"/>
          </p:cNvSpPr>
          <p:nvPr/>
        </p:nvSpPr>
        <p:spPr>
          <a:xfrm xmlns:a="http://schemas.openxmlformats.org/drawingml/2006/main">
            <a:off x="10115550"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استلام</a:t>
            </a:r>
          </a:p>
        </p:txBody>
      </p:sp>
      <p:sp>
        <p:nvSpPr>
          <p:cNvPr id="9" name="">
            <a:extLst xmlns:a="http://schemas.openxmlformats.org/drawingml/2006/main">
              <a:ext uri="{FF2B5EF4-FFF2-40B4-BE49-F238E27FC236}">
                <a16:creationId xmlns:a16="http://schemas.microsoft.com/office/drawing/2014/main" id="{B436F6BB-FC62-4334-BFEF-7E4BA3A6D447}"/>
              </a:ext>
            </a:extLst>
          </p:cNvPr>
          <p:cNvSpPr>
            <a:spLocks xmlns:a="http://schemas.openxmlformats.org/drawingml/2006/main" noGrp="1"/>
          </p:cNvSpPr>
          <p:nvPr/>
        </p:nvSpPr>
        <p:spPr>
          <a:xfrm xmlns:a="http://schemas.openxmlformats.org/drawingml/2006/main">
            <a:off x="9371648"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وإضافة</a:t>
            </a:r>
          </a:p>
        </p:txBody>
      </p:sp>
      <p:sp>
        <p:nvSpPr>
          <p:cNvPr id="10" name="">
            <a:extLst xmlns:a="http://schemas.openxmlformats.org/drawingml/2006/main">
              <a:ext uri="{FF2B5EF4-FFF2-40B4-BE49-F238E27FC236}">
                <a16:creationId xmlns:a16="http://schemas.microsoft.com/office/drawing/2014/main" id="{4ECFFB68-7048-42AE-8F64-B23DA12DC7FF}"/>
              </a:ext>
            </a:extLst>
          </p:cNvPr>
          <p:cNvSpPr>
            <a:spLocks xmlns:a="http://schemas.openxmlformats.org/drawingml/2006/main" noGrp="1"/>
          </p:cNvSpPr>
          <p:nvPr/>
        </p:nvSpPr>
        <p:spPr>
          <a:xfrm xmlns:a="http://schemas.openxmlformats.org/drawingml/2006/main">
            <a:off x="8970645" y="180975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إلى</a:t>
            </a:r>
          </a:p>
        </p:txBody>
      </p:sp>
      <p:sp>
        <p:nvSpPr>
          <p:cNvPr id="11" name="">
            <a:extLst xmlns:a="http://schemas.openxmlformats.org/drawingml/2006/main">
              <a:ext uri="{FF2B5EF4-FFF2-40B4-BE49-F238E27FC236}">
                <a16:creationId xmlns:a16="http://schemas.microsoft.com/office/drawing/2014/main" id="{998613D3-6C45-4479-A4C8-F18F607B0D3E}"/>
              </a:ext>
            </a:extLst>
          </p:cNvPr>
          <p:cNvSpPr>
            <a:spLocks xmlns:a="http://schemas.openxmlformats.org/drawingml/2006/main" noGrp="1"/>
          </p:cNvSpPr>
          <p:nvPr/>
        </p:nvSpPr>
        <p:spPr>
          <a:xfrm xmlns:a="http://schemas.openxmlformats.org/drawingml/2006/main">
            <a:off x="8341043"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رصيد</a:t>
            </a:r>
          </a:p>
        </p:txBody>
      </p:sp>
      <p:sp>
        <p:nvSpPr>
          <p:cNvPr id="12" name="">
            <a:extLst xmlns:a="http://schemas.openxmlformats.org/drawingml/2006/main">
              <a:ext uri="{FF2B5EF4-FFF2-40B4-BE49-F238E27FC236}">
                <a16:creationId xmlns:a16="http://schemas.microsoft.com/office/drawing/2014/main" id="{FCF96895-8B0F-4DF2-B46A-92622DB03CEA}"/>
              </a:ext>
            </a:extLst>
          </p:cNvPr>
          <p:cNvSpPr>
            <a:spLocks xmlns:a="http://schemas.openxmlformats.org/drawingml/2006/main" noGrp="1"/>
          </p:cNvSpPr>
          <p:nvPr/>
        </p:nvSpPr>
        <p:spPr>
          <a:xfrm xmlns:a="http://schemas.openxmlformats.org/drawingml/2006/main">
            <a:off x="7520940" y="1809750"/>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المخزن:</a:t>
            </a:r>
          </a:p>
        </p:txBody>
      </p:sp>
      <p:sp>
        <p:nvSpPr>
          <p:cNvPr id="13" name="">
            <a:extLst xmlns:a="http://schemas.openxmlformats.org/drawingml/2006/main">
              <a:ext uri="{FF2B5EF4-FFF2-40B4-BE49-F238E27FC236}">
                <a16:creationId xmlns:a16="http://schemas.microsoft.com/office/drawing/2014/main" id="{FF88BC80-2E65-4DAB-98A8-D5CD991C4D6C}"/>
              </a:ext>
            </a:extLst>
          </p:cNvPr>
          <p:cNvSpPr>
            <a:spLocks xmlns:a="http://schemas.openxmlformats.org/drawingml/2006/main" noGrp="1"/>
          </p:cNvSpPr>
          <p:nvPr/>
        </p:nvSpPr>
        <p:spPr>
          <a:xfrm xmlns:a="http://schemas.openxmlformats.org/drawingml/2006/main">
            <a:off x="6948488"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14" name="">
            <a:extLst xmlns:a="http://schemas.openxmlformats.org/drawingml/2006/main">
              <a:ext uri="{FF2B5EF4-FFF2-40B4-BE49-F238E27FC236}">
                <a16:creationId xmlns:a16="http://schemas.microsoft.com/office/drawing/2014/main" id="{E17273F2-17E5-4FD5-9991-21C2E7CDBA19}"/>
              </a:ext>
            </a:extLst>
          </p:cNvPr>
          <p:cNvSpPr>
            <a:spLocks xmlns:a="http://schemas.openxmlformats.org/drawingml/2006/main" noGrp="1"/>
          </p:cNvSpPr>
          <p:nvPr/>
        </p:nvSpPr>
        <p:spPr>
          <a:xfrm xmlns:a="http://schemas.openxmlformats.org/drawingml/2006/main">
            <a:off x="6318885"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استلام</a:t>
            </a:r>
          </a:p>
        </p:txBody>
      </p:sp>
      <p:sp>
        <p:nvSpPr>
          <p:cNvPr id="15" name="">
            <a:extLst xmlns:a="http://schemas.openxmlformats.org/drawingml/2006/main">
              <a:ext uri="{FF2B5EF4-FFF2-40B4-BE49-F238E27FC236}">
                <a16:creationId xmlns:a16="http://schemas.microsoft.com/office/drawing/2014/main" id="{9F8066A6-CDAD-4F89-A5B3-97332CC6DA24}"/>
              </a:ext>
            </a:extLst>
          </p:cNvPr>
          <p:cNvSpPr>
            <a:spLocks xmlns:a="http://schemas.openxmlformats.org/drawingml/2006/main" noGrp="1"/>
          </p:cNvSpPr>
          <p:nvPr/>
        </p:nvSpPr>
        <p:spPr>
          <a:xfrm xmlns:a="http://schemas.openxmlformats.org/drawingml/2006/main">
            <a:off x="9925050" y="2182654"/>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الفاتورة.</a:t>
            </a:r>
          </a:p>
        </p:txBody>
      </p:sp>
      <p:sp>
        <p:nvSpPr>
          <p:cNvPr id="16" name="">
            <a:extLst xmlns:a="http://schemas.openxmlformats.org/drawingml/2006/main">
              <a:ext uri="{FF2B5EF4-FFF2-40B4-BE49-F238E27FC236}">
                <a16:creationId xmlns:a16="http://schemas.microsoft.com/office/drawing/2014/main" id="{7A346898-22AC-4B83-B9EE-4107A7D38AE4}"/>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2DB4A8DC-EA78-4D1A-8E64-E6E6D4C332D6}"/>
              </a:ext>
            </a:extLst>
          </p:cNvPr>
          <p:cNvSpPr>
            <a:spLocks xmlns:a="http://schemas.openxmlformats.org/drawingml/2006/main" noGrp="1"/>
          </p:cNvSpPr>
          <p:nvPr/>
        </p:nvSpPr>
        <p:spPr>
          <a:xfrm xmlns:a="http://schemas.openxmlformats.org/drawingml/2006/main">
            <a:off x="10115550"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استلام</a:t>
            </a:r>
          </a:p>
        </p:txBody>
      </p:sp>
      <p:sp>
        <p:nvSpPr>
          <p:cNvPr id="18" name="">
            <a:extLst xmlns:a="http://schemas.openxmlformats.org/drawingml/2006/main">
              <a:ext uri="{FF2B5EF4-FFF2-40B4-BE49-F238E27FC236}">
                <a16:creationId xmlns:a16="http://schemas.microsoft.com/office/drawing/2014/main" id="{A724126C-E010-40F5-B958-232D50B45179}"/>
              </a:ext>
            </a:extLst>
          </p:cNvPr>
          <p:cNvSpPr>
            <a:spLocks xmlns:a="http://schemas.openxmlformats.org/drawingml/2006/main" noGrp="1"/>
          </p:cNvSpPr>
          <p:nvPr/>
        </p:nvSpPr>
        <p:spPr>
          <a:xfrm xmlns:a="http://schemas.openxmlformats.org/drawingml/2006/main">
            <a:off x="9324023" y="2733675"/>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وصرف</a:t>
            </a:r>
          </a:p>
        </p:txBody>
      </p:sp>
      <p:sp>
        <p:nvSpPr>
          <p:cNvPr id="19" name="">
            <a:extLst xmlns:a="http://schemas.openxmlformats.org/drawingml/2006/main">
              <a:ext uri="{FF2B5EF4-FFF2-40B4-BE49-F238E27FC236}">
                <a16:creationId xmlns:a16="http://schemas.microsoft.com/office/drawing/2014/main" id="{042D611C-01B9-4943-9E27-6822BD4E6A78}"/>
              </a:ext>
            </a:extLst>
          </p:cNvPr>
          <p:cNvSpPr>
            <a:spLocks xmlns:a="http://schemas.openxmlformats.org/drawingml/2006/main" noGrp="1"/>
          </p:cNvSpPr>
          <p:nvPr/>
        </p:nvSpPr>
        <p:spPr>
          <a:xfrm xmlns:a="http://schemas.openxmlformats.org/drawingml/2006/main">
            <a:off x="8703945" y="2733675"/>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مباشر</a:t>
            </a:r>
          </a:p>
        </p:txBody>
      </p:sp>
      <p:sp>
        <p:nvSpPr>
          <p:cNvPr id="20" name="">
            <a:extLst xmlns:a="http://schemas.openxmlformats.org/drawingml/2006/main">
              <a:ext uri="{FF2B5EF4-FFF2-40B4-BE49-F238E27FC236}">
                <a16:creationId xmlns:a16="http://schemas.microsoft.com/office/drawing/2014/main" id="{1A3ABE44-8312-450B-BF43-1866499D0481}"/>
              </a:ext>
            </a:extLst>
          </p:cNvPr>
          <p:cNvSpPr>
            <a:spLocks xmlns:a="http://schemas.openxmlformats.org/drawingml/2006/main" noGrp="1"/>
          </p:cNvSpPr>
          <p:nvPr/>
        </p:nvSpPr>
        <p:spPr>
          <a:xfrm xmlns:a="http://schemas.openxmlformats.org/drawingml/2006/main">
            <a:off x="8226743" y="2733675"/>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على</a:t>
            </a:r>
          </a:p>
        </p:txBody>
      </p:sp>
      <p:sp>
        <p:nvSpPr>
          <p:cNvPr id="21" name="">
            <a:extLst xmlns:a="http://schemas.openxmlformats.org/drawingml/2006/main">
              <a:ext uri="{FF2B5EF4-FFF2-40B4-BE49-F238E27FC236}">
                <a16:creationId xmlns:a16="http://schemas.microsoft.com/office/drawing/2014/main" id="{7BC1E4EE-2E0D-4783-8205-04BA3AD237F1}"/>
              </a:ext>
            </a:extLst>
          </p:cNvPr>
          <p:cNvSpPr>
            <a:spLocks xmlns:a="http://schemas.openxmlformats.org/drawingml/2006/main" noGrp="1"/>
          </p:cNvSpPr>
          <p:nvPr/>
        </p:nvSpPr>
        <p:spPr>
          <a:xfrm xmlns:a="http://schemas.openxmlformats.org/drawingml/2006/main">
            <a:off x="7292340" y="2733675"/>
            <a:ext cx="857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22" name="">
            <a:extLst xmlns:a="http://schemas.openxmlformats.org/drawingml/2006/main">
              <a:ext uri="{FF2B5EF4-FFF2-40B4-BE49-F238E27FC236}">
                <a16:creationId xmlns:a16="http://schemas.microsoft.com/office/drawing/2014/main" id="{026FC701-AB56-4AC4-AB1C-07847EEC5BC3}"/>
              </a:ext>
            </a:extLst>
          </p:cNvPr>
          <p:cNvSpPr>
            <a:spLocks xmlns:a="http://schemas.openxmlformats.org/drawingml/2006/main" noGrp="1"/>
          </p:cNvSpPr>
          <p:nvPr/>
        </p:nvSpPr>
        <p:spPr>
          <a:xfrm xmlns:a="http://schemas.openxmlformats.org/drawingml/2006/main">
            <a:off x="6615113" y="2733675"/>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يضاف</a:t>
            </a:r>
          </a:p>
        </p:txBody>
      </p:sp>
      <p:sp>
        <p:nvSpPr>
          <p:cNvPr id="23" name="">
            <a:extLst xmlns:a="http://schemas.openxmlformats.org/drawingml/2006/main">
              <a:ext uri="{FF2B5EF4-FFF2-40B4-BE49-F238E27FC236}">
                <a16:creationId xmlns:a16="http://schemas.microsoft.com/office/drawing/2014/main" id="{CA1EF7A1-BBB1-4B71-8E5A-5BAF801716CA}"/>
              </a:ext>
            </a:extLst>
          </p:cNvPr>
          <p:cNvSpPr>
            <a:spLocks xmlns:a="http://schemas.openxmlformats.org/drawingml/2006/main" noGrp="1"/>
          </p:cNvSpPr>
          <p:nvPr/>
        </p:nvSpPr>
        <p:spPr>
          <a:xfrm xmlns:a="http://schemas.openxmlformats.org/drawingml/2006/main">
            <a:off x="5985510"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رصيد</a:t>
            </a:r>
          </a:p>
        </p:txBody>
      </p:sp>
      <p:sp>
        <p:nvSpPr>
          <p:cNvPr id="24" name="">
            <a:extLst xmlns:a="http://schemas.openxmlformats.org/drawingml/2006/main">
              <a:ext uri="{FF2B5EF4-FFF2-40B4-BE49-F238E27FC236}">
                <a16:creationId xmlns:a16="http://schemas.microsoft.com/office/drawing/2014/main" id="{8381561D-E05C-4981-A9F9-F4E8192DD194}"/>
              </a:ext>
            </a:extLst>
          </p:cNvPr>
          <p:cNvSpPr>
            <a:spLocks xmlns:a="http://schemas.openxmlformats.org/drawingml/2006/main" noGrp="1"/>
          </p:cNvSpPr>
          <p:nvPr/>
        </p:nvSpPr>
        <p:spPr>
          <a:xfrm xmlns:a="http://schemas.openxmlformats.org/drawingml/2006/main">
            <a:off x="10058400" y="3106579"/>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لمخزن</a:t>
            </a:r>
          </a:p>
        </p:txBody>
      </p:sp>
      <p:sp>
        <p:nvSpPr>
          <p:cNvPr id="25" name="">
            <a:extLst xmlns:a="http://schemas.openxmlformats.org/drawingml/2006/main">
              <a:ext uri="{FF2B5EF4-FFF2-40B4-BE49-F238E27FC236}">
                <a16:creationId xmlns:a16="http://schemas.microsoft.com/office/drawing/2014/main" id="{2A131A45-E937-470E-8EED-DDFC0A63ACD4}"/>
              </a:ext>
            </a:extLst>
          </p:cNvPr>
          <p:cNvSpPr>
            <a:spLocks xmlns:a="http://schemas.openxmlformats.org/drawingml/2006/main" noGrp="1"/>
          </p:cNvSpPr>
          <p:nvPr/>
        </p:nvSpPr>
        <p:spPr>
          <a:xfrm xmlns:a="http://schemas.openxmlformats.org/drawingml/2006/main">
            <a:off x="9123998" y="3106579"/>
            <a:ext cx="857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26" name="">
            <a:extLst xmlns:a="http://schemas.openxmlformats.org/drawingml/2006/main">
              <a:ext uri="{FF2B5EF4-FFF2-40B4-BE49-F238E27FC236}">
                <a16:creationId xmlns:a16="http://schemas.microsoft.com/office/drawing/2014/main" id="{CB6426A0-A690-45F8-B4D7-F088ED3C18F6}"/>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7" name="">
            <a:extLst xmlns:a="http://schemas.openxmlformats.org/drawingml/2006/main">
              <a:ext uri="{FF2B5EF4-FFF2-40B4-BE49-F238E27FC236}">
                <a16:creationId xmlns:a16="http://schemas.microsoft.com/office/drawing/2014/main" id="{1D100A3F-96EA-4D59-96AF-AD500516AD5E}"/>
              </a:ext>
            </a:extLst>
          </p:cNvPr>
          <p:cNvSpPr>
            <a:spLocks xmlns:a="http://schemas.openxmlformats.org/drawingml/2006/main" noGrp="1"/>
          </p:cNvSpPr>
          <p:nvPr/>
        </p:nvSpPr>
        <p:spPr>
          <a:xfrm xmlns:a="http://schemas.openxmlformats.org/drawingml/2006/main">
            <a:off x="10182225" y="365760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خدمة</a:t>
            </a:r>
          </a:p>
        </p:txBody>
      </p:sp>
      <p:sp>
        <p:nvSpPr>
          <p:cNvPr id="28" name="">
            <a:extLst xmlns:a="http://schemas.openxmlformats.org/drawingml/2006/main">
              <a:ext uri="{FF2B5EF4-FFF2-40B4-BE49-F238E27FC236}">
                <a16:creationId xmlns:a16="http://schemas.microsoft.com/office/drawing/2014/main" id="{CE39D085-AA92-4E64-A496-FA4E168B8975}"/>
              </a:ext>
            </a:extLst>
          </p:cNvPr>
          <p:cNvSpPr>
            <a:spLocks xmlns:a="http://schemas.openxmlformats.org/drawingml/2006/main" noGrp="1"/>
          </p:cNvSpPr>
          <p:nvPr/>
        </p:nvSpPr>
        <p:spPr>
          <a:xfrm xmlns:a="http://schemas.openxmlformats.org/drawingml/2006/main">
            <a:off x="9876473" y="3657600"/>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29" name="">
            <a:extLst xmlns:a="http://schemas.openxmlformats.org/drawingml/2006/main">
              <a:ext uri="{FF2B5EF4-FFF2-40B4-BE49-F238E27FC236}">
                <a16:creationId xmlns:a16="http://schemas.microsoft.com/office/drawing/2014/main" id="{472F3CBE-0327-444E-A014-51D145C70247}"/>
              </a:ext>
            </a:extLst>
          </p:cNvPr>
          <p:cNvSpPr>
            <a:spLocks xmlns:a="http://schemas.openxmlformats.org/drawingml/2006/main" noGrp="1"/>
          </p:cNvSpPr>
          <p:nvPr/>
        </p:nvSpPr>
        <p:spPr>
          <a:xfrm xmlns:a="http://schemas.openxmlformats.org/drawingml/2006/main">
            <a:off x="8980170" y="3657600"/>
            <a:ext cx="819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مصروف</a:t>
            </a:r>
          </a:p>
        </p:txBody>
      </p:sp>
      <p:sp>
        <p:nvSpPr>
          <p:cNvPr id="30" name="">
            <a:extLst xmlns:a="http://schemas.openxmlformats.org/drawingml/2006/main">
              <a:ext uri="{FF2B5EF4-FFF2-40B4-BE49-F238E27FC236}">
                <a16:creationId xmlns:a16="http://schemas.microsoft.com/office/drawing/2014/main" id="{D7E63D4C-BDEA-49CC-ADF1-83669E7D065E}"/>
              </a:ext>
            </a:extLst>
          </p:cNvPr>
          <p:cNvSpPr>
            <a:spLocks xmlns:a="http://schemas.openxmlformats.org/drawingml/2006/main" noGrp="1"/>
          </p:cNvSpPr>
          <p:nvPr/>
        </p:nvSpPr>
        <p:spPr>
          <a:xfrm xmlns:a="http://schemas.openxmlformats.org/drawingml/2006/main">
            <a:off x="8360093" y="36576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مباشر</a:t>
            </a:r>
          </a:p>
        </p:txBody>
      </p:sp>
      <p:sp>
        <p:nvSpPr>
          <p:cNvPr id="31" name="">
            <a:extLst xmlns:a="http://schemas.openxmlformats.org/drawingml/2006/main">
              <a:ext uri="{FF2B5EF4-FFF2-40B4-BE49-F238E27FC236}">
                <a16:creationId xmlns:a16="http://schemas.microsoft.com/office/drawing/2014/main" id="{2C5A0C4D-AB15-4077-8740-4059A5A65D72}"/>
              </a:ext>
            </a:extLst>
          </p:cNvPr>
          <p:cNvSpPr>
            <a:spLocks xmlns:a="http://schemas.openxmlformats.org/drawingml/2006/main" noGrp="1"/>
          </p:cNvSpPr>
          <p:nvPr/>
        </p:nvSpPr>
        <p:spPr>
          <a:xfrm xmlns:a="http://schemas.openxmlformats.org/drawingml/2006/main">
            <a:off x="7825740" y="36576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بدون</a:t>
            </a:r>
          </a:p>
        </p:txBody>
      </p:sp>
      <p:sp>
        <p:nvSpPr>
          <p:cNvPr id="32" name="">
            <a:extLst xmlns:a="http://schemas.openxmlformats.org/drawingml/2006/main">
              <a:ext uri="{FF2B5EF4-FFF2-40B4-BE49-F238E27FC236}">
                <a16:creationId xmlns:a16="http://schemas.microsoft.com/office/drawing/2014/main" id="{FD6AD3EF-9FCA-47F2-A69C-131DC625DE27}"/>
              </a:ext>
            </a:extLst>
          </p:cNvPr>
          <p:cNvSpPr>
            <a:spLocks xmlns:a="http://schemas.openxmlformats.org/drawingml/2006/main" noGrp="1"/>
          </p:cNvSpPr>
          <p:nvPr/>
        </p:nvSpPr>
        <p:spPr>
          <a:xfrm xmlns:a="http://schemas.openxmlformats.org/drawingml/2006/main">
            <a:off x="7119938" y="3657600"/>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مخزن:</a:t>
            </a:r>
          </a:p>
        </p:txBody>
      </p:sp>
      <p:sp>
        <p:nvSpPr>
          <p:cNvPr id="33" name="">
            <a:extLst xmlns:a="http://schemas.openxmlformats.org/drawingml/2006/main">
              <a:ext uri="{FF2B5EF4-FFF2-40B4-BE49-F238E27FC236}">
                <a16:creationId xmlns:a16="http://schemas.microsoft.com/office/drawing/2014/main" id="{5247C226-0C1F-4E64-B5E6-8C404369991C}"/>
              </a:ext>
            </a:extLst>
          </p:cNvPr>
          <p:cNvSpPr>
            <a:spLocks xmlns:a="http://schemas.openxmlformats.org/drawingml/2006/main" noGrp="1"/>
          </p:cNvSpPr>
          <p:nvPr/>
        </p:nvSpPr>
        <p:spPr>
          <a:xfrm xmlns:a="http://schemas.openxmlformats.org/drawingml/2006/main">
            <a:off x="6842760" y="3657600"/>
            <a:ext cx="200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34" name="">
            <a:extLst xmlns:a="http://schemas.openxmlformats.org/drawingml/2006/main">
              <a:ext uri="{FF2B5EF4-FFF2-40B4-BE49-F238E27FC236}">
                <a16:creationId xmlns:a16="http://schemas.microsoft.com/office/drawing/2014/main" id="{69D05103-C6BE-42AA-BE75-C884E443AA29}"/>
              </a:ext>
            </a:extLst>
          </p:cNvPr>
          <p:cNvSpPr>
            <a:spLocks xmlns:a="http://schemas.openxmlformats.org/drawingml/2006/main" noGrp="1"/>
          </p:cNvSpPr>
          <p:nvPr/>
        </p:nvSpPr>
        <p:spPr>
          <a:xfrm xmlns:a="http://schemas.openxmlformats.org/drawingml/2006/main">
            <a:off x="6165533" y="36576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تعاملها</a:t>
            </a:r>
          </a:p>
        </p:txBody>
      </p:sp>
      <p:sp>
        <p:nvSpPr>
          <p:cNvPr id="35" name="">
            <a:extLst xmlns:a="http://schemas.openxmlformats.org/drawingml/2006/main">
              <a:ext uri="{FF2B5EF4-FFF2-40B4-BE49-F238E27FC236}">
                <a16:creationId xmlns:a16="http://schemas.microsoft.com/office/drawing/2014/main" id="{DC3CD82A-FC30-4645-B2DA-EF799FCD8DAB}"/>
              </a:ext>
            </a:extLst>
          </p:cNvPr>
          <p:cNvSpPr>
            <a:spLocks xmlns:a="http://schemas.openxmlformats.org/drawingml/2006/main" noGrp="1"/>
          </p:cNvSpPr>
          <p:nvPr/>
        </p:nvSpPr>
        <p:spPr>
          <a:xfrm xmlns:a="http://schemas.openxmlformats.org/drawingml/2006/main">
            <a:off x="10144125" y="40305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ككمية</a:t>
            </a:r>
          </a:p>
        </p:txBody>
      </p:sp>
      <p:sp>
        <p:nvSpPr>
          <p:cNvPr id="36" name="">
            <a:extLst xmlns:a="http://schemas.openxmlformats.org/drawingml/2006/main">
              <a:ext uri="{FF2B5EF4-FFF2-40B4-BE49-F238E27FC236}">
                <a16:creationId xmlns:a16="http://schemas.microsoft.com/office/drawing/2014/main" id="{980D6B37-F978-4700-98FB-F5703DC27FAB}"/>
              </a:ext>
            </a:extLst>
          </p:cNvPr>
          <p:cNvSpPr>
            <a:spLocks xmlns:a="http://schemas.openxmlformats.org/drawingml/2006/main" noGrp="1"/>
          </p:cNvSpPr>
          <p:nvPr/>
        </p:nvSpPr>
        <p:spPr>
          <a:xfrm xmlns:a="http://schemas.openxmlformats.org/drawingml/2006/main">
            <a:off x="9352598" y="4030504"/>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مخزنية.</a:t>
            </a:r>
          </a:p>
        </p:txBody>
      </p:sp>
      <p:sp>
        <p:nvSpPr>
          <p:cNvPr id="37" name="">
            <a:extLst xmlns:a="http://schemas.openxmlformats.org/drawingml/2006/main">
              <a:ext uri="{FF2B5EF4-FFF2-40B4-BE49-F238E27FC236}">
                <a16:creationId xmlns:a16="http://schemas.microsoft.com/office/drawing/2014/main" id="{C6916E09-EBBE-4A00-9586-0F7E99A31B42}"/>
              </a:ext>
            </a:extLst>
          </p:cNvPr>
          <p:cNvSpPr>
            <a:spLocks xmlns:a="http://schemas.openxmlformats.org/drawingml/2006/main" noGrp="1"/>
          </p:cNvSpPr>
          <p:nvPr/>
        </p:nvSpPr>
        <p:spPr>
          <a:xfrm xmlns:a="http://schemas.openxmlformats.org/drawingml/2006/main">
            <a:off x="4105275" y="1924050"/>
            <a:ext cx="8001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الفاتورة</a:t>
            </a:r>
          </a:p>
        </p:txBody>
      </p:sp>
      <p:sp>
        <p:nvSpPr>
          <p:cNvPr id="38" name="">
            <a:extLst xmlns:a="http://schemas.openxmlformats.org/drawingml/2006/main">
              <a:ext uri="{FF2B5EF4-FFF2-40B4-BE49-F238E27FC236}">
                <a16:creationId xmlns:a16="http://schemas.microsoft.com/office/drawing/2014/main" id="{43444BF7-168A-4B0C-9BED-C7167AB009B9}"/>
              </a:ext>
            </a:extLst>
          </p:cNvPr>
          <p:cNvSpPr>
            <a:spLocks xmlns:a="http://schemas.openxmlformats.org/drawingml/2006/main" noGrp="1"/>
          </p:cNvSpPr>
          <p:nvPr/>
        </p:nvSpPr>
        <p:spPr>
          <a:xfrm xmlns:a="http://schemas.openxmlformats.org/drawingml/2006/main">
            <a:off x="3502343" y="1924050"/>
            <a:ext cx="5143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تكفي</a:t>
            </a:r>
          </a:p>
        </p:txBody>
      </p:sp>
      <p:sp>
        <p:nvSpPr>
          <p:cNvPr id="39" name="">
            <a:extLst xmlns:a="http://schemas.openxmlformats.org/drawingml/2006/main">
              <a:ext uri="{FF2B5EF4-FFF2-40B4-BE49-F238E27FC236}">
                <a16:creationId xmlns:a16="http://schemas.microsoft.com/office/drawing/2014/main" id="{43CD3FB5-8E44-4E54-BDFB-6175543C227F}"/>
              </a:ext>
            </a:extLst>
          </p:cNvPr>
          <p:cNvSpPr>
            <a:spLocks xmlns:a="http://schemas.openxmlformats.org/drawingml/2006/main" noGrp="1"/>
          </p:cNvSpPr>
          <p:nvPr/>
        </p:nvSpPr>
        <p:spPr>
          <a:xfrm xmlns:a="http://schemas.openxmlformats.org/drawingml/2006/main">
            <a:off x="2785110" y="1924050"/>
            <a:ext cx="6286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لإثبات</a:t>
            </a:r>
          </a:p>
        </p:txBody>
      </p:sp>
      <p:sp>
        <p:nvSpPr>
          <p:cNvPr id="40" name="">
            <a:extLst xmlns:a="http://schemas.openxmlformats.org/drawingml/2006/main">
              <a:ext uri="{FF2B5EF4-FFF2-40B4-BE49-F238E27FC236}">
                <a16:creationId xmlns:a16="http://schemas.microsoft.com/office/drawing/2014/main" id="{8C62982E-2942-4C53-8328-981A261365CF}"/>
              </a:ext>
            </a:extLst>
          </p:cNvPr>
          <p:cNvSpPr>
            <a:spLocks xmlns:a="http://schemas.openxmlformats.org/drawingml/2006/main" noGrp="1"/>
          </p:cNvSpPr>
          <p:nvPr/>
        </p:nvSpPr>
        <p:spPr>
          <a:xfrm xmlns:a="http://schemas.openxmlformats.org/drawingml/2006/main">
            <a:off x="1791652" y="1924050"/>
            <a:ext cx="9048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الاستلام؟</a:t>
            </a:r>
          </a:p>
        </p:txBody>
      </p:sp>
      <p:sp>
        <p:nvSpPr>
          <p:cNvPr id="41" name="">
            <a:extLst xmlns:a="http://schemas.openxmlformats.org/drawingml/2006/main">
              <a:ext uri="{FF2B5EF4-FFF2-40B4-BE49-F238E27FC236}">
                <a16:creationId xmlns:a16="http://schemas.microsoft.com/office/drawing/2014/main" id="{FD60A2AB-BCD9-4C5B-9355-7708307B03FC}"/>
              </a:ext>
            </a:extLst>
          </p:cNvPr>
          <p:cNvSpPr>
            <a:spLocks xmlns:a="http://schemas.openxmlformats.org/drawingml/2006/main" noGrp="1"/>
          </p:cNvSpPr>
          <p:nvPr/>
        </p:nvSpPr>
        <p:spPr>
          <a:xfrm xmlns:a="http://schemas.openxmlformats.org/drawingml/2006/main">
            <a:off x="4410075"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42" name="">
            <a:extLst xmlns:a="http://schemas.openxmlformats.org/drawingml/2006/main">
              <a:ext uri="{FF2B5EF4-FFF2-40B4-BE49-F238E27FC236}">
                <a16:creationId xmlns:a16="http://schemas.microsoft.com/office/drawing/2014/main" id="{A8332FBC-3A9D-45D4-9C9B-9DB1C5816D85}"/>
              </a:ext>
            </a:extLst>
          </p:cNvPr>
          <p:cNvSpPr>
            <a:spLocks xmlns:a="http://schemas.openxmlformats.org/drawingml/2006/main" noGrp="1"/>
          </p:cNvSpPr>
          <p:nvPr/>
        </p:nvSpPr>
        <p:spPr>
          <a:xfrm xmlns:a="http://schemas.openxmlformats.org/drawingml/2006/main">
            <a:off x="3789998" y="30099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تبويب</a:t>
            </a:r>
          </a:p>
        </p:txBody>
      </p:sp>
      <p:sp>
        <p:nvSpPr>
          <p:cNvPr id="43" name="">
            <a:extLst xmlns:a="http://schemas.openxmlformats.org/drawingml/2006/main">
              <a:ext uri="{FF2B5EF4-FFF2-40B4-BE49-F238E27FC236}">
                <a16:creationId xmlns:a16="http://schemas.microsoft.com/office/drawing/2014/main" id="{5631570B-9CD9-4FF3-BCE8-0AA967357461}"/>
              </a:ext>
            </a:extLst>
          </p:cNvPr>
          <p:cNvSpPr>
            <a:spLocks xmlns:a="http://schemas.openxmlformats.org/drawingml/2006/main" noGrp="1"/>
          </p:cNvSpPr>
          <p:nvPr/>
        </p:nvSpPr>
        <p:spPr>
          <a:xfrm xmlns:a="http://schemas.openxmlformats.org/drawingml/2006/main">
            <a:off x="2760345" y="3009900"/>
            <a:ext cx="952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الاستلامات</a:t>
            </a:r>
          </a:p>
        </p:txBody>
      </p:sp>
      <p:sp>
        <p:nvSpPr>
          <p:cNvPr id="44" name="">
            <a:extLst xmlns:a="http://schemas.openxmlformats.org/drawingml/2006/main">
              <a:ext uri="{FF2B5EF4-FFF2-40B4-BE49-F238E27FC236}">
                <a16:creationId xmlns:a16="http://schemas.microsoft.com/office/drawing/2014/main" id="{E44EFC7C-2C0F-4765-A472-C21F870C472F}"/>
              </a:ext>
            </a:extLst>
          </p:cNvPr>
          <p:cNvSpPr>
            <a:spLocks xmlns:a="http://schemas.openxmlformats.org/drawingml/2006/main" noGrp="1"/>
          </p:cNvSpPr>
          <p:nvPr/>
        </p:nvSpPr>
        <p:spPr>
          <a:xfrm xmlns:a="http://schemas.openxmlformats.org/drawingml/2006/main">
            <a:off x="2045017" y="3009900"/>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والكمية</a:t>
            </a:r>
          </a:p>
        </p:txBody>
      </p:sp>
      <p:sp>
        <p:nvSpPr>
          <p:cNvPr id="45" name="">
            <a:extLst xmlns:a="http://schemas.openxmlformats.org/drawingml/2006/main">
              <a:ext uri="{FF2B5EF4-FFF2-40B4-BE49-F238E27FC236}">
                <a16:creationId xmlns:a16="http://schemas.microsoft.com/office/drawing/2014/main" id="{8FD4699C-524B-45B9-9238-5432B6E81D26}"/>
              </a:ext>
            </a:extLst>
          </p:cNvPr>
          <p:cNvSpPr>
            <a:spLocks xmlns:a="http://schemas.openxmlformats.org/drawingml/2006/main" noGrp="1"/>
          </p:cNvSpPr>
          <p:nvPr/>
        </p:nvSpPr>
        <p:spPr>
          <a:xfrm xmlns:a="http://schemas.openxmlformats.org/drawingml/2006/main">
            <a:off x="1415415" y="30099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الفعلية</a:t>
            </a:r>
          </a:p>
        </p:txBody>
      </p:sp>
      <p:sp>
        <p:nvSpPr>
          <p:cNvPr id="46" name="">
            <a:extLst xmlns:a="http://schemas.openxmlformats.org/drawingml/2006/main">
              <a:ext uri="{FF2B5EF4-FFF2-40B4-BE49-F238E27FC236}">
                <a16:creationId xmlns:a16="http://schemas.microsoft.com/office/drawing/2014/main" id="{D149B24D-025E-4527-B3A7-953C66768845}"/>
              </a:ext>
            </a:extLst>
          </p:cNvPr>
          <p:cNvSpPr>
            <a:spLocks xmlns:a="http://schemas.openxmlformats.org/drawingml/2006/main" noGrp="1"/>
          </p:cNvSpPr>
          <p:nvPr/>
        </p:nvSpPr>
        <p:spPr>
          <a:xfrm xmlns:a="http://schemas.openxmlformats.org/drawingml/2006/main">
            <a:off x="1052512" y="3009900"/>
            <a:ext cx="285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في</a:t>
            </a:r>
          </a:p>
        </p:txBody>
      </p:sp>
      <p:sp>
        <p:nvSpPr>
          <p:cNvPr id="47" name="">
            <a:extLst xmlns:a="http://schemas.openxmlformats.org/drawingml/2006/main">
              <a:ext uri="{FF2B5EF4-FFF2-40B4-BE49-F238E27FC236}">
                <a16:creationId xmlns:a16="http://schemas.microsoft.com/office/drawing/2014/main" id="{A9385025-665F-4557-9D8C-22DE9AB88B8A}"/>
              </a:ext>
            </a:extLst>
          </p:cNvPr>
          <p:cNvSpPr>
            <a:spLocks xmlns:a="http://schemas.openxmlformats.org/drawingml/2006/main" noGrp="1"/>
          </p:cNvSpPr>
          <p:nvPr/>
        </p:nvSpPr>
        <p:spPr>
          <a:xfrm xmlns:a="http://schemas.openxmlformats.org/drawingml/2006/main">
            <a:off x="4314825" y="3382804"/>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المسار</a:t>
            </a:r>
          </a:p>
        </p:txBody>
      </p:sp>
      <p:sp>
        <p:nvSpPr>
          <p:cNvPr id="48" name="">
            <a:extLst xmlns:a="http://schemas.openxmlformats.org/drawingml/2006/main">
              <a:ext uri="{FF2B5EF4-FFF2-40B4-BE49-F238E27FC236}">
                <a16:creationId xmlns:a16="http://schemas.microsoft.com/office/drawing/2014/main" id="{EC60FFA8-6EEA-4E03-B7FB-6B48861E8C4B}"/>
              </a:ext>
            </a:extLst>
          </p:cNvPr>
          <p:cNvSpPr>
            <a:spLocks xmlns:a="http://schemas.openxmlformats.org/drawingml/2006/main" noGrp="1"/>
          </p:cNvSpPr>
          <p:nvPr/>
        </p:nvSpPr>
        <p:spPr>
          <a:xfrm xmlns:a="http://schemas.openxmlformats.org/drawingml/2006/main">
            <a:off x="3418523" y="3382804"/>
            <a:ext cx="819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المخزني.</a:t>
            </a:r>
          </a:p>
        </p:txBody>
      </p:sp>
      <p:sp>
        <p:nvSpPr>
          <p:cNvPr id="49" name="">
            <a:extLst xmlns:a="http://schemas.openxmlformats.org/drawingml/2006/main">
              <a:ext uri="{FF2B5EF4-FFF2-40B4-BE49-F238E27FC236}">
                <a16:creationId xmlns:a16="http://schemas.microsoft.com/office/drawing/2014/main" id="{DDE7D90A-0AD2-4C9C-A910-E0503D8387E0}"/>
              </a:ext>
            </a:extLst>
          </p:cNvPr>
          <p:cNvSpPr>
            <a:spLocks xmlns:a="http://schemas.openxmlformats.org/drawingml/2006/main" noGrp="1"/>
          </p:cNvSpPr>
          <p:nvPr/>
        </p:nvSpPr>
        <p:spPr>
          <a:xfrm xmlns:a="http://schemas.openxmlformats.org/drawingml/2006/main">
            <a:off x="2931795" y="3382804"/>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حالة</a:t>
            </a:r>
          </a:p>
        </p:txBody>
      </p:sp>
      <p:sp>
        <p:nvSpPr>
          <p:cNvPr id="50" name="">
            <a:extLst xmlns:a="http://schemas.openxmlformats.org/drawingml/2006/main">
              <a:ext uri="{FF2B5EF4-FFF2-40B4-BE49-F238E27FC236}">
                <a16:creationId xmlns:a16="http://schemas.microsoft.com/office/drawing/2014/main" id="{978D69C3-55DA-4788-AC53-A17E2F0D8FA5}"/>
              </a:ext>
            </a:extLst>
          </p:cNvPr>
          <p:cNvSpPr>
            <a:spLocks xmlns:a="http://schemas.openxmlformats.org/drawingml/2006/main" noGrp="1"/>
          </p:cNvSpPr>
          <p:nvPr/>
        </p:nvSpPr>
        <p:spPr>
          <a:xfrm xmlns:a="http://schemas.openxmlformats.org/drawingml/2006/main">
            <a:off x="2416492" y="3382804"/>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الدفع</a:t>
            </a:r>
          </a:p>
        </p:txBody>
      </p:sp>
      <p:sp>
        <p:nvSpPr>
          <p:cNvPr id="51" name="">
            <a:extLst xmlns:a="http://schemas.openxmlformats.org/drawingml/2006/main">
              <a:ext uri="{FF2B5EF4-FFF2-40B4-BE49-F238E27FC236}">
                <a16:creationId xmlns:a16="http://schemas.microsoft.com/office/drawing/2014/main" id="{2B4A6C3D-C4F7-4A65-912F-AC268D8ECCD9}"/>
              </a:ext>
            </a:extLst>
          </p:cNvPr>
          <p:cNvSpPr>
            <a:spLocks xmlns:a="http://schemas.openxmlformats.org/drawingml/2006/main" noGrp="1"/>
          </p:cNvSpPr>
          <p:nvPr/>
        </p:nvSpPr>
        <p:spPr>
          <a:xfrm xmlns:a="http://schemas.openxmlformats.org/drawingml/2006/main">
            <a:off x="2139315" y="3382804"/>
            <a:ext cx="200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52" name="">
            <a:extLst xmlns:a="http://schemas.openxmlformats.org/drawingml/2006/main">
              <a:ext uri="{FF2B5EF4-FFF2-40B4-BE49-F238E27FC236}">
                <a16:creationId xmlns:a16="http://schemas.microsoft.com/office/drawing/2014/main" id="{34FD923C-0506-483A-97EB-382D83BEB28E}"/>
              </a:ext>
            </a:extLst>
          </p:cNvPr>
          <p:cNvSpPr>
            <a:spLocks xmlns:a="http://schemas.openxmlformats.org/drawingml/2006/main" noGrp="1"/>
          </p:cNvSpPr>
          <p:nvPr/>
        </p:nvSpPr>
        <p:spPr>
          <a:xfrm xmlns:a="http://schemas.openxmlformats.org/drawingml/2006/main">
            <a:off x="1624012" y="3382804"/>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تثبت</a:t>
            </a:r>
          </a:p>
        </p:txBody>
      </p:sp>
      <p:sp>
        <p:nvSpPr>
          <p:cNvPr id="53" name="">
            <a:extLst xmlns:a="http://schemas.openxmlformats.org/drawingml/2006/main">
              <a:ext uri="{FF2B5EF4-FFF2-40B4-BE49-F238E27FC236}">
                <a16:creationId xmlns:a16="http://schemas.microsoft.com/office/drawing/2014/main" id="{5844088B-8DAE-4A53-AC10-09A24A27E5F7}"/>
              </a:ext>
            </a:extLst>
          </p:cNvPr>
          <p:cNvSpPr>
            <a:spLocks xmlns:a="http://schemas.openxmlformats.org/drawingml/2006/main" noGrp="1"/>
          </p:cNvSpPr>
          <p:nvPr/>
        </p:nvSpPr>
        <p:spPr>
          <a:xfrm xmlns:a="http://schemas.openxmlformats.org/drawingml/2006/main">
            <a:off x="975360" y="3382804"/>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وحدها</a:t>
            </a:r>
          </a:p>
        </p:txBody>
      </p:sp>
      <p:sp>
        <p:nvSpPr>
          <p:cNvPr id="54" name="">
            <a:extLst xmlns:a="http://schemas.openxmlformats.org/drawingml/2006/main">
              <a:ext uri="{FF2B5EF4-FFF2-40B4-BE49-F238E27FC236}">
                <a16:creationId xmlns:a16="http://schemas.microsoft.com/office/drawing/2014/main" id="{E0195004-7A3A-4C26-A969-072C3D81AC38}"/>
              </a:ext>
            </a:extLst>
          </p:cNvPr>
          <p:cNvSpPr>
            <a:spLocks xmlns:a="http://schemas.openxmlformats.org/drawingml/2006/main" noGrp="1"/>
          </p:cNvSpPr>
          <p:nvPr/>
        </p:nvSpPr>
        <p:spPr>
          <a:xfrm xmlns:a="http://schemas.openxmlformats.org/drawingml/2006/main">
            <a:off x="4276725" y="3755707"/>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وصول</a:t>
            </a:r>
          </a:p>
        </p:txBody>
      </p:sp>
      <p:sp>
        <p:nvSpPr>
          <p:cNvPr id="55" name="">
            <a:extLst xmlns:a="http://schemas.openxmlformats.org/drawingml/2006/main">
              <a:ext uri="{FF2B5EF4-FFF2-40B4-BE49-F238E27FC236}">
                <a16:creationId xmlns:a16="http://schemas.microsoft.com/office/drawing/2014/main" id="{8CB56CD5-A556-4DCD-A832-106C6E71A9D2}"/>
              </a:ext>
            </a:extLst>
          </p:cNvPr>
          <p:cNvSpPr>
            <a:spLocks xmlns:a="http://schemas.openxmlformats.org/drawingml/2006/main" noGrp="1"/>
          </p:cNvSpPr>
          <p:nvPr/>
        </p:nvSpPr>
        <p:spPr>
          <a:xfrm xmlns:a="http://schemas.openxmlformats.org/drawingml/2006/main">
            <a:off x="3418523" y="3755707"/>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Tree>
    <p:extLst>
      <p:ext uri="{BB962C8B-B14F-4D97-AF65-F5344CB8AC3E}">
        <p14:creationId xmlns:p14="http://schemas.microsoft.com/office/powerpoint/2010/main" val="1031037742"/>
      </p:ext>
    </p:extLst>
  </p:cSld>
</p:sld>
</file>

<file path=ppt/slides/slide21.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7F328F36-47C2-478F-A811-B2F9AAE42CAD}"/>
              </a:ext>
            </a:extLst>
          </p:cNvPr>
          <p:cNvSpPr>
            <a:spLocks xmlns:a="http://schemas.openxmlformats.org/drawingml/2006/main" noGrp="1"/>
          </p:cNvSpPr>
          <p:nvPr/>
        </p:nvSpPr>
        <p:spPr>
          <a:xfrm xmlns:a="http://schemas.openxmlformats.org/drawingml/2006/main">
            <a:off x="1110615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المخزن</a:t>
            </a:r>
          </a:p>
        </p:txBody>
      </p:sp>
      <p:sp>
        <p:nvSpPr>
          <p:cNvPr id="2" name="">
            <a:extLst xmlns:a="http://schemas.openxmlformats.org/drawingml/2006/main">
              <a:ext uri="{FF2B5EF4-FFF2-40B4-BE49-F238E27FC236}">
                <a16:creationId xmlns:a16="http://schemas.microsoft.com/office/drawing/2014/main" id="{BE2EB795-7F2E-4965-99A0-ADC506A7AC28}"/>
              </a:ext>
            </a:extLst>
          </p:cNvPr>
          <p:cNvSpPr>
            <a:spLocks xmlns:a="http://schemas.openxmlformats.org/drawingml/2006/main" noGrp="1"/>
          </p:cNvSpPr>
          <p:nvPr/>
        </p:nvSpPr>
        <p:spPr>
          <a:xfrm xmlns:a="http://schemas.openxmlformats.org/drawingml/2006/main">
            <a:off x="10820400" y="781050"/>
            <a:ext cx="7524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حركة</a:t>
            </a:r>
          </a:p>
        </p:txBody>
      </p:sp>
      <p:sp>
        <p:nvSpPr>
          <p:cNvPr id="3" name="">
            <a:extLst xmlns:a="http://schemas.openxmlformats.org/drawingml/2006/main">
              <a:ext uri="{FF2B5EF4-FFF2-40B4-BE49-F238E27FC236}">
                <a16:creationId xmlns:a16="http://schemas.microsoft.com/office/drawing/2014/main" id="{61C11B80-833B-4862-AB9D-2AFBEC89CA79}"/>
              </a:ext>
            </a:extLst>
          </p:cNvPr>
          <p:cNvSpPr>
            <a:spLocks xmlns:a="http://schemas.openxmlformats.org/drawingml/2006/main" noGrp="1"/>
          </p:cNvSpPr>
          <p:nvPr/>
        </p:nvSpPr>
        <p:spPr>
          <a:xfrm xmlns:a="http://schemas.openxmlformats.org/drawingml/2006/main">
            <a:off x="9966960" y="781050"/>
            <a:ext cx="733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100</a:t>
            </a:r>
          </a:p>
        </p:txBody>
      </p:sp>
      <p:sp>
        <p:nvSpPr>
          <p:cNvPr id="4" name="">
            <a:extLst xmlns:a="http://schemas.openxmlformats.org/drawingml/2006/main">
              <a:ext uri="{FF2B5EF4-FFF2-40B4-BE49-F238E27FC236}">
                <a16:creationId xmlns:a16="http://schemas.microsoft.com/office/drawing/2014/main" id="{3CACC588-B5F5-4159-910C-49F8794A7940}"/>
              </a:ext>
            </a:extLst>
          </p:cNvPr>
          <p:cNvSpPr>
            <a:spLocks xmlns:a="http://schemas.openxmlformats.org/drawingml/2006/main" noGrp="1"/>
          </p:cNvSpPr>
          <p:nvPr/>
        </p:nvSpPr>
        <p:spPr>
          <a:xfrm xmlns:a="http://schemas.openxmlformats.org/drawingml/2006/main">
            <a:off x="9123045" y="781050"/>
            <a:ext cx="7239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وحدة</a:t>
            </a:r>
          </a:p>
        </p:txBody>
      </p:sp>
      <p:sp>
        <p:nvSpPr>
          <p:cNvPr id="5" name="">
            <a:extLst xmlns:a="http://schemas.openxmlformats.org/drawingml/2006/main">
              <a:ext uri="{FF2B5EF4-FFF2-40B4-BE49-F238E27FC236}">
                <a16:creationId xmlns:a16="http://schemas.microsoft.com/office/drawing/2014/main" id="{9B621BF7-F257-4F98-A841-28AC56C34878}"/>
              </a:ext>
            </a:extLst>
          </p:cNvPr>
          <p:cNvSpPr>
            <a:spLocks xmlns:a="http://schemas.openxmlformats.org/drawingml/2006/main" noGrp="1"/>
          </p:cNvSpPr>
          <p:nvPr/>
        </p:nvSpPr>
        <p:spPr>
          <a:xfrm xmlns:a="http://schemas.openxmlformats.org/drawingml/2006/main">
            <a:off x="8536305" y="781050"/>
            <a:ext cx="466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إلى</a:t>
            </a:r>
          </a:p>
        </p:txBody>
      </p:sp>
      <p:sp>
        <p:nvSpPr>
          <p:cNvPr id="6" name="">
            <a:extLst xmlns:a="http://schemas.openxmlformats.org/drawingml/2006/main">
              <a:ext uri="{FF2B5EF4-FFF2-40B4-BE49-F238E27FC236}">
                <a16:creationId xmlns:a16="http://schemas.microsoft.com/office/drawing/2014/main" id="{51393D9C-7F8F-47D3-8A27-2CCA4D11DC3F}"/>
              </a:ext>
            </a:extLst>
          </p:cNvPr>
          <p:cNvSpPr>
            <a:spLocks xmlns:a="http://schemas.openxmlformats.org/drawingml/2006/main" noGrp="1"/>
          </p:cNvSpPr>
          <p:nvPr/>
        </p:nvSpPr>
        <p:spPr>
          <a:xfrm xmlns:a="http://schemas.openxmlformats.org/drawingml/2006/main">
            <a:off x="7197090" y="781050"/>
            <a:ext cx="1219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المشروع</a:t>
            </a:r>
          </a:p>
        </p:txBody>
      </p:sp>
      <p:sp>
        <p:nvSpPr>
          <p:cNvPr id="7" name="">
            <a:extLst xmlns:a="http://schemas.openxmlformats.org/drawingml/2006/main">
              <a:ext uri="{FF2B5EF4-FFF2-40B4-BE49-F238E27FC236}">
                <a16:creationId xmlns:a16="http://schemas.microsoft.com/office/drawing/2014/main" id="{038423F5-64CC-48B0-904F-ED26DD807CC9}"/>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21</a:t>
            </a:r>
          </a:p>
        </p:txBody>
      </p:sp>
      <p:sp>
        <p:nvSpPr>
          <p:cNvPr id="8" name="">
            <a:extLst xmlns:a="http://schemas.openxmlformats.org/drawingml/2006/main">
              <a:ext uri="{FF2B5EF4-FFF2-40B4-BE49-F238E27FC236}">
                <a16:creationId xmlns:a16="http://schemas.microsoft.com/office/drawing/2014/main" id="{44D1DBA4-CD28-48FE-AE2A-DC1F1E54EC2D}"/>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05D7F425-8852-40E0-9568-174F753DECF2}"/>
              </a:ext>
            </a:extLst>
          </p:cNvPr>
          <p:cNvSpPr>
            <a:spLocks xmlns:a="http://schemas.openxmlformats.org/drawingml/2006/main" noGrp="1"/>
          </p:cNvSpPr>
          <p:nvPr/>
        </p:nvSpPr>
        <p:spPr>
          <a:xfrm xmlns:a="http://schemas.openxmlformats.org/drawingml/2006/main">
            <a:off x="10963275" y="2771775"/>
            <a:ext cx="5619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رصيد</a:t>
            </a:r>
          </a:p>
        </p:txBody>
      </p:sp>
      <p:sp>
        <p:nvSpPr>
          <p:cNvPr id="10" name="">
            <a:extLst xmlns:a="http://schemas.openxmlformats.org/drawingml/2006/main">
              <a:ext uri="{FF2B5EF4-FFF2-40B4-BE49-F238E27FC236}">
                <a16:creationId xmlns:a16="http://schemas.microsoft.com/office/drawing/2014/main" id="{4C6EA0E0-1CD2-4B7D-A48F-ABC639926C07}"/>
              </a:ext>
            </a:extLst>
          </p:cNvPr>
          <p:cNvSpPr>
            <a:spLocks xmlns:a="http://schemas.openxmlformats.org/drawingml/2006/main" noGrp="1"/>
          </p:cNvSpPr>
          <p:nvPr/>
        </p:nvSpPr>
        <p:spPr>
          <a:xfrm xmlns:a="http://schemas.openxmlformats.org/drawingml/2006/main">
            <a:off x="10194608" y="2771775"/>
            <a:ext cx="6858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الشركة</a:t>
            </a:r>
          </a:p>
        </p:txBody>
      </p:sp>
      <p:sp>
        <p:nvSpPr>
          <p:cNvPr id="11" name="">
            <a:extLst xmlns:a="http://schemas.openxmlformats.org/drawingml/2006/main">
              <a:ext uri="{FF2B5EF4-FFF2-40B4-BE49-F238E27FC236}">
                <a16:creationId xmlns:a16="http://schemas.microsoft.com/office/drawing/2014/main" id="{E1D4ACEF-73DD-4725-A4BA-417FC51F5086}"/>
              </a:ext>
            </a:extLst>
          </p:cNvPr>
          <p:cNvSpPr>
            <a:spLocks xmlns:a="http://schemas.openxmlformats.org/drawingml/2006/main" noGrp="1"/>
          </p:cNvSpPr>
          <p:nvPr/>
        </p:nvSpPr>
        <p:spPr>
          <a:xfrm xmlns:a="http://schemas.openxmlformats.org/drawingml/2006/main">
            <a:off x="11001375" y="3172301"/>
            <a:ext cx="5238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100</a:t>
            </a:r>
          </a:p>
        </p:txBody>
      </p:sp>
      <p:sp>
        <p:nvSpPr>
          <p:cNvPr id="12" name="">
            <a:extLst xmlns:a="http://schemas.openxmlformats.org/drawingml/2006/main">
              <a:ext uri="{FF2B5EF4-FFF2-40B4-BE49-F238E27FC236}">
                <a16:creationId xmlns:a16="http://schemas.microsoft.com/office/drawing/2014/main" id="{E623D9AB-5CF7-4435-B053-4213A870A180}"/>
              </a:ext>
            </a:extLst>
          </p:cNvPr>
          <p:cNvSpPr>
            <a:spLocks xmlns:a="http://schemas.openxmlformats.org/drawingml/2006/main" noGrp="1"/>
          </p:cNvSpPr>
          <p:nvPr/>
        </p:nvSpPr>
        <p:spPr>
          <a:xfrm xmlns:a="http://schemas.openxmlformats.org/drawingml/2006/main">
            <a:off x="10394633" y="3172301"/>
            <a:ext cx="5238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وحدة</a:t>
            </a:r>
          </a:p>
        </p:txBody>
      </p:sp>
      <p:sp>
        <p:nvSpPr>
          <p:cNvPr id="13" name="">
            <a:extLst xmlns:a="http://schemas.openxmlformats.org/drawingml/2006/main">
              <a:ext uri="{FF2B5EF4-FFF2-40B4-BE49-F238E27FC236}">
                <a16:creationId xmlns:a16="http://schemas.microsoft.com/office/drawing/2014/main" id="{3DE78C06-F645-4D44-BB3A-33AA911ED4F7}"/>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240BBB3D-F6EE-430A-A189-1141700E371F}"/>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FC5A751E-F75F-4191-91BA-4CAF50C05926}"/>
              </a:ext>
            </a:extLst>
          </p:cNvPr>
          <p:cNvSpPr>
            <a:spLocks xmlns:a="http://schemas.openxmlformats.org/drawingml/2006/main" noGrp="1"/>
          </p:cNvSpPr>
          <p:nvPr/>
        </p:nvSpPr>
        <p:spPr>
          <a:xfrm xmlns:a="http://schemas.openxmlformats.org/drawingml/2006/main">
            <a:off x="8162925" y="2771775"/>
            <a:ext cx="5524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توريد</a:t>
            </a:r>
          </a:p>
        </p:txBody>
      </p:sp>
      <p:sp>
        <p:nvSpPr>
          <p:cNvPr id="16" name="">
            <a:extLst xmlns:a="http://schemas.openxmlformats.org/drawingml/2006/main">
              <a:ext uri="{FF2B5EF4-FFF2-40B4-BE49-F238E27FC236}">
                <a16:creationId xmlns:a16="http://schemas.microsoft.com/office/drawing/2014/main" id="{DCC57A1C-1F78-46DD-B056-5FFCB346F9A3}"/>
              </a:ext>
            </a:extLst>
          </p:cNvPr>
          <p:cNvSpPr>
            <a:spLocks xmlns:a="http://schemas.openxmlformats.org/drawingml/2006/main" noGrp="1"/>
          </p:cNvSpPr>
          <p:nvPr/>
        </p:nvSpPr>
        <p:spPr>
          <a:xfrm xmlns:a="http://schemas.openxmlformats.org/drawingml/2006/main">
            <a:off x="7708583" y="2771775"/>
            <a:ext cx="371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40</a:t>
            </a:r>
          </a:p>
        </p:txBody>
      </p:sp>
      <p:sp>
        <p:nvSpPr>
          <p:cNvPr id="17" name="">
            <a:extLst xmlns:a="http://schemas.openxmlformats.org/drawingml/2006/main">
              <a:ext uri="{FF2B5EF4-FFF2-40B4-BE49-F238E27FC236}">
                <a16:creationId xmlns:a16="http://schemas.microsoft.com/office/drawing/2014/main" id="{C7DDC81A-CF90-4D50-9607-AEFFC16C1286}"/>
              </a:ext>
            </a:extLst>
          </p:cNvPr>
          <p:cNvSpPr>
            <a:spLocks xmlns:a="http://schemas.openxmlformats.org/drawingml/2006/main" noGrp="1"/>
          </p:cNvSpPr>
          <p:nvPr/>
        </p:nvSpPr>
        <p:spPr>
          <a:xfrm xmlns:a="http://schemas.openxmlformats.org/drawingml/2006/main">
            <a:off x="6758940" y="2771775"/>
            <a:ext cx="8667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للمشروع</a:t>
            </a:r>
          </a:p>
        </p:txBody>
      </p:sp>
      <p:sp>
        <p:nvSpPr>
          <p:cNvPr id="18" name="">
            <a:extLst xmlns:a="http://schemas.openxmlformats.org/drawingml/2006/main">
              <a:ext uri="{FF2B5EF4-FFF2-40B4-BE49-F238E27FC236}">
                <a16:creationId xmlns:a16="http://schemas.microsoft.com/office/drawing/2014/main" id="{3F251B70-195D-418E-875F-7542928BE0FE}"/>
              </a:ext>
            </a:extLst>
          </p:cNvPr>
          <p:cNvSpPr>
            <a:spLocks xmlns:a="http://schemas.openxmlformats.org/drawingml/2006/main" noGrp="1"/>
          </p:cNvSpPr>
          <p:nvPr/>
        </p:nvSpPr>
        <p:spPr>
          <a:xfrm xmlns:a="http://schemas.openxmlformats.org/drawingml/2006/main">
            <a:off x="8029575" y="3172301"/>
            <a:ext cx="6858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الشركة</a:t>
            </a:r>
          </a:p>
        </p:txBody>
      </p:sp>
      <p:sp>
        <p:nvSpPr>
          <p:cNvPr id="19" name="">
            <a:extLst xmlns:a="http://schemas.openxmlformats.org/drawingml/2006/main">
              <a:ext uri="{FF2B5EF4-FFF2-40B4-BE49-F238E27FC236}">
                <a16:creationId xmlns:a16="http://schemas.microsoft.com/office/drawing/2014/main" id="{69B28121-9EAA-42E1-BA70-9D4B18F0B857}"/>
              </a:ext>
            </a:extLst>
          </p:cNvPr>
          <p:cNvSpPr>
            <a:spLocks xmlns:a="http://schemas.openxmlformats.org/drawingml/2006/main" noGrp="1"/>
          </p:cNvSpPr>
          <p:nvPr/>
        </p:nvSpPr>
        <p:spPr>
          <a:xfrm xmlns:a="http://schemas.openxmlformats.org/drawingml/2006/main">
            <a:off x="7489508" y="3172301"/>
            <a:ext cx="4572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60،</a:t>
            </a:r>
          </a:p>
        </p:txBody>
      </p:sp>
      <p:sp>
        <p:nvSpPr>
          <p:cNvPr id="20" name="">
            <a:extLst xmlns:a="http://schemas.openxmlformats.org/drawingml/2006/main">
              <a:ext uri="{FF2B5EF4-FFF2-40B4-BE49-F238E27FC236}">
                <a16:creationId xmlns:a16="http://schemas.microsoft.com/office/drawing/2014/main" id="{E0FA2013-8460-4820-B7BE-F13F442B1877}"/>
              </a:ext>
            </a:extLst>
          </p:cNvPr>
          <p:cNvSpPr>
            <a:spLocks xmlns:a="http://schemas.openxmlformats.org/drawingml/2006/main" noGrp="1"/>
          </p:cNvSpPr>
          <p:nvPr/>
        </p:nvSpPr>
        <p:spPr>
          <a:xfrm xmlns:a="http://schemas.openxmlformats.org/drawingml/2006/main">
            <a:off x="6539865" y="3172301"/>
            <a:ext cx="8667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المشروع</a:t>
            </a:r>
          </a:p>
        </p:txBody>
      </p:sp>
      <p:sp>
        <p:nvSpPr>
          <p:cNvPr id="21" name="">
            <a:extLst xmlns:a="http://schemas.openxmlformats.org/drawingml/2006/main">
              <a:ext uri="{FF2B5EF4-FFF2-40B4-BE49-F238E27FC236}">
                <a16:creationId xmlns:a16="http://schemas.microsoft.com/office/drawing/2014/main" id="{01AFFE08-F47B-4C34-B8C5-7F8CE29A9AA1}"/>
              </a:ext>
            </a:extLst>
          </p:cNvPr>
          <p:cNvSpPr>
            <a:spLocks xmlns:a="http://schemas.openxmlformats.org/drawingml/2006/main" noGrp="1"/>
          </p:cNvSpPr>
          <p:nvPr/>
        </p:nvSpPr>
        <p:spPr>
          <a:xfrm xmlns:a="http://schemas.openxmlformats.org/drawingml/2006/main">
            <a:off x="8343900" y="3572828"/>
            <a:ext cx="371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40</a:t>
            </a:r>
          </a:p>
        </p:txBody>
      </p:sp>
      <p:sp>
        <p:nvSpPr>
          <p:cNvPr id="22" name="">
            <a:extLst xmlns:a="http://schemas.openxmlformats.org/drawingml/2006/main">
              <a:ext uri="{FF2B5EF4-FFF2-40B4-BE49-F238E27FC236}">
                <a16:creationId xmlns:a16="http://schemas.microsoft.com/office/drawing/2014/main" id="{4E31E6BA-9033-4766-99D5-C69F30610521}"/>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1C1EEFD-2D39-49F1-AAA9-2160BB4DE815}"/>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C50C71AD-B612-447F-A744-65186D5D782D}"/>
              </a:ext>
            </a:extLst>
          </p:cNvPr>
          <p:cNvSpPr>
            <a:spLocks xmlns:a="http://schemas.openxmlformats.org/drawingml/2006/main" noGrp="1"/>
          </p:cNvSpPr>
          <p:nvPr/>
        </p:nvSpPr>
        <p:spPr>
          <a:xfrm xmlns:a="http://schemas.openxmlformats.org/drawingml/2006/main">
            <a:off x="5114925" y="2771775"/>
            <a:ext cx="7905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استهلاك</a:t>
            </a:r>
          </a:p>
        </p:txBody>
      </p:sp>
      <p:sp>
        <p:nvSpPr>
          <p:cNvPr id="25" name="">
            <a:extLst xmlns:a="http://schemas.openxmlformats.org/drawingml/2006/main">
              <a:ext uri="{FF2B5EF4-FFF2-40B4-BE49-F238E27FC236}">
                <a16:creationId xmlns:a16="http://schemas.microsoft.com/office/drawing/2014/main" id="{5874123B-3345-4D65-8485-DBBB9CB0BEE5}"/>
              </a:ext>
            </a:extLst>
          </p:cNvPr>
          <p:cNvSpPr>
            <a:spLocks xmlns:a="http://schemas.openxmlformats.org/drawingml/2006/main" noGrp="1"/>
          </p:cNvSpPr>
          <p:nvPr/>
        </p:nvSpPr>
        <p:spPr>
          <a:xfrm xmlns:a="http://schemas.openxmlformats.org/drawingml/2006/main">
            <a:off x="4517708" y="2771775"/>
            <a:ext cx="5143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موقع</a:t>
            </a:r>
          </a:p>
        </p:txBody>
      </p:sp>
      <p:sp>
        <p:nvSpPr>
          <p:cNvPr id="26" name="">
            <a:extLst xmlns:a="http://schemas.openxmlformats.org/drawingml/2006/main">
              <a:ext uri="{FF2B5EF4-FFF2-40B4-BE49-F238E27FC236}">
                <a16:creationId xmlns:a16="http://schemas.microsoft.com/office/drawing/2014/main" id="{B3BDA8EB-9293-4B3A-B83B-94D78E1B05F9}"/>
              </a:ext>
            </a:extLst>
          </p:cNvPr>
          <p:cNvSpPr>
            <a:spLocks xmlns:a="http://schemas.openxmlformats.org/drawingml/2006/main" noGrp="1"/>
          </p:cNvSpPr>
          <p:nvPr/>
        </p:nvSpPr>
        <p:spPr>
          <a:xfrm xmlns:a="http://schemas.openxmlformats.org/drawingml/2006/main">
            <a:off x="4063365" y="2771775"/>
            <a:ext cx="371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25</a:t>
            </a:r>
          </a:p>
        </p:txBody>
      </p:sp>
      <p:sp>
        <p:nvSpPr>
          <p:cNvPr id="27" name="">
            <a:extLst xmlns:a="http://schemas.openxmlformats.org/drawingml/2006/main">
              <a:ext uri="{FF2B5EF4-FFF2-40B4-BE49-F238E27FC236}">
                <a16:creationId xmlns:a16="http://schemas.microsoft.com/office/drawing/2014/main" id="{FF4D8940-A98F-4C05-BED9-1F0875E817D0}"/>
              </a:ext>
            </a:extLst>
          </p:cNvPr>
          <p:cNvSpPr>
            <a:spLocks xmlns:a="http://schemas.openxmlformats.org/drawingml/2006/main" noGrp="1"/>
          </p:cNvSpPr>
          <p:nvPr/>
        </p:nvSpPr>
        <p:spPr>
          <a:xfrm xmlns:a="http://schemas.openxmlformats.org/drawingml/2006/main">
            <a:off x="5343525" y="3172301"/>
            <a:ext cx="5619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رصيد</a:t>
            </a:r>
          </a:p>
        </p:txBody>
      </p:sp>
      <p:sp>
        <p:nvSpPr>
          <p:cNvPr id="28" name="">
            <a:extLst xmlns:a="http://schemas.openxmlformats.org/drawingml/2006/main">
              <a:ext uri="{FF2B5EF4-FFF2-40B4-BE49-F238E27FC236}">
                <a16:creationId xmlns:a16="http://schemas.microsoft.com/office/drawing/2014/main" id="{374E3EF2-9EF6-4ACB-9EA5-B6F70BE3823A}"/>
              </a:ext>
            </a:extLst>
          </p:cNvPr>
          <p:cNvSpPr>
            <a:spLocks xmlns:a="http://schemas.openxmlformats.org/drawingml/2006/main" noGrp="1"/>
          </p:cNvSpPr>
          <p:nvPr/>
        </p:nvSpPr>
        <p:spPr>
          <a:xfrm xmlns:a="http://schemas.openxmlformats.org/drawingml/2006/main">
            <a:off x="4393883" y="3172301"/>
            <a:ext cx="8667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المشروع</a:t>
            </a:r>
          </a:p>
        </p:txBody>
      </p:sp>
      <p:sp>
        <p:nvSpPr>
          <p:cNvPr id="29" name="">
            <a:extLst xmlns:a="http://schemas.openxmlformats.org/drawingml/2006/main">
              <a:ext uri="{FF2B5EF4-FFF2-40B4-BE49-F238E27FC236}">
                <a16:creationId xmlns:a16="http://schemas.microsoft.com/office/drawing/2014/main" id="{52DFBFEF-0527-41A5-AE09-3534480EE77D}"/>
              </a:ext>
            </a:extLst>
          </p:cNvPr>
          <p:cNvSpPr>
            <a:spLocks xmlns:a="http://schemas.openxmlformats.org/drawingml/2006/main" noGrp="1"/>
          </p:cNvSpPr>
          <p:nvPr/>
        </p:nvSpPr>
        <p:spPr>
          <a:xfrm xmlns:a="http://schemas.openxmlformats.org/drawingml/2006/main">
            <a:off x="3939540" y="3172301"/>
            <a:ext cx="371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15</a:t>
            </a:r>
          </a:p>
        </p:txBody>
      </p:sp>
      <p:sp>
        <p:nvSpPr>
          <p:cNvPr id="30" name="">
            <a:extLst xmlns:a="http://schemas.openxmlformats.org/drawingml/2006/main">
              <a:ext uri="{FF2B5EF4-FFF2-40B4-BE49-F238E27FC236}">
                <a16:creationId xmlns:a16="http://schemas.microsoft.com/office/drawing/2014/main" id="{727B609E-6F76-4A3D-B3AF-D71F8FE4464A}"/>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C5D9A7D7-784F-491F-A6EB-049AADB8343F}"/>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32" name="">
            <a:extLst xmlns:a="http://schemas.openxmlformats.org/drawingml/2006/main">
              <a:ext uri="{FF2B5EF4-FFF2-40B4-BE49-F238E27FC236}">
                <a16:creationId xmlns:a16="http://schemas.microsoft.com/office/drawing/2014/main" id="{F8DB2F09-99B1-4232-969A-86B5E9C9F931}"/>
              </a:ext>
            </a:extLst>
          </p:cNvPr>
          <p:cNvSpPr>
            <a:spLocks xmlns:a="http://schemas.openxmlformats.org/drawingml/2006/main" noGrp="1"/>
          </p:cNvSpPr>
          <p:nvPr/>
        </p:nvSpPr>
        <p:spPr>
          <a:xfrm xmlns:a="http://schemas.openxmlformats.org/drawingml/2006/main">
            <a:off x="2447925" y="2771775"/>
            <a:ext cx="6477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مرتجع</a:t>
            </a:r>
          </a:p>
        </p:txBody>
      </p:sp>
      <p:sp>
        <p:nvSpPr>
          <p:cNvPr id="33" name="">
            <a:extLst xmlns:a="http://schemas.openxmlformats.org/drawingml/2006/main">
              <a:ext uri="{FF2B5EF4-FFF2-40B4-BE49-F238E27FC236}">
                <a16:creationId xmlns:a16="http://schemas.microsoft.com/office/drawing/2014/main" id="{DAA1C562-BD03-43B0-AA19-1F71F7183F06}"/>
              </a:ext>
            </a:extLst>
          </p:cNvPr>
          <p:cNvSpPr>
            <a:spLocks xmlns:a="http://schemas.openxmlformats.org/drawingml/2006/main" noGrp="1"/>
          </p:cNvSpPr>
          <p:nvPr/>
        </p:nvSpPr>
        <p:spPr>
          <a:xfrm xmlns:a="http://schemas.openxmlformats.org/drawingml/2006/main">
            <a:off x="1993583" y="2771775"/>
            <a:ext cx="371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10</a:t>
            </a:r>
          </a:p>
        </p:txBody>
      </p:sp>
      <p:sp>
        <p:nvSpPr>
          <p:cNvPr id="34" name="">
            <a:extLst xmlns:a="http://schemas.openxmlformats.org/drawingml/2006/main">
              <a:ext uri="{FF2B5EF4-FFF2-40B4-BE49-F238E27FC236}">
                <a16:creationId xmlns:a16="http://schemas.microsoft.com/office/drawing/2014/main" id="{4310A959-F266-40FD-9DBC-4EDE918EEAE1}"/>
              </a:ext>
            </a:extLst>
          </p:cNvPr>
          <p:cNvSpPr>
            <a:spLocks xmlns:a="http://schemas.openxmlformats.org/drawingml/2006/main" noGrp="1"/>
          </p:cNvSpPr>
          <p:nvPr/>
        </p:nvSpPr>
        <p:spPr>
          <a:xfrm xmlns:a="http://schemas.openxmlformats.org/drawingml/2006/main">
            <a:off x="1215390" y="2771775"/>
            <a:ext cx="6953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للشركة</a:t>
            </a:r>
          </a:p>
        </p:txBody>
      </p:sp>
      <p:sp>
        <p:nvSpPr>
          <p:cNvPr id="35" name="">
            <a:extLst xmlns:a="http://schemas.openxmlformats.org/drawingml/2006/main">
              <a:ext uri="{FF2B5EF4-FFF2-40B4-BE49-F238E27FC236}">
                <a16:creationId xmlns:a16="http://schemas.microsoft.com/office/drawing/2014/main" id="{5F02B65C-8AAA-4C56-8228-564E396DB0A5}"/>
              </a:ext>
            </a:extLst>
          </p:cNvPr>
          <p:cNvSpPr>
            <a:spLocks xmlns:a="http://schemas.openxmlformats.org/drawingml/2006/main" noGrp="1"/>
          </p:cNvSpPr>
          <p:nvPr/>
        </p:nvSpPr>
        <p:spPr>
          <a:xfrm xmlns:a="http://schemas.openxmlformats.org/drawingml/2006/main">
            <a:off x="2409825" y="3172301"/>
            <a:ext cx="6858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الشركة</a:t>
            </a:r>
          </a:p>
        </p:txBody>
      </p:sp>
      <p:sp>
        <p:nvSpPr>
          <p:cNvPr id="36" name="">
            <a:extLst xmlns:a="http://schemas.openxmlformats.org/drawingml/2006/main">
              <a:ext uri="{FF2B5EF4-FFF2-40B4-BE49-F238E27FC236}">
                <a16:creationId xmlns:a16="http://schemas.microsoft.com/office/drawing/2014/main" id="{E1E189F6-BFA3-413A-A699-7FA433EDCA03}"/>
              </a:ext>
            </a:extLst>
          </p:cNvPr>
          <p:cNvSpPr>
            <a:spLocks xmlns:a="http://schemas.openxmlformats.org/drawingml/2006/main" noGrp="1"/>
          </p:cNvSpPr>
          <p:nvPr/>
        </p:nvSpPr>
        <p:spPr>
          <a:xfrm xmlns:a="http://schemas.openxmlformats.org/drawingml/2006/main">
            <a:off x="1869758" y="3172301"/>
            <a:ext cx="4572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70،</a:t>
            </a:r>
          </a:p>
        </p:txBody>
      </p:sp>
      <p:sp>
        <p:nvSpPr>
          <p:cNvPr id="37" name="">
            <a:extLst xmlns:a="http://schemas.openxmlformats.org/drawingml/2006/main">
              <a:ext uri="{FF2B5EF4-FFF2-40B4-BE49-F238E27FC236}">
                <a16:creationId xmlns:a16="http://schemas.microsoft.com/office/drawing/2014/main" id="{6B71A85D-749C-4217-8CCC-C912832FF0F7}"/>
              </a:ext>
            </a:extLst>
          </p:cNvPr>
          <p:cNvSpPr>
            <a:spLocks xmlns:a="http://schemas.openxmlformats.org/drawingml/2006/main" noGrp="1"/>
          </p:cNvSpPr>
          <p:nvPr/>
        </p:nvSpPr>
        <p:spPr>
          <a:xfrm xmlns:a="http://schemas.openxmlformats.org/drawingml/2006/main">
            <a:off x="920115" y="3172301"/>
            <a:ext cx="8667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المشروع</a:t>
            </a:r>
          </a:p>
        </p:txBody>
      </p:sp>
      <p:sp>
        <p:nvSpPr>
          <p:cNvPr id="38" name="">
            <a:extLst xmlns:a="http://schemas.openxmlformats.org/drawingml/2006/main">
              <a:ext uri="{FF2B5EF4-FFF2-40B4-BE49-F238E27FC236}">
                <a16:creationId xmlns:a16="http://schemas.microsoft.com/office/drawing/2014/main" id="{220BB798-C8C7-4645-852B-079C31D82B17}"/>
              </a:ext>
            </a:extLst>
          </p:cNvPr>
          <p:cNvSpPr>
            <a:spLocks xmlns:a="http://schemas.openxmlformats.org/drawingml/2006/main" noGrp="1"/>
          </p:cNvSpPr>
          <p:nvPr/>
        </p:nvSpPr>
        <p:spPr>
          <a:xfrm xmlns:a="http://schemas.openxmlformats.org/drawingml/2006/main">
            <a:off x="2876550" y="3572828"/>
            <a:ext cx="2190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5</a:t>
            </a:r>
          </a:p>
        </p:txBody>
      </p:sp>
      <p:sp>
        <p:nvSpPr>
          <p:cNvPr id="39" name="">
            <a:extLst xmlns:a="http://schemas.openxmlformats.org/drawingml/2006/main">
              <a:ext uri="{FF2B5EF4-FFF2-40B4-BE49-F238E27FC236}">
                <a16:creationId xmlns:a16="http://schemas.microsoft.com/office/drawing/2014/main" id="{57A93556-1FD7-4FE3-BE1A-07F01344BFCE}"/>
              </a:ext>
            </a:extLst>
          </p:cNvPr>
          <p:cNvSpPr>
            <a:spLocks xmlns:a="http://schemas.openxmlformats.org/drawingml/2006/main" noGrp="1"/>
          </p:cNvSpPr>
          <p:nvPr/>
        </p:nvSpPr>
        <p:spPr>
          <a:xfrm xmlns:a="http://schemas.openxmlformats.org/drawingml/2006/main">
            <a:off x="10839450" y="4933950"/>
            <a:ext cx="6381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التوريد</a:t>
            </a:r>
          </a:p>
        </p:txBody>
      </p:sp>
      <p:sp>
        <p:nvSpPr>
          <p:cNvPr id="40" name="">
            <a:extLst xmlns:a="http://schemas.openxmlformats.org/drawingml/2006/main">
              <a:ext uri="{FF2B5EF4-FFF2-40B4-BE49-F238E27FC236}">
                <a16:creationId xmlns:a16="http://schemas.microsoft.com/office/drawing/2014/main" id="{C2D38E39-F24F-4C33-91ED-5E9484FA766D}"/>
              </a:ext>
            </a:extLst>
          </p:cNvPr>
          <p:cNvSpPr>
            <a:spLocks xmlns:a="http://schemas.openxmlformats.org/drawingml/2006/main" noGrp="1"/>
          </p:cNvSpPr>
          <p:nvPr/>
        </p:nvSpPr>
        <p:spPr>
          <a:xfrm xmlns:a="http://schemas.openxmlformats.org/drawingml/2006/main">
            <a:off x="10254615" y="4933950"/>
            <a:ext cx="5048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يحمّل</a:t>
            </a:r>
          </a:p>
        </p:txBody>
      </p:sp>
      <p:sp>
        <p:nvSpPr>
          <p:cNvPr id="41" name="">
            <a:extLst xmlns:a="http://schemas.openxmlformats.org/drawingml/2006/main">
              <a:ext uri="{FF2B5EF4-FFF2-40B4-BE49-F238E27FC236}">
                <a16:creationId xmlns:a16="http://schemas.microsoft.com/office/drawing/2014/main" id="{41D216FC-1487-451A-BD3A-A838325F9847}"/>
              </a:ext>
            </a:extLst>
          </p:cNvPr>
          <p:cNvSpPr>
            <a:spLocks xmlns:a="http://schemas.openxmlformats.org/drawingml/2006/main" noGrp="1"/>
          </p:cNvSpPr>
          <p:nvPr/>
        </p:nvSpPr>
        <p:spPr>
          <a:xfrm xmlns:a="http://schemas.openxmlformats.org/drawingml/2006/main">
            <a:off x="9603105" y="4933950"/>
            <a:ext cx="5715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التكلفة</a:t>
            </a:r>
          </a:p>
        </p:txBody>
      </p:sp>
      <p:sp>
        <p:nvSpPr>
          <p:cNvPr id="42" name="">
            <a:extLst xmlns:a="http://schemas.openxmlformats.org/drawingml/2006/main">
              <a:ext uri="{FF2B5EF4-FFF2-40B4-BE49-F238E27FC236}">
                <a16:creationId xmlns:a16="http://schemas.microsoft.com/office/drawing/2014/main" id="{2050A090-3320-457E-8FF3-10A7CC7AAA0D}"/>
              </a:ext>
            </a:extLst>
          </p:cNvPr>
          <p:cNvSpPr>
            <a:spLocks xmlns:a="http://schemas.openxmlformats.org/drawingml/2006/main" noGrp="1"/>
          </p:cNvSpPr>
          <p:nvPr/>
        </p:nvSpPr>
        <p:spPr>
          <a:xfrm xmlns:a="http://schemas.openxmlformats.org/drawingml/2006/main">
            <a:off x="9113520" y="4933950"/>
            <a:ext cx="4095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على</a:t>
            </a:r>
          </a:p>
        </p:txBody>
      </p:sp>
      <p:sp>
        <p:nvSpPr>
          <p:cNvPr id="43" name="">
            <a:extLst xmlns:a="http://schemas.openxmlformats.org/drawingml/2006/main">
              <a:ext uri="{FF2B5EF4-FFF2-40B4-BE49-F238E27FC236}">
                <a16:creationId xmlns:a16="http://schemas.microsoft.com/office/drawing/2014/main" id="{2F026CF6-5045-4CF6-8EA2-A859E626DBA1}"/>
              </a:ext>
            </a:extLst>
          </p:cNvPr>
          <p:cNvSpPr>
            <a:spLocks xmlns:a="http://schemas.openxmlformats.org/drawingml/2006/main" noGrp="1"/>
          </p:cNvSpPr>
          <p:nvPr/>
        </p:nvSpPr>
        <p:spPr>
          <a:xfrm xmlns:a="http://schemas.openxmlformats.org/drawingml/2006/main">
            <a:off x="8147685" y="4933950"/>
            <a:ext cx="8858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المشروع.</a:t>
            </a:r>
          </a:p>
        </p:txBody>
      </p:sp>
      <p:sp>
        <p:nvSpPr>
          <p:cNvPr id="44" name="">
            <a:extLst xmlns:a="http://schemas.openxmlformats.org/drawingml/2006/main">
              <a:ext uri="{FF2B5EF4-FFF2-40B4-BE49-F238E27FC236}">
                <a16:creationId xmlns:a16="http://schemas.microsoft.com/office/drawing/2014/main" id="{9FA6461F-A189-4540-B3D7-94758A186E0A}"/>
              </a:ext>
            </a:extLst>
          </p:cNvPr>
          <p:cNvSpPr>
            <a:spLocks xmlns:a="http://schemas.openxmlformats.org/drawingml/2006/main" noGrp="1"/>
          </p:cNvSpPr>
          <p:nvPr/>
        </p:nvSpPr>
        <p:spPr>
          <a:xfrm xmlns:a="http://schemas.openxmlformats.org/drawingml/2006/main">
            <a:off x="7172325" y="4933950"/>
            <a:ext cx="8953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الاستهلاك</a:t>
            </a:r>
          </a:p>
        </p:txBody>
      </p:sp>
      <p:sp>
        <p:nvSpPr>
          <p:cNvPr id="45" name="">
            <a:extLst xmlns:a="http://schemas.openxmlformats.org/drawingml/2006/main">
              <a:ext uri="{FF2B5EF4-FFF2-40B4-BE49-F238E27FC236}">
                <a16:creationId xmlns:a16="http://schemas.microsoft.com/office/drawing/2014/main" id="{3FC98D4F-8ACE-4965-87FB-9C2F87E1271F}"/>
              </a:ext>
            </a:extLst>
          </p:cNvPr>
          <p:cNvSpPr>
            <a:spLocks xmlns:a="http://schemas.openxmlformats.org/drawingml/2006/main" noGrp="1"/>
          </p:cNvSpPr>
          <p:nvPr/>
        </p:nvSpPr>
        <p:spPr>
          <a:xfrm xmlns:a="http://schemas.openxmlformats.org/drawingml/2006/main">
            <a:off x="6539865" y="4933950"/>
            <a:ext cx="5524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ينقص</a:t>
            </a:r>
          </a:p>
        </p:txBody>
      </p:sp>
      <p:sp>
        <p:nvSpPr>
          <p:cNvPr id="46" name="">
            <a:extLst xmlns:a="http://schemas.openxmlformats.org/drawingml/2006/main">
              <a:ext uri="{FF2B5EF4-FFF2-40B4-BE49-F238E27FC236}">
                <a16:creationId xmlns:a16="http://schemas.microsoft.com/office/drawing/2014/main" id="{AB7CC65F-ACD9-41BD-B28F-30BFC09F96D6}"/>
              </a:ext>
            </a:extLst>
          </p:cNvPr>
          <p:cNvSpPr>
            <a:spLocks xmlns:a="http://schemas.openxmlformats.org/drawingml/2006/main" noGrp="1"/>
          </p:cNvSpPr>
          <p:nvPr/>
        </p:nvSpPr>
        <p:spPr>
          <a:xfrm xmlns:a="http://schemas.openxmlformats.org/drawingml/2006/main">
            <a:off x="5916930" y="4933950"/>
            <a:ext cx="5429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الكمية</a:t>
            </a:r>
          </a:p>
        </p:txBody>
      </p:sp>
      <p:sp>
        <p:nvSpPr>
          <p:cNvPr id="47" name="">
            <a:extLst xmlns:a="http://schemas.openxmlformats.org/drawingml/2006/main">
              <a:ext uri="{FF2B5EF4-FFF2-40B4-BE49-F238E27FC236}">
                <a16:creationId xmlns:a16="http://schemas.microsoft.com/office/drawing/2014/main" id="{881C4751-E7DA-486D-AED8-991EAA7A120C}"/>
              </a:ext>
            </a:extLst>
          </p:cNvPr>
          <p:cNvSpPr>
            <a:spLocks xmlns:a="http://schemas.openxmlformats.org/drawingml/2006/main" noGrp="1"/>
          </p:cNvSpPr>
          <p:nvPr/>
        </p:nvSpPr>
        <p:spPr>
          <a:xfrm xmlns:a="http://schemas.openxmlformats.org/drawingml/2006/main">
            <a:off x="5427345" y="4933950"/>
            <a:ext cx="4095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دون</a:t>
            </a:r>
          </a:p>
        </p:txBody>
      </p:sp>
      <p:sp>
        <p:nvSpPr>
          <p:cNvPr id="48" name="">
            <a:extLst xmlns:a="http://schemas.openxmlformats.org/drawingml/2006/main">
              <a:ext uri="{FF2B5EF4-FFF2-40B4-BE49-F238E27FC236}">
                <a16:creationId xmlns:a16="http://schemas.microsoft.com/office/drawing/2014/main" id="{71BE424B-0A63-485F-A2AE-4384E6A0CCC7}"/>
              </a:ext>
            </a:extLst>
          </p:cNvPr>
          <p:cNvSpPr>
            <a:spLocks xmlns:a="http://schemas.openxmlformats.org/drawingml/2006/main" noGrp="1"/>
          </p:cNvSpPr>
          <p:nvPr/>
        </p:nvSpPr>
        <p:spPr>
          <a:xfrm xmlns:a="http://schemas.openxmlformats.org/drawingml/2006/main">
            <a:off x="4890135" y="4933950"/>
            <a:ext cx="4572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تكلفة</a:t>
            </a:r>
          </a:p>
        </p:txBody>
      </p:sp>
      <p:sp>
        <p:nvSpPr>
          <p:cNvPr id="49" name="">
            <a:extLst xmlns:a="http://schemas.openxmlformats.org/drawingml/2006/main">
              <a:ext uri="{FF2B5EF4-FFF2-40B4-BE49-F238E27FC236}">
                <a16:creationId xmlns:a16="http://schemas.microsoft.com/office/drawing/2014/main" id="{1E813527-09CC-4539-AEA8-3C6BC385324E}"/>
              </a:ext>
            </a:extLst>
          </p:cNvPr>
          <p:cNvSpPr>
            <a:spLocks xmlns:a="http://schemas.openxmlformats.org/drawingml/2006/main" noGrp="1"/>
          </p:cNvSpPr>
          <p:nvPr/>
        </p:nvSpPr>
        <p:spPr>
          <a:xfrm xmlns:a="http://schemas.openxmlformats.org/drawingml/2006/main">
            <a:off x="4210050" y="4933950"/>
            <a:ext cx="6000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جديدة.</a:t>
            </a:r>
          </a:p>
        </p:txBody>
      </p:sp>
      <p:sp>
        <p:nvSpPr>
          <p:cNvPr id="50" name="">
            <a:extLst xmlns:a="http://schemas.openxmlformats.org/drawingml/2006/main">
              <a:ext uri="{FF2B5EF4-FFF2-40B4-BE49-F238E27FC236}">
                <a16:creationId xmlns:a16="http://schemas.microsoft.com/office/drawing/2014/main" id="{9C4AE627-F16B-42AB-83DA-60594C184289}"/>
              </a:ext>
            </a:extLst>
          </p:cNvPr>
          <p:cNvSpPr>
            <a:spLocks xmlns:a="http://schemas.openxmlformats.org/drawingml/2006/main" noGrp="1"/>
          </p:cNvSpPr>
          <p:nvPr/>
        </p:nvSpPr>
        <p:spPr>
          <a:xfrm xmlns:a="http://schemas.openxmlformats.org/drawingml/2006/main">
            <a:off x="3396615" y="4933950"/>
            <a:ext cx="7334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المرتجع</a:t>
            </a:r>
          </a:p>
        </p:txBody>
      </p:sp>
      <p:sp>
        <p:nvSpPr>
          <p:cNvPr id="51" name="">
            <a:extLst xmlns:a="http://schemas.openxmlformats.org/drawingml/2006/main">
              <a:ext uri="{FF2B5EF4-FFF2-40B4-BE49-F238E27FC236}">
                <a16:creationId xmlns:a16="http://schemas.microsoft.com/office/drawing/2014/main" id="{1B63FA01-A9D1-4416-AF7D-8543E503B735}"/>
              </a:ext>
            </a:extLst>
          </p:cNvPr>
          <p:cNvSpPr>
            <a:spLocks xmlns:a="http://schemas.openxmlformats.org/drawingml/2006/main" noGrp="1"/>
          </p:cNvSpPr>
          <p:nvPr/>
        </p:nvSpPr>
        <p:spPr>
          <a:xfrm xmlns:a="http://schemas.openxmlformats.org/drawingml/2006/main">
            <a:off x="2687955" y="4933950"/>
            <a:ext cx="6286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يخفض</a:t>
            </a:r>
          </a:p>
        </p:txBody>
      </p:sp>
      <p:sp>
        <p:nvSpPr>
          <p:cNvPr id="52" name="">
            <a:extLst xmlns:a="http://schemas.openxmlformats.org/drawingml/2006/main">
              <a:ext uri="{FF2B5EF4-FFF2-40B4-BE49-F238E27FC236}">
                <a16:creationId xmlns:a16="http://schemas.microsoft.com/office/drawing/2014/main" id="{BF74DF40-E5C9-4426-8983-214BDC4DE303}"/>
              </a:ext>
            </a:extLst>
          </p:cNvPr>
          <p:cNvSpPr>
            <a:spLocks xmlns:a="http://schemas.openxmlformats.org/drawingml/2006/main" noGrp="1"/>
          </p:cNvSpPr>
          <p:nvPr/>
        </p:nvSpPr>
        <p:spPr>
          <a:xfrm xmlns:a="http://schemas.openxmlformats.org/drawingml/2006/main">
            <a:off x="2036445" y="4933950"/>
            <a:ext cx="5715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التكلفة</a:t>
            </a:r>
          </a:p>
        </p:txBody>
      </p:sp>
      <p:sp>
        <p:nvSpPr>
          <p:cNvPr id="53" name="">
            <a:extLst xmlns:a="http://schemas.openxmlformats.org/drawingml/2006/main">
              <a:ext uri="{FF2B5EF4-FFF2-40B4-BE49-F238E27FC236}">
                <a16:creationId xmlns:a16="http://schemas.microsoft.com/office/drawing/2014/main" id="{0634A1C5-DABB-44F4-BA25-DEE33459590B}"/>
              </a:ext>
            </a:extLst>
          </p:cNvPr>
          <p:cNvSpPr>
            <a:spLocks xmlns:a="http://schemas.openxmlformats.org/drawingml/2006/main" noGrp="1"/>
          </p:cNvSpPr>
          <p:nvPr/>
        </p:nvSpPr>
        <p:spPr>
          <a:xfrm xmlns:a="http://schemas.openxmlformats.org/drawingml/2006/main">
            <a:off x="1203960" y="4933950"/>
            <a:ext cx="7524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المحملة.</a:t>
            </a:r>
          </a:p>
        </p:txBody>
      </p:sp>
    </p:spTree>
    <p:extLst>
      <p:ext uri="{BB962C8B-B14F-4D97-AF65-F5344CB8AC3E}">
        <p14:creationId xmlns:p14="http://schemas.microsoft.com/office/powerpoint/2010/main" val="793869917"/>
      </p:ext>
    </p:extLst>
  </p:cSld>
</p:sld>
</file>

<file path=ppt/slides/slide22.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8B1104D-4724-420C-B837-C4C9AA6CC24D}"/>
              </a:ext>
            </a:extLst>
          </p:cNvPr>
          <p:cNvSpPr>
            <a:spLocks xmlns:a="http://schemas.openxmlformats.org/drawingml/2006/main" noGrp="1"/>
          </p:cNvSpPr>
          <p:nvPr/>
        </p:nvSpPr>
        <p:spPr>
          <a:xfrm xmlns:a="http://schemas.openxmlformats.org/drawingml/2006/main">
            <a:off x="11106150" y="333375"/>
            <a:ext cx="4667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المخزن</a:t>
            </a:r>
          </a:p>
        </p:txBody>
      </p:sp>
      <p:sp>
        <p:nvSpPr>
          <p:cNvPr id="2" name="">
            <a:extLst xmlns:a="http://schemas.openxmlformats.org/drawingml/2006/main">
              <a:ext uri="{FF2B5EF4-FFF2-40B4-BE49-F238E27FC236}">
                <a16:creationId xmlns:a16="http://schemas.microsoft.com/office/drawing/2014/main" id="{82D0A189-341D-4647-BDCF-77C5FB9BD24A}"/>
              </a:ext>
            </a:extLst>
          </p:cNvPr>
          <p:cNvSpPr>
            <a:spLocks xmlns:a="http://schemas.openxmlformats.org/drawingml/2006/main" noGrp="1"/>
          </p:cNvSpPr>
          <p:nvPr/>
        </p:nvSpPr>
        <p:spPr>
          <a:xfrm xmlns:a="http://schemas.openxmlformats.org/drawingml/2006/main">
            <a:off x="10515600" y="781050"/>
            <a:ext cx="10572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الاستلام</a:t>
            </a:r>
          </a:p>
        </p:txBody>
      </p:sp>
      <p:sp>
        <p:nvSpPr>
          <p:cNvPr id="3" name="">
            <a:extLst xmlns:a="http://schemas.openxmlformats.org/drawingml/2006/main">
              <a:ext uri="{FF2B5EF4-FFF2-40B4-BE49-F238E27FC236}">
                <a16:creationId xmlns:a16="http://schemas.microsoft.com/office/drawing/2014/main" id="{49E886FF-9A99-4A47-A2C4-FFCA93F5EFEB}"/>
              </a:ext>
            </a:extLst>
          </p:cNvPr>
          <p:cNvSpPr>
            <a:spLocks xmlns:a="http://schemas.openxmlformats.org/drawingml/2006/main" noGrp="1"/>
          </p:cNvSpPr>
          <p:nvPr/>
        </p:nvSpPr>
        <p:spPr>
          <a:xfrm xmlns:a="http://schemas.openxmlformats.org/drawingml/2006/main">
            <a:off x="9452610" y="781050"/>
            <a:ext cx="9429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والجرد</a:t>
            </a:r>
          </a:p>
        </p:txBody>
      </p:sp>
      <p:sp>
        <p:nvSpPr>
          <p:cNvPr id="4" name="">
            <a:extLst xmlns:a="http://schemas.openxmlformats.org/drawingml/2006/main">
              <a:ext uri="{FF2B5EF4-FFF2-40B4-BE49-F238E27FC236}">
                <a16:creationId xmlns:a16="http://schemas.microsoft.com/office/drawing/2014/main" id="{7888FA52-5003-4F83-AD42-52EBAE32E634}"/>
              </a:ext>
            </a:extLst>
          </p:cNvPr>
          <p:cNvSpPr>
            <a:spLocks xmlns:a="http://schemas.openxmlformats.org/drawingml/2006/main" noGrp="1"/>
          </p:cNvSpPr>
          <p:nvPr/>
        </p:nvSpPr>
        <p:spPr>
          <a:xfrm xmlns:a="http://schemas.openxmlformats.org/drawingml/2006/main">
            <a:off x="8456295"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وسجل</a:t>
            </a:r>
          </a:p>
        </p:txBody>
      </p:sp>
      <p:sp>
        <p:nvSpPr>
          <p:cNvPr id="5" name="">
            <a:extLst xmlns:a="http://schemas.openxmlformats.org/drawingml/2006/main">
              <a:ext uri="{FF2B5EF4-FFF2-40B4-BE49-F238E27FC236}">
                <a16:creationId xmlns:a16="http://schemas.microsoft.com/office/drawing/2014/main" id="{2982037D-0692-4FDE-A63B-C44B1458D4EB}"/>
              </a:ext>
            </a:extLst>
          </p:cNvPr>
          <p:cNvSpPr>
            <a:spLocks xmlns:a="http://schemas.openxmlformats.org/drawingml/2006/main" noGrp="1"/>
          </p:cNvSpPr>
          <p:nvPr/>
        </p:nvSpPr>
        <p:spPr>
          <a:xfrm xmlns:a="http://schemas.openxmlformats.org/drawingml/2006/main">
            <a:off x="7212330" y="781050"/>
            <a:ext cx="11239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الحركات</a:t>
            </a:r>
          </a:p>
        </p:txBody>
      </p:sp>
      <p:sp>
        <p:nvSpPr>
          <p:cNvPr id="6" name="">
            <a:extLst xmlns:a="http://schemas.openxmlformats.org/drawingml/2006/main">
              <a:ext uri="{FF2B5EF4-FFF2-40B4-BE49-F238E27FC236}">
                <a16:creationId xmlns:a16="http://schemas.microsoft.com/office/drawing/2014/main" id="{FB12EAEB-B3B1-4615-86D3-B15433544CF7}"/>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22</a:t>
            </a:r>
          </a:p>
        </p:txBody>
      </p:sp>
      <p:sp>
        <p:nvSpPr>
          <p:cNvPr id="7" name="">
            <a:extLst xmlns:a="http://schemas.openxmlformats.org/drawingml/2006/main">
              <a:ext uri="{FF2B5EF4-FFF2-40B4-BE49-F238E27FC236}">
                <a16:creationId xmlns:a16="http://schemas.microsoft.com/office/drawing/2014/main" id="{C43663BB-137F-4D10-8DEE-3D1256B8C54F}"/>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1F2E3AB-9CE8-4578-AAB7-BE12ABC54138}"/>
              </a:ext>
            </a:extLst>
          </p:cNvPr>
          <p:cNvSpPr>
            <a:spLocks xmlns:a="http://schemas.openxmlformats.org/drawingml/2006/main" noGrp="1"/>
          </p:cNvSpPr>
          <p:nvPr/>
        </p:nvSpPr>
        <p:spPr>
          <a:xfrm xmlns:a="http://schemas.openxmlformats.org/drawingml/2006/main">
            <a:off x="10372725" y="180975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9" name="">
            <a:extLst xmlns:a="http://schemas.openxmlformats.org/drawingml/2006/main">
              <a:ext uri="{FF2B5EF4-FFF2-40B4-BE49-F238E27FC236}">
                <a16:creationId xmlns:a16="http://schemas.microsoft.com/office/drawing/2014/main" id="{C27E32B5-1D46-4F2D-9043-A9A5744998B3}"/>
              </a:ext>
            </a:extLst>
          </p:cNvPr>
          <p:cNvSpPr>
            <a:spLocks xmlns:a="http://schemas.openxmlformats.org/drawingml/2006/main" noGrp="1"/>
          </p:cNvSpPr>
          <p:nvPr/>
        </p:nvSpPr>
        <p:spPr>
          <a:xfrm xmlns:a="http://schemas.openxmlformats.org/drawingml/2006/main">
            <a:off x="9343073" y="1809750"/>
            <a:ext cx="952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الاستلامات</a:t>
            </a:r>
          </a:p>
        </p:txBody>
      </p:sp>
      <p:sp>
        <p:nvSpPr>
          <p:cNvPr id="10" name="">
            <a:extLst xmlns:a="http://schemas.openxmlformats.org/drawingml/2006/main">
              <a:ext uri="{FF2B5EF4-FFF2-40B4-BE49-F238E27FC236}">
                <a16:creationId xmlns:a16="http://schemas.microsoft.com/office/drawing/2014/main" id="{3D4E15A6-E52D-41BD-8ED9-958EFBB38EED}"/>
              </a:ext>
            </a:extLst>
          </p:cNvPr>
          <p:cNvSpPr>
            <a:spLocks xmlns:a="http://schemas.openxmlformats.org/drawingml/2006/main" noGrp="1"/>
          </p:cNvSpPr>
          <p:nvPr/>
        </p:nvSpPr>
        <p:spPr>
          <a:xfrm xmlns:a="http://schemas.openxmlformats.org/drawingml/2006/main">
            <a:off x="8884920"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11" name="">
            <a:extLst xmlns:a="http://schemas.openxmlformats.org/drawingml/2006/main">
              <a:ext uri="{FF2B5EF4-FFF2-40B4-BE49-F238E27FC236}">
                <a16:creationId xmlns:a16="http://schemas.microsoft.com/office/drawing/2014/main" id="{505B6543-77AF-4719-9820-9A4BB3A92122}"/>
              </a:ext>
            </a:extLst>
          </p:cNvPr>
          <p:cNvSpPr>
            <a:spLocks xmlns:a="http://schemas.openxmlformats.org/drawingml/2006/main" noGrp="1"/>
          </p:cNvSpPr>
          <p:nvPr/>
        </p:nvSpPr>
        <p:spPr>
          <a:xfrm xmlns:a="http://schemas.openxmlformats.org/drawingml/2006/main">
            <a:off x="8141018"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الفاتورة</a:t>
            </a:r>
          </a:p>
        </p:txBody>
      </p:sp>
      <p:sp>
        <p:nvSpPr>
          <p:cNvPr id="12" name="">
            <a:extLst xmlns:a="http://schemas.openxmlformats.org/drawingml/2006/main">
              <a:ext uri="{FF2B5EF4-FFF2-40B4-BE49-F238E27FC236}">
                <a16:creationId xmlns:a16="http://schemas.microsoft.com/office/drawing/2014/main" id="{4E350229-D7CB-453F-BE97-B39C3776EF0E}"/>
              </a:ext>
            </a:extLst>
          </p:cNvPr>
          <p:cNvSpPr>
            <a:spLocks xmlns:a="http://schemas.openxmlformats.org/drawingml/2006/main" noGrp="1"/>
          </p:cNvSpPr>
          <p:nvPr/>
        </p:nvSpPr>
        <p:spPr>
          <a:xfrm xmlns:a="http://schemas.openxmlformats.org/drawingml/2006/main">
            <a:off x="7463790" y="180975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وراجع</a:t>
            </a:r>
          </a:p>
        </p:txBody>
      </p:sp>
      <p:sp>
        <p:nvSpPr>
          <p:cNvPr id="13" name="">
            <a:extLst xmlns:a="http://schemas.openxmlformats.org/drawingml/2006/main">
              <a:ext uri="{FF2B5EF4-FFF2-40B4-BE49-F238E27FC236}">
                <a16:creationId xmlns:a16="http://schemas.microsoft.com/office/drawing/2014/main" id="{8457FC9C-3E8D-4FE3-8BC2-C2AE1EBCCC54}"/>
              </a:ext>
            </a:extLst>
          </p:cNvPr>
          <p:cNvSpPr>
            <a:spLocks xmlns:a="http://schemas.openxmlformats.org/drawingml/2006/main" noGrp="1"/>
          </p:cNvSpPr>
          <p:nvPr/>
        </p:nvSpPr>
        <p:spPr>
          <a:xfrm xmlns:a="http://schemas.openxmlformats.org/drawingml/2006/main">
            <a:off x="6710363" y="180975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الكميات</a:t>
            </a:r>
          </a:p>
        </p:txBody>
      </p:sp>
      <p:sp>
        <p:nvSpPr>
          <p:cNvPr id="14" name="">
            <a:extLst xmlns:a="http://schemas.openxmlformats.org/drawingml/2006/main">
              <a:ext uri="{FF2B5EF4-FFF2-40B4-BE49-F238E27FC236}">
                <a16:creationId xmlns:a16="http://schemas.microsoft.com/office/drawing/2014/main" id="{9A3A2624-DCEA-4C4A-B6A4-0FA5D948817A}"/>
              </a:ext>
            </a:extLst>
          </p:cNvPr>
          <p:cNvSpPr>
            <a:spLocks xmlns:a="http://schemas.openxmlformats.org/drawingml/2006/main" noGrp="1"/>
          </p:cNvSpPr>
          <p:nvPr/>
        </p:nvSpPr>
        <p:spPr>
          <a:xfrm xmlns:a="http://schemas.openxmlformats.org/drawingml/2006/main">
            <a:off x="5842635" y="1809750"/>
            <a:ext cx="790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المستلمة.</a:t>
            </a:r>
          </a:p>
        </p:txBody>
      </p:sp>
      <p:sp>
        <p:nvSpPr>
          <p:cNvPr id="15" name="">
            <a:extLst xmlns:a="http://schemas.openxmlformats.org/drawingml/2006/main">
              <a:ext uri="{FF2B5EF4-FFF2-40B4-BE49-F238E27FC236}">
                <a16:creationId xmlns:a16="http://schemas.microsoft.com/office/drawing/2014/main" id="{7E258481-E122-4601-8280-92F2F1EAC608}"/>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722F0F5B-8C1A-4BCD-814C-19116877A4F2}"/>
              </a:ext>
            </a:extLst>
          </p:cNvPr>
          <p:cNvSpPr>
            <a:spLocks xmlns:a="http://schemas.openxmlformats.org/drawingml/2006/main" noGrp="1"/>
          </p:cNvSpPr>
          <p:nvPr/>
        </p:nvSpPr>
        <p:spPr>
          <a:xfrm xmlns:a="http://schemas.openxmlformats.org/drawingml/2006/main">
            <a:off x="10372725" y="2733675"/>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17" name="">
            <a:extLst xmlns:a="http://schemas.openxmlformats.org/drawingml/2006/main">
              <a:ext uri="{FF2B5EF4-FFF2-40B4-BE49-F238E27FC236}">
                <a16:creationId xmlns:a16="http://schemas.microsoft.com/office/drawing/2014/main" id="{937BB2E5-2A01-4FB6-9FA5-6C5C20DE7E90}"/>
              </a:ext>
            </a:extLst>
          </p:cNvPr>
          <p:cNvSpPr>
            <a:spLocks xmlns:a="http://schemas.openxmlformats.org/drawingml/2006/main" noGrp="1"/>
          </p:cNvSpPr>
          <p:nvPr/>
        </p:nvSpPr>
        <p:spPr>
          <a:xfrm xmlns:a="http://schemas.openxmlformats.org/drawingml/2006/main">
            <a:off x="9781223" y="2733675"/>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الجرد</a:t>
            </a:r>
          </a:p>
        </p:txBody>
      </p:sp>
      <p:sp>
        <p:nvSpPr>
          <p:cNvPr id="18" name="">
            <a:extLst xmlns:a="http://schemas.openxmlformats.org/drawingml/2006/main">
              <a:ext uri="{FF2B5EF4-FFF2-40B4-BE49-F238E27FC236}">
                <a16:creationId xmlns:a16="http://schemas.microsoft.com/office/drawing/2014/main" id="{D42BC08B-2656-4867-845A-1EC3F0A31925}"/>
              </a:ext>
            </a:extLst>
          </p:cNvPr>
          <p:cNvSpPr>
            <a:spLocks xmlns:a="http://schemas.openxmlformats.org/drawingml/2006/main" noGrp="1"/>
          </p:cNvSpPr>
          <p:nvPr/>
        </p:nvSpPr>
        <p:spPr>
          <a:xfrm xmlns:a="http://schemas.openxmlformats.org/drawingml/2006/main">
            <a:off x="9237345" y="2733675"/>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19" name="">
            <a:extLst xmlns:a="http://schemas.openxmlformats.org/drawingml/2006/main">
              <a:ext uri="{FF2B5EF4-FFF2-40B4-BE49-F238E27FC236}">
                <a16:creationId xmlns:a16="http://schemas.microsoft.com/office/drawing/2014/main" id="{C52EE779-14B5-420E-AFF7-A18F9E35CFFA}"/>
              </a:ext>
            </a:extLst>
          </p:cNvPr>
          <p:cNvSpPr>
            <a:spLocks xmlns:a="http://schemas.openxmlformats.org/drawingml/2006/main" noGrp="1"/>
          </p:cNvSpPr>
          <p:nvPr/>
        </p:nvSpPr>
        <p:spPr>
          <a:xfrm xmlns:a="http://schemas.openxmlformats.org/drawingml/2006/main">
            <a:off x="8626793" y="2733675"/>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الكمية</a:t>
            </a:r>
          </a:p>
        </p:txBody>
      </p:sp>
      <p:sp>
        <p:nvSpPr>
          <p:cNvPr id="20" name="">
            <a:extLst xmlns:a="http://schemas.openxmlformats.org/drawingml/2006/main">
              <a:ext uri="{FF2B5EF4-FFF2-40B4-BE49-F238E27FC236}">
                <a16:creationId xmlns:a16="http://schemas.microsoft.com/office/drawing/2014/main" id="{B8B68AE6-DCE1-47A4-8C15-AA8E8C5C0D68}"/>
              </a:ext>
            </a:extLst>
          </p:cNvPr>
          <p:cNvSpPr>
            <a:spLocks xmlns:a="http://schemas.openxmlformats.org/drawingml/2006/main" noGrp="1"/>
          </p:cNvSpPr>
          <p:nvPr/>
        </p:nvSpPr>
        <p:spPr>
          <a:xfrm xmlns:a="http://schemas.openxmlformats.org/drawingml/2006/main">
            <a:off x="7825740" y="2733675"/>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المعدودة</a:t>
            </a:r>
          </a:p>
        </p:txBody>
      </p:sp>
      <p:sp>
        <p:nvSpPr>
          <p:cNvPr id="21" name="">
            <a:extLst xmlns:a="http://schemas.openxmlformats.org/drawingml/2006/main">
              <a:ext uri="{FF2B5EF4-FFF2-40B4-BE49-F238E27FC236}">
                <a16:creationId xmlns:a16="http://schemas.microsoft.com/office/drawing/2014/main" id="{E7A885AB-CA21-4378-9A69-5C49391CB5AB}"/>
              </a:ext>
            </a:extLst>
          </p:cNvPr>
          <p:cNvSpPr>
            <a:spLocks xmlns:a="http://schemas.openxmlformats.org/drawingml/2006/main" noGrp="1"/>
          </p:cNvSpPr>
          <p:nvPr/>
        </p:nvSpPr>
        <p:spPr>
          <a:xfrm xmlns:a="http://schemas.openxmlformats.org/drawingml/2006/main">
            <a:off x="7339013" y="2733675"/>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فعليًا</a:t>
            </a:r>
          </a:p>
        </p:txBody>
      </p:sp>
      <p:sp>
        <p:nvSpPr>
          <p:cNvPr id="22" name="">
            <a:extLst xmlns:a="http://schemas.openxmlformats.org/drawingml/2006/main">
              <a:ext uri="{FF2B5EF4-FFF2-40B4-BE49-F238E27FC236}">
                <a16:creationId xmlns:a16="http://schemas.microsoft.com/office/drawing/2014/main" id="{C6AF6C52-F278-4714-8026-E57F63AF5870}"/>
              </a:ext>
            </a:extLst>
          </p:cNvPr>
          <p:cNvSpPr>
            <a:spLocks xmlns:a="http://schemas.openxmlformats.org/drawingml/2006/main" noGrp="1"/>
          </p:cNvSpPr>
          <p:nvPr/>
        </p:nvSpPr>
        <p:spPr>
          <a:xfrm xmlns:a="http://schemas.openxmlformats.org/drawingml/2006/main">
            <a:off x="6918960" y="2733675"/>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لكل</a:t>
            </a:r>
          </a:p>
        </p:txBody>
      </p:sp>
      <p:sp>
        <p:nvSpPr>
          <p:cNvPr id="23" name="">
            <a:extLst xmlns:a="http://schemas.openxmlformats.org/drawingml/2006/main">
              <a:ext uri="{FF2B5EF4-FFF2-40B4-BE49-F238E27FC236}">
                <a16:creationId xmlns:a16="http://schemas.microsoft.com/office/drawing/2014/main" id="{3DAB91CC-7F00-4425-B7E2-74626C886463}"/>
              </a:ext>
            </a:extLst>
          </p:cNvPr>
          <p:cNvSpPr>
            <a:spLocks xmlns:a="http://schemas.openxmlformats.org/drawingml/2006/main" noGrp="1"/>
          </p:cNvSpPr>
          <p:nvPr/>
        </p:nvSpPr>
        <p:spPr>
          <a:xfrm xmlns:a="http://schemas.openxmlformats.org/drawingml/2006/main">
            <a:off x="6222683" y="2733675"/>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صنف.</a:t>
            </a:r>
          </a:p>
        </p:txBody>
      </p:sp>
      <p:sp>
        <p:nvSpPr>
          <p:cNvPr id="24" name="">
            <a:extLst xmlns:a="http://schemas.openxmlformats.org/drawingml/2006/main">
              <a:ext uri="{FF2B5EF4-FFF2-40B4-BE49-F238E27FC236}">
                <a16:creationId xmlns:a16="http://schemas.microsoft.com/office/drawing/2014/main" id="{AC758F4E-5CA1-4150-A98A-649CC102B4BD}"/>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B4601168-33F0-4A9D-8550-B8E9FC0A303E}"/>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6" name="">
            <a:extLst xmlns:a="http://schemas.openxmlformats.org/drawingml/2006/main">
              <a:ext uri="{FF2B5EF4-FFF2-40B4-BE49-F238E27FC236}">
                <a16:creationId xmlns:a16="http://schemas.microsoft.com/office/drawing/2014/main" id="{EC221307-73B9-418E-BA24-7B5A23D01CC3}"/>
              </a:ext>
            </a:extLst>
          </p:cNvPr>
          <p:cNvSpPr>
            <a:spLocks xmlns:a="http://schemas.openxmlformats.org/drawingml/2006/main" noGrp="1"/>
          </p:cNvSpPr>
          <p:nvPr/>
        </p:nvSpPr>
        <p:spPr>
          <a:xfrm xmlns:a="http://schemas.openxmlformats.org/drawingml/2006/main">
            <a:off x="9628823" y="36576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سجل</a:t>
            </a:r>
          </a:p>
        </p:txBody>
      </p:sp>
      <p:sp>
        <p:nvSpPr>
          <p:cNvPr id="27" name="">
            <a:extLst xmlns:a="http://schemas.openxmlformats.org/drawingml/2006/main">
              <a:ext uri="{FF2B5EF4-FFF2-40B4-BE49-F238E27FC236}">
                <a16:creationId xmlns:a16="http://schemas.microsoft.com/office/drawing/2014/main" id="{DC287BEC-A5A2-4B0C-8E92-D98340C39D4B}"/>
              </a:ext>
            </a:extLst>
          </p:cNvPr>
          <p:cNvSpPr>
            <a:spLocks xmlns:a="http://schemas.openxmlformats.org/drawingml/2006/main" noGrp="1"/>
          </p:cNvSpPr>
          <p:nvPr/>
        </p:nvSpPr>
        <p:spPr>
          <a:xfrm xmlns:a="http://schemas.openxmlformats.org/drawingml/2006/main">
            <a:off x="8780145" y="3657600"/>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الحركات</a:t>
            </a:r>
          </a:p>
        </p:txBody>
      </p:sp>
      <p:sp>
        <p:nvSpPr>
          <p:cNvPr id="28" name="">
            <a:extLst xmlns:a="http://schemas.openxmlformats.org/drawingml/2006/main">
              <a:ext uri="{FF2B5EF4-FFF2-40B4-BE49-F238E27FC236}">
                <a16:creationId xmlns:a16="http://schemas.microsoft.com/office/drawing/2014/main" id="{4051BE55-E035-41C0-9984-C827D60F988C}"/>
              </a:ext>
            </a:extLst>
          </p:cNvPr>
          <p:cNvSpPr>
            <a:spLocks xmlns:a="http://schemas.openxmlformats.org/drawingml/2006/main" noGrp="1"/>
          </p:cNvSpPr>
          <p:nvPr/>
        </p:nvSpPr>
        <p:spPr>
          <a:xfrm xmlns:a="http://schemas.openxmlformats.org/drawingml/2006/main">
            <a:off x="8093393" y="36576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لمعرفة</a:t>
            </a:r>
          </a:p>
        </p:txBody>
      </p:sp>
      <p:sp>
        <p:nvSpPr>
          <p:cNvPr id="29" name="">
            <a:extLst xmlns:a="http://schemas.openxmlformats.org/drawingml/2006/main">
              <a:ext uri="{FF2B5EF4-FFF2-40B4-BE49-F238E27FC236}">
                <a16:creationId xmlns:a16="http://schemas.microsoft.com/office/drawing/2014/main" id="{A581DF2A-1256-4366-A861-2929F4E3BFCB}"/>
              </a:ext>
            </a:extLst>
          </p:cNvPr>
          <p:cNvSpPr>
            <a:spLocks xmlns:a="http://schemas.openxmlformats.org/drawingml/2006/main" noGrp="1"/>
          </p:cNvSpPr>
          <p:nvPr/>
        </p:nvSpPr>
        <p:spPr>
          <a:xfrm xmlns:a="http://schemas.openxmlformats.org/drawingml/2006/main">
            <a:off x="7406640" y="36576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التاريخ</a:t>
            </a:r>
          </a:p>
        </p:txBody>
      </p:sp>
      <p:sp>
        <p:nvSpPr>
          <p:cNvPr id="30" name="">
            <a:extLst xmlns:a="http://schemas.openxmlformats.org/drawingml/2006/main">
              <a:ext uri="{FF2B5EF4-FFF2-40B4-BE49-F238E27FC236}">
                <a16:creationId xmlns:a16="http://schemas.microsoft.com/office/drawing/2014/main" id="{41134C08-FE95-43A3-A0EA-DA3C2799451F}"/>
              </a:ext>
            </a:extLst>
          </p:cNvPr>
          <p:cNvSpPr>
            <a:spLocks xmlns:a="http://schemas.openxmlformats.org/drawingml/2006/main" noGrp="1"/>
          </p:cNvSpPr>
          <p:nvPr/>
        </p:nvSpPr>
        <p:spPr>
          <a:xfrm xmlns:a="http://schemas.openxmlformats.org/drawingml/2006/main">
            <a:off x="6691313" y="3657600"/>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والكمية</a:t>
            </a:r>
          </a:p>
        </p:txBody>
      </p:sp>
      <p:sp>
        <p:nvSpPr>
          <p:cNvPr id="31" name="">
            <a:extLst xmlns:a="http://schemas.openxmlformats.org/drawingml/2006/main">
              <a:ext uri="{FF2B5EF4-FFF2-40B4-BE49-F238E27FC236}">
                <a16:creationId xmlns:a16="http://schemas.microsoft.com/office/drawing/2014/main" id="{FC5814CE-A7EA-4D57-94C3-B2313A3E58A7}"/>
              </a:ext>
            </a:extLst>
          </p:cNvPr>
          <p:cNvSpPr>
            <a:spLocks xmlns:a="http://schemas.openxmlformats.org/drawingml/2006/main" noGrp="1"/>
          </p:cNvSpPr>
          <p:nvPr/>
        </p:nvSpPr>
        <p:spPr>
          <a:xfrm xmlns:a="http://schemas.openxmlformats.org/drawingml/2006/main">
            <a:off x="5947410" y="365760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والمنفذ.</a:t>
            </a:r>
          </a:p>
        </p:txBody>
      </p:sp>
      <p:sp>
        <p:nvSpPr>
          <p:cNvPr id="32" name="">
            <a:extLst xmlns:a="http://schemas.openxmlformats.org/drawingml/2006/main">
              <a:ext uri="{FF2B5EF4-FFF2-40B4-BE49-F238E27FC236}">
                <a16:creationId xmlns:a16="http://schemas.microsoft.com/office/drawing/2014/main" id="{C6DBD91F-533D-4798-B8BB-2387BECC6A78}"/>
              </a:ext>
            </a:extLst>
          </p:cNvPr>
          <p:cNvSpPr>
            <a:spLocks xmlns:a="http://schemas.openxmlformats.org/drawingml/2006/main" noGrp="1"/>
          </p:cNvSpPr>
          <p:nvPr/>
        </p:nvSpPr>
        <p:spPr>
          <a:xfrm xmlns:a="http://schemas.openxmlformats.org/drawingml/2006/main">
            <a:off x="4314825" y="1924050"/>
            <a:ext cx="5905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الدفتر</a:t>
            </a:r>
          </a:p>
        </p:txBody>
      </p:sp>
      <p:sp>
        <p:nvSpPr>
          <p:cNvPr id="33" name="">
            <a:extLst xmlns:a="http://schemas.openxmlformats.org/drawingml/2006/main">
              <a:ext uri="{FF2B5EF4-FFF2-40B4-BE49-F238E27FC236}">
                <a16:creationId xmlns:a16="http://schemas.microsoft.com/office/drawing/2014/main" id="{0BFEDCAD-934C-42DC-9252-8CDCD84FD716}"/>
              </a:ext>
            </a:extLst>
          </p:cNvPr>
          <p:cNvSpPr>
            <a:spLocks xmlns:a="http://schemas.openxmlformats.org/drawingml/2006/main" noGrp="1"/>
          </p:cNvSpPr>
          <p:nvPr/>
        </p:nvSpPr>
        <p:spPr>
          <a:xfrm xmlns:a="http://schemas.openxmlformats.org/drawingml/2006/main">
            <a:off x="3673793" y="1924050"/>
            <a:ext cx="5524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100</a:t>
            </a:r>
          </a:p>
        </p:txBody>
      </p:sp>
      <p:sp>
        <p:nvSpPr>
          <p:cNvPr id="34" name="">
            <a:extLst xmlns:a="http://schemas.openxmlformats.org/drawingml/2006/main">
              <a:ext uri="{FF2B5EF4-FFF2-40B4-BE49-F238E27FC236}">
                <a16:creationId xmlns:a16="http://schemas.microsoft.com/office/drawing/2014/main" id="{4A90EEF4-1E3F-4928-A585-AE0D2B70FF6B}"/>
              </a:ext>
            </a:extLst>
          </p:cNvPr>
          <p:cNvSpPr>
            <a:spLocks xmlns:a="http://schemas.openxmlformats.org/drawingml/2006/main" noGrp="1"/>
          </p:cNvSpPr>
          <p:nvPr/>
        </p:nvSpPr>
        <p:spPr>
          <a:xfrm xmlns:a="http://schemas.openxmlformats.org/drawingml/2006/main">
            <a:off x="2832735" y="1924050"/>
            <a:ext cx="7524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والواقع</a:t>
            </a:r>
          </a:p>
        </p:txBody>
      </p:sp>
      <p:sp>
        <p:nvSpPr>
          <p:cNvPr id="35" name="">
            <a:extLst xmlns:a="http://schemas.openxmlformats.org/drawingml/2006/main">
              <a:ext uri="{FF2B5EF4-FFF2-40B4-BE49-F238E27FC236}">
                <a16:creationId xmlns:a16="http://schemas.microsoft.com/office/drawing/2014/main" id="{99A242A3-BFFF-4EDF-A065-B8D98D22DA8C}"/>
              </a:ext>
            </a:extLst>
          </p:cNvPr>
          <p:cNvSpPr>
            <a:spLocks xmlns:a="http://schemas.openxmlformats.org/drawingml/2006/main" noGrp="1"/>
          </p:cNvSpPr>
          <p:nvPr/>
        </p:nvSpPr>
        <p:spPr>
          <a:xfrm xmlns:a="http://schemas.openxmlformats.org/drawingml/2006/main">
            <a:off x="2248852" y="1924050"/>
            <a:ext cx="4953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97؟</a:t>
            </a:r>
          </a:p>
        </p:txBody>
      </p:sp>
      <p:sp>
        <p:nvSpPr>
          <p:cNvPr id="36" name="">
            <a:extLst xmlns:a="http://schemas.openxmlformats.org/drawingml/2006/main">
              <a:ext uri="{FF2B5EF4-FFF2-40B4-BE49-F238E27FC236}">
                <a16:creationId xmlns:a16="http://schemas.microsoft.com/office/drawing/2014/main" id="{79EADFF5-B510-46B4-9600-C45B3302D6A3}"/>
              </a:ext>
            </a:extLst>
          </p:cNvPr>
          <p:cNvSpPr>
            <a:spLocks xmlns:a="http://schemas.openxmlformats.org/drawingml/2006/main" noGrp="1"/>
          </p:cNvSpPr>
          <p:nvPr/>
        </p:nvSpPr>
        <p:spPr>
          <a:xfrm xmlns:a="http://schemas.openxmlformats.org/drawingml/2006/main">
            <a:off x="4438650"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سجل</a:t>
            </a:r>
          </a:p>
        </p:txBody>
      </p:sp>
      <p:sp>
        <p:nvSpPr>
          <p:cNvPr id="37" name="">
            <a:extLst xmlns:a="http://schemas.openxmlformats.org/drawingml/2006/main">
              <a:ext uri="{FF2B5EF4-FFF2-40B4-BE49-F238E27FC236}">
                <a16:creationId xmlns:a16="http://schemas.microsoft.com/office/drawing/2014/main" id="{927CC88C-0351-47B8-B8D2-94360321531C}"/>
              </a:ext>
            </a:extLst>
          </p:cNvPr>
          <p:cNvSpPr>
            <a:spLocks xmlns:a="http://schemas.openxmlformats.org/drawingml/2006/main" noGrp="1"/>
          </p:cNvSpPr>
          <p:nvPr/>
        </p:nvSpPr>
        <p:spPr>
          <a:xfrm xmlns:a="http://schemas.openxmlformats.org/drawingml/2006/main">
            <a:off x="3894773"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جردًا</a:t>
            </a:r>
          </a:p>
        </p:txBody>
      </p:sp>
      <p:sp>
        <p:nvSpPr>
          <p:cNvPr id="38" name="">
            <a:extLst xmlns:a="http://schemas.openxmlformats.org/drawingml/2006/main">
              <a:ext uri="{FF2B5EF4-FFF2-40B4-BE49-F238E27FC236}">
                <a16:creationId xmlns:a16="http://schemas.microsoft.com/office/drawing/2014/main" id="{569B08C0-086E-4898-8207-E4451A44D185}"/>
              </a:ext>
            </a:extLst>
          </p:cNvPr>
          <p:cNvSpPr>
            <a:spLocks xmlns:a="http://schemas.openxmlformats.org/drawingml/2006/main" noGrp="1"/>
          </p:cNvSpPr>
          <p:nvPr/>
        </p:nvSpPr>
        <p:spPr>
          <a:xfrm xmlns:a="http://schemas.openxmlformats.org/drawingml/2006/main">
            <a:off x="3408045" y="3009900"/>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فعليًا</a:t>
            </a:r>
          </a:p>
        </p:txBody>
      </p:sp>
      <p:sp>
        <p:nvSpPr>
          <p:cNvPr id="39" name="">
            <a:extLst xmlns:a="http://schemas.openxmlformats.org/drawingml/2006/main">
              <a:ext uri="{FF2B5EF4-FFF2-40B4-BE49-F238E27FC236}">
                <a16:creationId xmlns:a16="http://schemas.microsoft.com/office/drawing/2014/main" id="{EB9DD9B0-2DBC-4960-8811-FFF0E0B8A221}"/>
              </a:ext>
            </a:extLst>
          </p:cNvPr>
          <p:cNvSpPr>
            <a:spLocks xmlns:a="http://schemas.openxmlformats.org/drawingml/2006/main" noGrp="1"/>
          </p:cNvSpPr>
          <p:nvPr/>
        </p:nvSpPr>
        <p:spPr>
          <a:xfrm xmlns:a="http://schemas.openxmlformats.org/drawingml/2006/main">
            <a:off x="2768917" y="300990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بالقيمة</a:t>
            </a:r>
          </a:p>
        </p:txBody>
      </p:sp>
      <p:sp>
        <p:nvSpPr>
          <p:cNvPr id="40" name="">
            <a:extLst xmlns:a="http://schemas.openxmlformats.org/drawingml/2006/main">
              <a:ext uri="{FF2B5EF4-FFF2-40B4-BE49-F238E27FC236}">
                <a16:creationId xmlns:a16="http://schemas.microsoft.com/office/drawing/2014/main" id="{4A045816-2038-43DD-BC25-EFB74CE931DB}"/>
              </a:ext>
            </a:extLst>
          </p:cNvPr>
          <p:cNvSpPr>
            <a:spLocks xmlns:a="http://schemas.openxmlformats.org/drawingml/2006/main" noGrp="1"/>
          </p:cNvSpPr>
          <p:nvPr/>
        </p:nvSpPr>
        <p:spPr>
          <a:xfrm xmlns:a="http://schemas.openxmlformats.org/drawingml/2006/main">
            <a:off x="2272665" y="3009900"/>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97.</a:t>
            </a:r>
          </a:p>
        </p:txBody>
      </p:sp>
      <p:sp>
        <p:nvSpPr>
          <p:cNvPr id="41" name="">
            <a:extLst xmlns:a="http://schemas.openxmlformats.org/drawingml/2006/main">
              <a:ext uri="{FF2B5EF4-FFF2-40B4-BE49-F238E27FC236}">
                <a16:creationId xmlns:a16="http://schemas.microsoft.com/office/drawing/2014/main" id="{2639B013-5710-4E18-824E-949051BB7C49}"/>
              </a:ext>
            </a:extLst>
          </p:cNvPr>
          <p:cNvSpPr>
            <a:spLocks xmlns:a="http://schemas.openxmlformats.org/drawingml/2006/main" noGrp="1"/>
          </p:cNvSpPr>
          <p:nvPr/>
        </p:nvSpPr>
        <p:spPr>
          <a:xfrm xmlns:a="http://schemas.openxmlformats.org/drawingml/2006/main">
            <a:off x="1671637" y="300990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42" name="">
            <a:extLst xmlns:a="http://schemas.openxmlformats.org/drawingml/2006/main">
              <a:ext uri="{FF2B5EF4-FFF2-40B4-BE49-F238E27FC236}">
                <a16:creationId xmlns:a16="http://schemas.microsoft.com/office/drawing/2014/main" id="{9A66E31C-32DF-4D96-94EE-3B111539935D}"/>
              </a:ext>
            </a:extLst>
          </p:cNvPr>
          <p:cNvSpPr>
            <a:spLocks xmlns:a="http://schemas.openxmlformats.org/drawingml/2006/main" noGrp="1"/>
          </p:cNvSpPr>
          <p:nvPr/>
        </p:nvSpPr>
        <p:spPr>
          <a:xfrm xmlns:a="http://schemas.openxmlformats.org/drawingml/2006/main">
            <a:off x="1118235" y="3009900"/>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ينشئ</a:t>
            </a:r>
          </a:p>
        </p:txBody>
      </p:sp>
      <p:sp>
        <p:nvSpPr>
          <p:cNvPr id="43" name="">
            <a:extLst xmlns:a="http://schemas.openxmlformats.org/drawingml/2006/main">
              <a:ext uri="{FF2B5EF4-FFF2-40B4-BE49-F238E27FC236}">
                <a16:creationId xmlns:a16="http://schemas.microsoft.com/office/drawing/2014/main" id="{32CAC7F5-B518-47B0-8323-18827CA3A60C}"/>
              </a:ext>
            </a:extLst>
          </p:cNvPr>
          <p:cNvSpPr>
            <a:spLocks xmlns:a="http://schemas.openxmlformats.org/drawingml/2006/main" noGrp="1"/>
          </p:cNvSpPr>
          <p:nvPr/>
        </p:nvSpPr>
        <p:spPr>
          <a:xfrm xmlns:a="http://schemas.openxmlformats.org/drawingml/2006/main">
            <a:off x="4381500"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حركة</a:t>
            </a:r>
          </a:p>
        </p:txBody>
      </p:sp>
      <p:sp>
        <p:nvSpPr>
          <p:cNvPr id="44" name="">
            <a:extLst xmlns:a="http://schemas.openxmlformats.org/drawingml/2006/main">
              <a:ext uri="{FF2B5EF4-FFF2-40B4-BE49-F238E27FC236}">
                <a16:creationId xmlns:a16="http://schemas.microsoft.com/office/drawing/2014/main" id="{528CBC43-EC76-4E53-9752-3F2ED02BB24D}"/>
              </a:ext>
            </a:extLst>
          </p:cNvPr>
          <p:cNvSpPr>
            <a:spLocks xmlns:a="http://schemas.openxmlformats.org/drawingml/2006/main" noGrp="1"/>
          </p:cNvSpPr>
          <p:nvPr/>
        </p:nvSpPr>
        <p:spPr>
          <a:xfrm xmlns:a="http://schemas.openxmlformats.org/drawingml/2006/main">
            <a:off x="3799523"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موثقة</a:t>
            </a:r>
          </a:p>
        </p:txBody>
      </p:sp>
      <p:sp>
        <p:nvSpPr>
          <p:cNvPr id="45" name="">
            <a:extLst xmlns:a="http://schemas.openxmlformats.org/drawingml/2006/main">
              <a:ext uri="{FF2B5EF4-FFF2-40B4-BE49-F238E27FC236}">
                <a16:creationId xmlns:a16="http://schemas.microsoft.com/office/drawing/2014/main" id="{B3C2B0C8-F020-490D-9ED4-E8BABE28BBAC}"/>
              </a:ext>
            </a:extLst>
          </p:cNvPr>
          <p:cNvSpPr>
            <a:spLocks xmlns:a="http://schemas.openxmlformats.org/drawingml/2006/main" noGrp="1"/>
          </p:cNvSpPr>
          <p:nvPr/>
        </p:nvSpPr>
        <p:spPr>
          <a:xfrm xmlns:a="http://schemas.openxmlformats.org/drawingml/2006/main">
            <a:off x="3141345" y="3382804"/>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بالفرق</a:t>
            </a:r>
          </a:p>
        </p:txBody>
      </p:sp>
      <p:sp>
        <p:nvSpPr>
          <p:cNvPr id="46" name="">
            <a:extLst xmlns:a="http://schemas.openxmlformats.org/drawingml/2006/main">
              <a:ext uri="{FF2B5EF4-FFF2-40B4-BE49-F238E27FC236}">
                <a16:creationId xmlns:a16="http://schemas.microsoft.com/office/drawing/2014/main" id="{8D48CA36-2FAD-41C2-9286-6A0F25D06215}"/>
              </a:ext>
            </a:extLst>
          </p:cNvPr>
          <p:cNvSpPr>
            <a:spLocks xmlns:a="http://schemas.openxmlformats.org/drawingml/2006/main" noGrp="1"/>
          </p:cNvSpPr>
          <p:nvPr/>
        </p:nvSpPr>
        <p:spPr>
          <a:xfrm xmlns:a="http://schemas.openxmlformats.org/drawingml/2006/main">
            <a:off x="2721292" y="3382804"/>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بدل</a:t>
            </a:r>
          </a:p>
        </p:txBody>
      </p:sp>
      <p:sp>
        <p:nvSpPr>
          <p:cNvPr id="47" name="">
            <a:extLst xmlns:a="http://schemas.openxmlformats.org/drawingml/2006/main">
              <a:ext uri="{FF2B5EF4-FFF2-40B4-BE49-F238E27FC236}">
                <a16:creationId xmlns:a16="http://schemas.microsoft.com/office/drawing/2014/main" id="{7BD932E3-6647-4BEF-B015-C639B8B063F2}"/>
              </a:ext>
            </a:extLst>
          </p:cNvPr>
          <p:cNvSpPr>
            <a:spLocks xmlns:a="http://schemas.openxmlformats.org/drawingml/2006/main" noGrp="1"/>
          </p:cNvSpPr>
          <p:nvPr/>
        </p:nvSpPr>
        <p:spPr>
          <a:xfrm xmlns:a="http://schemas.openxmlformats.org/drawingml/2006/main">
            <a:off x="2167890"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تغيير</a:t>
            </a:r>
          </a:p>
        </p:txBody>
      </p:sp>
      <p:sp>
        <p:nvSpPr>
          <p:cNvPr id="48" name="">
            <a:extLst xmlns:a="http://schemas.openxmlformats.org/drawingml/2006/main">
              <a:ext uri="{FF2B5EF4-FFF2-40B4-BE49-F238E27FC236}">
                <a16:creationId xmlns:a16="http://schemas.microsoft.com/office/drawing/2014/main" id="{10C8CC68-1AF1-4EF3-9F26-D6A01D4B4688}"/>
              </a:ext>
            </a:extLst>
          </p:cNvPr>
          <p:cNvSpPr>
            <a:spLocks xmlns:a="http://schemas.openxmlformats.org/drawingml/2006/main" noGrp="1"/>
          </p:cNvSpPr>
          <p:nvPr/>
        </p:nvSpPr>
        <p:spPr>
          <a:xfrm xmlns:a="http://schemas.openxmlformats.org/drawingml/2006/main">
            <a:off x="1433512" y="3382804"/>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الرصيد</a:t>
            </a:r>
          </a:p>
        </p:txBody>
      </p:sp>
      <p:sp>
        <p:nvSpPr>
          <p:cNvPr id="49" name="">
            <a:extLst xmlns:a="http://schemas.openxmlformats.org/drawingml/2006/main">
              <a:ext uri="{FF2B5EF4-FFF2-40B4-BE49-F238E27FC236}">
                <a16:creationId xmlns:a16="http://schemas.microsoft.com/office/drawing/2014/main" id="{C3C87DB1-365F-4BF3-BD2D-80D027C9448F}"/>
              </a:ext>
            </a:extLst>
          </p:cNvPr>
          <p:cNvSpPr>
            <a:spLocks xmlns:a="http://schemas.openxmlformats.org/drawingml/2006/main" noGrp="1"/>
          </p:cNvSpPr>
          <p:nvPr/>
        </p:nvSpPr>
        <p:spPr>
          <a:xfrm xmlns:a="http://schemas.openxmlformats.org/drawingml/2006/main">
            <a:off x="965835" y="3382804"/>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دون</a:t>
            </a:r>
          </a:p>
        </p:txBody>
      </p:sp>
      <p:sp>
        <p:nvSpPr>
          <p:cNvPr id="50" name="">
            <a:extLst xmlns:a="http://schemas.openxmlformats.org/drawingml/2006/main">
              <a:ext uri="{FF2B5EF4-FFF2-40B4-BE49-F238E27FC236}">
                <a16:creationId xmlns:a16="http://schemas.microsoft.com/office/drawing/2014/main" id="{B413A565-B07B-4E92-A1AC-746AE2702811}"/>
              </a:ext>
            </a:extLst>
          </p:cNvPr>
          <p:cNvSpPr>
            <a:spLocks xmlns:a="http://schemas.openxmlformats.org/drawingml/2006/main" noGrp="1"/>
          </p:cNvSpPr>
          <p:nvPr/>
        </p:nvSpPr>
        <p:spPr>
          <a:xfrm xmlns:a="http://schemas.openxmlformats.org/drawingml/2006/main">
            <a:off x="4533900" y="3755707"/>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أثر.</a:t>
            </a:r>
          </a:p>
        </p:txBody>
      </p:sp>
    </p:spTree>
    <p:extLst>
      <p:ext uri="{BB962C8B-B14F-4D97-AF65-F5344CB8AC3E}">
        <p14:creationId xmlns:p14="http://schemas.microsoft.com/office/powerpoint/2010/main" val="1627032804"/>
      </p:ext>
    </p:extLst>
  </p:cSld>
</p:sld>
</file>

<file path=ppt/slides/slide23.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2E9D8DFE-4934-4C24-920B-BB6EDB4FD6B2}"/>
              </a:ext>
            </a:extLst>
          </p:cNvPr>
          <p:cNvSpPr>
            <a:spLocks xmlns:a="http://schemas.openxmlformats.org/drawingml/2006/main" noGrp="1"/>
          </p:cNvSpPr>
          <p:nvPr/>
        </p:nvSpPr>
        <p:spPr>
          <a:xfrm xmlns:a="http://schemas.openxmlformats.org/drawingml/2006/main">
            <a:off x="11153775"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الخزنة</a:t>
            </a:r>
          </a:p>
        </p:txBody>
      </p:sp>
      <p:sp>
        <p:nvSpPr>
          <p:cNvPr id="2" name="">
            <a:extLst xmlns:a="http://schemas.openxmlformats.org/drawingml/2006/main">
              <a:ext uri="{FF2B5EF4-FFF2-40B4-BE49-F238E27FC236}">
                <a16:creationId xmlns:a16="http://schemas.microsoft.com/office/drawing/2014/main" id="{A2B0030B-C338-4A9B-95BD-866BC71EBD49}"/>
              </a:ext>
            </a:extLst>
          </p:cNvPr>
          <p:cNvSpPr>
            <a:spLocks xmlns:a="http://schemas.openxmlformats.org/drawingml/2006/main" noGrp="1"/>
          </p:cNvSpPr>
          <p:nvPr/>
        </p:nvSpPr>
        <p:spPr>
          <a:xfrm xmlns:a="http://schemas.openxmlformats.org/drawingml/2006/main">
            <a:off x="10683240"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والعهد</a:t>
            </a:r>
          </a:p>
        </p:txBody>
      </p:sp>
      <p:sp>
        <p:nvSpPr>
          <p:cNvPr id="3" name="">
            <a:extLst xmlns:a="http://schemas.openxmlformats.org/drawingml/2006/main">
              <a:ext uri="{FF2B5EF4-FFF2-40B4-BE49-F238E27FC236}">
                <a16:creationId xmlns:a16="http://schemas.microsoft.com/office/drawing/2014/main" id="{175B7EA0-82CA-4CF1-B74A-31FC5A1989DA}"/>
              </a:ext>
            </a:extLst>
          </p:cNvPr>
          <p:cNvSpPr>
            <a:spLocks xmlns:a="http://schemas.openxmlformats.org/drawingml/2006/main" noGrp="1"/>
          </p:cNvSpPr>
          <p:nvPr/>
        </p:nvSpPr>
        <p:spPr>
          <a:xfrm xmlns:a="http://schemas.openxmlformats.org/drawingml/2006/main">
            <a:off x="10810875" y="781050"/>
            <a:ext cx="7620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تسليم</a:t>
            </a:r>
          </a:p>
        </p:txBody>
      </p:sp>
      <p:sp>
        <p:nvSpPr>
          <p:cNvPr id="4" name="">
            <a:extLst xmlns:a="http://schemas.openxmlformats.org/drawingml/2006/main">
              <a:ext uri="{FF2B5EF4-FFF2-40B4-BE49-F238E27FC236}">
                <a16:creationId xmlns:a16="http://schemas.microsoft.com/office/drawing/2014/main" id="{E21278FA-8D5C-4DF5-971A-B84AA9BB2A86}"/>
              </a:ext>
            </a:extLst>
          </p:cNvPr>
          <p:cNvSpPr>
            <a:spLocks xmlns:a="http://schemas.openxmlformats.org/drawingml/2006/main" noGrp="1"/>
          </p:cNvSpPr>
          <p:nvPr/>
        </p:nvSpPr>
        <p:spPr>
          <a:xfrm xmlns:a="http://schemas.openxmlformats.org/drawingml/2006/main">
            <a:off x="9957435" y="781050"/>
            <a:ext cx="733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عهدة</a:t>
            </a:r>
          </a:p>
        </p:txBody>
      </p:sp>
      <p:sp>
        <p:nvSpPr>
          <p:cNvPr id="5" name="">
            <a:extLst xmlns:a="http://schemas.openxmlformats.org/drawingml/2006/main">
              <a:ext uri="{FF2B5EF4-FFF2-40B4-BE49-F238E27FC236}">
                <a16:creationId xmlns:a16="http://schemas.microsoft.com/office/drawing/2014/main" id="{9DD7A82F-719C-469B-A078-CCAD75D1D8E6}"/>
              </a:ext>
            </a:extLst>
          </p:cNvPr>
          <p:cNvSpPr>
            <a:spLocks xmlns:a="http://schemas.openxmlformats.org/drawingml/2006/main" noGrp="1"/>
          </p:cNvSpPr>
          <p:nvPr/>
        </p:nvSpPr>
        <p:spPr>
          <a:xfrm xmlns:a="http://schemas.openxmlformats.org/drawingml/2006/main">
            <a:off x="8818245" y="781050"/>
            <a:ext cx="10191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لموظف</a:t>
            </a:r>
          </a:p>
        </p:txBody>
      </p:sp>
      <p:sp>
        <p:nvSpPr>
          <p:cNvPr id="6" name="">
            <a:extLst xmlns:a="http://schemas.openxmlformats.org/drawingml/2006/main">
              <a:ext uri="{FF2B5EF4-FFF2-40B4-BE49-F238E27FC236}">
                <a16:creationId xmlns:a16="http://schemas.microsoft.com/office/drawing/2014/main" id="{AC8DB417-23F5-443E-8D8C-C752C5BA6E6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23</a:t>
            </a:r>
          </a:p>
        </p:txBody>
      </p:sp>
      <p:sp>
        <p:nvSpPr>
          <p:cNvPr id="7" name="">
            <a:extLst xmlns:a="http://schemas.openxmlformats.org/drawingml/2006/main">
              <a:ext uri="{FF2B5EF4-FFF2-40B4-BE49-F238E27FC236}">
                <a16:creationId xmlns:a16="http://schemas.microsoft.com/office/drawing/2014/main" id="{B7AB2000-1849-43D8-86D5-353CD0B5EDF0}"/>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5798739-75AF-4EAF-B7B2-968A71657EDE}"/>
              </a:ext>
            </a:extLst>
          </p:cNvPr>
          <p:cNvSpPr>
            <a:spLocks xmlns:a="http://schemas.openxmlformats.org/drawingml/2006/main" noGrp="1"/>
          </p:cNvSpPr>
          <p:nvPr/>
        </p:nvSpPr>
        <p:spPr>
          <a:xfrm xmlns:a="http://schemas.openxmlformats.org/drawingml/2006/main">
            <a:off x="10287000"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9" name="">
            <a:extLst xmlns:a="http://schemas.openxmlformats.org/drawingml/2006/main">
              <a:ext uri="{FF2B5EF4-FFF2-40B4-BE49-F238E27FC236}">
                <a16:creationId xmlns:a16="http://schemas.microsoft.com/office/drawing/2014/main" id="{747BA6D6-0BF4-4BC9-AEA7-6D3857786BEA}"/>
              </a:ext>
            </a:extLst>
          </p:cNvPr>
          <p:cNvSpPr>
            <a:spLocks xmlns:a="http://schemas.openxmlformats.org/drawingml/2006/main" noGrp="1"/>
          </p:cNvSpPr>
          <p:nvPr/>
        </p:nvSpPr>
        <p:spPr>
          <a:xfrm xmlns:a="http://schemas.openxmlformats.org/drawingml/2006/main">
            <a:off x="9657398"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إضافة</a:t>
            </a:r>
          </a:p>
        </p:txBody>
      </p:sp>
      <p:sp>
        <p:nvSpPr>
          <p:cNvPr id="10" name="">
            <a:extLst xmlns:a="http://schemas.openxmlformats.org/drawingml/2006/main">
              <a:ext uri="{FF2B5EF4-FFF2-40B4-BE49-F238E27FC236}">
                <a16:creationId xmlns:a16="http://schemas.microsoft.com/office/drawing/2014/main" id="{4FFE5393-65EC-49D6-A29A-48C322D026E0}"/>
              </a:ext>
            </a:extLst>
          </p:cNvPr>
          <p:cNvSpPr>
            <a:spLocks xmlns:a="http://schemas.openxmlformats.org/drawingml/2006/main" noGrp="1"/>
          </p:cNvSpPr>
          <p:nvPr/>
        </p:nvSpPr>
        <p:spPr>
          <a:xfrm xmlns:a="http://schemas.openxmlformats.org/drawingml/2006/main">
            <a:off x="9056370" y="180975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حركة</a:t>
            </a:r>
          </a:p>
        </p:txBody>
      </p:sp>
      <p:sp>
        <p:nvSpPr>
          <p:cNvPr id="11" name="">
            <a:extLst xmlns:a="http://schemas.openxmlformats.org/drawingml/2006/main">
              <a:ext uri="{FF2B5EF4-FFF2-40B4-BE49-F238E27FC236}">
                <a16:creationId xmlns:a16="http://schemas.microsoft.com/office/drawing/2014/main" id="{221A32AF-94D7-464C-8068-DA099D566910}"/>
              </a:ext>
            </a:extLst>
          </p:cNvPr>
          <p:cNvSpPr>
            <a:spLocks xmlns:a="http://schemas.openxmlformats.org/drawingml/2006/main" noGrp="1"/>
          </p:cNvSpPr>
          <p:nvPr/>
        </p:nvSpPr>
        <p:spPr>
          <a:xfrm xmlns:a="http://schemas.openxmlformats.org/drawingml/2006/main">
            <a:off x="8426768"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واختر</a:t>
            </a:r>
          </a:p>
        </p:txBody>
      </p:sp>
      <p:sp>
        <p:nvSpPr>
          <p:cNvPr id="12" name="">
            <a:extLst xmlns:a="http://schemas.openxmlformats.org/drawingml/2006/main">
              <a:ext uri="{FF2B5EF4-FFF2-40B4-BE49-F238E27FC236}">
                <a16:creationId xmlns:a16="http://schemas.microsoft.com/office/drawing/2014/main" id="{218AB0CD-698B-4DC3-BEF7-BB60FDF86CED}"/>
              </a:ext>
            </a:extLst>
          </p:cNvPr>
          <p:cNvSpPr>
            <a:spLocks xmlns:a="http://schemas.openxmlformats.org/drawingml/2006/main" noGrp="1"/>
          </p:cNvSpPr>
          <p:nvPr/>
        </p:nvSpPr>
        <p:spPr>
          <a:xfrm xmlns:a="http://schemas.openxmlformats.org/drawingml/2006/main">
            <a:off x="7882890"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تسليم</a:t>
            </a:r>
          </a:p>
        </p:txBody>
      </p:sp>
      <p:sp>
        <p:nvSpPr>
          <p:cNvPr id="13" name="">
            <a:extLst xmlns:a="http://schemas.openxmlformats.org/drawingml/2006/main">
              <a:ext uri="{FF2B5EF4-FFF2-40B4-BE49-F238E27FC236}">
                <a16:creationId xmlns:a16="http://schemas.microsoft.com/office/drawing/2014/main" id="{E6FED44A-0A9D-4779-B44B-91A5A06FCB77}"/>
              </a:ext>
            </a:extLst>
          </p:cNvPr>
          <p:cNvSpPr>
            <a:spLocks xmlns:a="http://schemas.openxmlformats.org/drawingml/2006/main" noGrp="1"/>
          </p:cNvSpPr>
          <p:nvPr/>
        </p:nvSpPr>
        <p:spPr>
          <a:xfrm xmlns:a="http://schemas.openxmlformats.org/drawingml/2006/main">
            <a:off x="7348538" y="180975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عهدة</a:t>
            </a:r>
          </a:p>
        </p:txBody>
      </p:sp>
      <p:sp>
        <p:nvSpPr>
          <p:cNvPr id="14" name="">
            <a:extLst xmlns:a="http://schemas.openxmlformats.org/drawingml/2006/main">
              <a:ext uri="{FF2B5EF4-FFF2-40B4-BE49-F238E27FC236}">
                <a16:creationId xmlns:a16="http://schemas.microsoft.com/office/drawing/2014/main" id="{A5CE16E6-B2C8-4B1B-B3C0-48CE851E17CF}"/>
              </a:ext>
            </a:extLst>
          </p:cNvPr>
          <p:cNvSpPr>
            <a:spLocks xmlns:a="http://schemas.openxmlformats.org/drawingml/2006/main" noGrp="1"/>
          </p:cNvSpPr>
          <p:nvPr/>
        </p:nvSpPr>
        <p:spPr>
          <a:xfrm xmlns:a="http://schemas.openxmlformats.org/drawingml/2006/main">
            <a:off x="6595110" y="180975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لموظف</a:t>
            </a:r>
          </a:p>
        </p:txBody>
      </p:sp>
      <p:sp>
        <p:nvSpPr>
          <p:cNvPr id="15" name="">
            <a:extLst xmlns:a="http://schemas.openxmlformats.org/drawingml/2006/main">
              <a:ext uri="{FF2B5EF4-FFF2-40B4-BE49-F238E27FC236}">
                <a16:creationId xmlns:a16="http://schemas.microsoft.com/office/drawing/2014/main" id="{88D111F4-37B5-4DCB-83E1-8C5F43170805}"/>
              </a:ext>
            </a:extLst>
          </p:cNvPr>
          <p:cNvSpPr>
            <a:spLocks xmlns:a="http://schemas.openxmlformats.org/drawingml/2006/main" noGrp="1"/>
          </p:cNvSpPr>
          <p:nvPr/>
        </p:nvSpPr>
        <p:spPr>
          <a:xfrm xmlns:a="http://schemas.openxmlformats.org/drawingml/2006/main">
            <a:off x="6032183" y="180975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نشط.</a:t>
            </a:r>
          </a:p>
        </p:txBody>
      </p:sp>
      <p:sp>
        <p:nvSpPr>
          <p:cNvPr id="16" name="">
            <a:extLst xmlns:a="http://schemas.openxmlformats.org/drawingml/2006/main">
              <a:ext uri="{FF2B5EF4-FFF2-40B4-BE49-F238E27FC236}">
                <a16:creationId xmlns:a16="http://schemas.microsoft.com/office/drawing/2014/main" id="{6DBCF915-409D-4B3A-9D04-6DF9EF163163}"/>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07DAEC76-6276-4FC8-BDE8-E38E6C952D84}"/>
              </a:ext>
            </a:extLst>
          </p:cNvPr>
          <p:cNvSpPr>
            <a:spLocks xmlns:a="http://schemas.openxmlformats.org/drawingml/2006/main" noGrp="1"/>
          </p:cNvSpPr>
          <p:nvPr/>
        </p:nvSpPr>
        <p:spPr>
          <a:xfrm xmlns:a="http://schemas.openxmlformats.org/drawingml/2006/main">
            <a:off x="10201275" y="2733675"/>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18" name="">
            <a:extLst xmlns:a="http://schemas.openxmlformats.org/drawingml/2006/main">
              <a:ext uri="{FF2B5EF4-FFF2-40B4-BE49-F238E27FC236}">
                <a16:creationId xmlns:a16="http://schemas.microsoft.com/office/drawing/2014/main" id="{ECE79EFA-E466-4F0D-98E7-9F2E9A661B59}"/>
              </a:ext>
            </a:extLst>
          </p:cNvPr>
          <p:cNvSpPr>
            <a:spLocks xmlns:a="http://schemas.openxmlformats.org/drawingml/2006/main" noGrp="1"/>
          </p:cNvSpPr>
          <p:nvPr/>
        </p:nvSpPr>
        <p:spPr>
          <a:xfrm xmlns:a="http://schemas.openxmlformats.org/drawingml/2006/main">
            <a:off x="9619298"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المبلغ</a:t>
            </a:r>
          </a:p>
        </p:txBody>
      </p:sp>
      <p:sp>
        <p:nvSpPr>
          <p:cNvPr id="19" name="">
            <a:extLst xmlns:a="http://schemas.openxmlformats.org/drawingml/2006/main">
              <a:ext uri="{FF2B5EF4-FFF2-40B4-BE49-F238E27FC236}">
                <a16:creationId xmlns:a16="http://schemas.microsoft.com/office/drawing/2014/main" id="{C4174A8A-7476-48AB-A0CB-2CE5B8C0F54A}"/>
              </a:ext>
            </a:extLst>
          </p:cNvPr>
          <p:cNvSpPr>
            <a:spLocks xmlns:a="http://schemas.openxmlformats.org/drawingml/2006/main" noGrp="1"/>
          </p:cNvSpPr>
          <p:nvPr/>
        </p:nvSpPr>
        <p:spPr>
          <a:xfrm xmlns:a="http://schemas.openxmlformats.org/drawingml/2006/main">
            <a:off x="8818245" y="2733675"/>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والتاريخ</a:t>
            </a:r>
          </a:p>
        </p:txBody>
      </p:sp>
      <p:sp>
        <p:nvSpPr>
          <p:cNvPr id="20" name="">
            <a:extLst xmlns:a="http://schemas.openxmlformats.org/drawingml/2006/main">
              <a:ext uri="{FF2B5EF4-FFF2-40B4-BE49-F238E27FC236}">
                <a16:creationId xmlns:a16="http://schemas.microsoft.com/office/drawing/2014/main" id="{BCD1B991-7119-49BE-B836-ACBECB376569}"/>
              </a:ext>
            </a:extLst>
          </p:cNvPr>
          <p:cNvSpPr>
            <a:spLocks xmlns:a="http://schemas.openxmlformats.org/drawingml/2006/main" noGrp="1"/>
          </p:cNvSpPr>
          <p:nvPr/>
        </p:nvSpPr>
        <p:spPr>
          <a:xfrm xmlns:a="http://schemas.openxmlformats.org/drawingml/2006/main">
            <a:off x="8293418" y="2733675"/>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واسم</a:t>
            </a:r>
          </a:p>
        </p:txBody>
      </p:sp>
      <p:sp>
        <p:nvSpPr>
          <p:cNvPr id="21" name="">
            <a:extLst xmlns:a="http://schemas.openxmlformats.org/drawingml/2006/main">
              <a:ext uri="{FF2B5EF4-FFF2-40B4-BE49-F238E27FC236}">
                <a16:creationId xmlns:a16="http://schemas.microsoft.com/office/drawing/2014/main" id="{E8238C5E-B183-4A45-A606-488B2FF9227D}"/>
              </a:ext>
            </a:extLst>
          </p:cNvPr>
          <p:cNvSpPr>
            <a:spLocks xmlns:a="http://schemas.openxmlformats.org/drawingml/2006/main" noGrp="1"/>
          </p:cNvSpPr>
          <p:nvPr/>
        </p:nvSpPr>
        <p:spPr>
          <a:xfrm xmlns:a="http://schemas.openxmlformats.org/drawingml/2006/main">
            <a:off x="7682865" y="2733675"/>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العهدة</a:t>
            </a:r>
          </a:p>
        </p:txBody>
      </p:sp>
      <p:sp>
        <p:nvSpPr>
          <p:cNvPr id="22" name="">
            <a:extLst xmlns:a="http://schemas.openxmlformats.org/drawingml/2006/main">
              <a:ext uri="{FF2B5EF4-FFF2-40B4-BE49-F238E27FC236}">
                <a16:creationId xmlns:a16="http://schemas.microsoft.com/office/drawing/2014/main" id="{0591004B-7F07-4F77-B2DB-77CED1EDCC13}"/>
              </a:ext>
            </a:extLst>
          </p:cNvPr>
          <p:cNvSpPr>
            <a:spLocks xmlns:a="http://schemas.openxmlformats.org/drawingml/2006/main" noGrp="1"/>
          </p:cNvSpPr>
          <p:nvPr/>
        </p:nvSpPr>
        <p:spPr>
          <a:xfrm xmlns:a="http://schemas.openxmlformats.org/drawingml/2006/main">
            <a:off x="6643688" y="2733675"/>
            <a:ext cx="962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والمستندات</a:t>
            </a:r>
          </a:p>
        </p:txBody>
      </p:sp>
      <p:sp>
        <p:nvSpPr>
          <p:cNvPr id="23" name="">
            <a:extLst xmlns:a="http://schemas.openxmlformats.org/drawingml/2006/main">
              <a:ext uri="{FF2B5EF4-FFF2-40B4-BE49-F238E27FC236}">
                <a16:creationId xmlns:a16="http://schemas.microsoft.com/office/drawing/2014/main" id="{75E52051-BF21-4931-BB06-5138142DF288}"/>
              </a:ext>
            </a:extLst>
          </p:cNvPr>
          <p:cNvSpPr>
            <a:spLocks xmlns:a="http://schemas.openxmlformats.org/drawingml/2006/main" noGrp="1"/>
          </p:cNvSpPr>
          <p:nvPr/>
        </p:nvSpPr>
        <p:spPr>
          <a:xfrm xmlns:a="http://schemas.openxmlformats.org/drawingml/2006/main">
            <a:off x="5756910" y="2733675"/>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المطلوبة.</a:t>
            </a:r>
          </a:p>
        </p:txBody>
      </p:sp>
      <p:sp>
        <p:nvSpPr>
          <p:cNvPr id="24" name="">
            <a:extLst xmlns:a="http://schemas.openxmlformats.org/drawingml/2006/main">
              <a:ext uri="{FF2B5EF4-FFF2-40B4-BE49-F238E27FC236}">
                <a16:creationId xmlns:a16="http://schemas.microsoft.com/office/drawing/2014/main" id="{64B5E857-A6FA-480C-BCCA-A228AC1509ED}"/>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7AB331F9-9EAF-41DC-BCCF-98C6ADAFE243}"/>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6" name="">
            <a:extLst xmlns:a="http://schemas.openxmlformats.org/drawingml/2006/main">
              <a:ext uri="{FF2B5EF4-FFF2-40B4-BE49-F238E27FC236}">
                <a16:creationId xmlns:a16="http://schemas.microsoft.com/office/drawing/2014/main" id="{0178A995-F4DC-438B-BC0A-8106F5E69C1A}"/>
              </a:ext>
            </a:extLst>
          </p:cNvPr>
          <p:cNvSpPr>
            <a:spLocks xmlns:a="http://schemas.openxmlformats.org/drawingml/2006/main" noGrp="1"/>
          </p:cNvSpPr>
          <p:nvPr/>
        </p:nvSpPr>
        <p:spPr>
          <a:xfrm xmlns:a="http://schemas.openxmlformats.org/drawingml/2006/main">
            <a:off x="9638348" y="36576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العهد</a:t>
            </a:r>
          </a:p>
        </p:txBody>
      </p:sp>
      <p:sp>
        <p:nvSpPr>
          <p:cNvPr id="27" name="">
            <a:extLst xmlns:a="http://schemas.openxmlformats.org/drawingml/2006/main">
              <a:ext uri="{FF2B5EF4-FFF2-40B4-BE49-F238E27FC236}">
                <a16:creationId xmlns:a16="http://schemas.microsoft.com/office/drawing/2014/main" id="{8FB42A9E-4871-4BA0-9537-AB822FF4BF4C}"/>
              </a:ext>
            </a:extLst>
          </p:cNvPr>
          <p:cNvSpPr>
            <a:spLocks xmlns:a="http://schemas.openxmlformats.org/drawingml/2006/main" noGrp="1"/>
          </p:cNvSpPr>
          <p:nvPr/>
        </p:nvSpPr>
        <p:spPr>
          <a:xfrm xmlns:a="http://schemas.openxmlformats.org/drawingml/2006/main">
            <a:off x="9008745" y="36576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القائمة</a:t>
            </a:r>
          </a:p>
        </p:txBody>
      </p:sp>
      <p:sp>
        <p:nvSpPr>
          <p:cNvPr id="28" name="">
            <a:extLst xmlns:a="http://schemas.openxmlformats.org/drawingml/2006/main">
              <a:ext uri="{FF2B5EF4-FFF2-40B4-BE49-F238E27FC236}">
                <a16:creationId xmlns:a16="http://schemas.microsoft.com/office/drawing/2014/main" id="{E764D1D1-A98D-4CD6-BEFD-C3760F070AB8}"/>
              </a:ext>
            </a:extLst>
          </p:cNvPr>
          <p:cNvSpPr>
            <a:spLocks xmlns:a="http://schemas.openxmlformats.org/drawingml/2006/main" noGrp="1"/>
          </p:cNvSpPr>
          <p:nvPr/>
        </p:nvSpPr>
        <p:spPr>
          <a:xfrm xmlns:a="http://schemas.openxmlformats.org/drawingml/2006/main">
            <a:off x="8436293"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وافتح</a:t>
            </a:r>
          </a:p>
        </p:txBody>
      </p:sp>
      <p:sp>
        <p:nvSpPr>
          <p:cNvPr id="29" name="">
            <a:extLst xmlns:a="http://schemas.openxmlformats.org/drawingml/2006/main">
              <a:ext uri="{FF2B5EF4-FFF2-40B4-BE49-F238E27FC236}">
                <a16:creationId xmlns:a16="http://schemas.microsoft.com/office/drawing/2014/main" id="{C6C7B766-F13C-44CB-8C2C-F0312AD0100D}"/>
              </a:ext>
            </a:extLst>
          </p:cNvPr>
          <p:cNvSpPr>
            <a:spLocks xmlns:a="http://schemas.openxmlformats.org/drawingml/2006/main" noGrp="1"/>
          </p:cNvSpPr>
          <p:nvPr/>
        </p:nvSpPr>
        <p:spPr>
          <a:xfrm xmlns:a="http://schemas.openxmlformats.org/drawingml/2006/main">
            <a:off x="7949565" y="3657600"/>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دفتر</a:t>
            </a:r>
          </a:p>
        </p:txBody>
      </p:sp>
      <p:sp>
        <p:nvSpPr>
          <p:cNvPr id="30" name="">
            <a:extLst xmlns:a="http://schemas.openxmlformats.org/drawingml/2006/main">
              <a:ext uri="{FF2B5EF4-FFF2-40B4-BE49-F238E27FC236}">
                <a16:creationId xmlns:a16="http://schemas.microsoft.com/office/drawing/2014/main" id="{D0C02FA4-A83F-4226-91C6-3D36BEF7C9C5}"/>
              </a:ext>
            </a:extLst>
          </p:cNvPr>
          <p:cNvSpPr>
            <a:spLocks xmlns:a="http://schemas.openxmlformats.org/drawingml/2006/main" noGrp="1"/>
          </p:cNvSpPr>
          <p:nvPr/>
        </p:nvSpPr>
        <p:spPr>
          <a:xfrm xmlns:a="http://schemas.openxmlformats.org/drawingml/2006/main">
            <a:off x="7272338" y="365760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العهدة.</a:t>
            </a:r>
          </a:p>
        </p:txBody>
      </p:sp>
      <p:sp>
        <p:nvSpPr>
          <p:cNvPr id="31" name="">
            <a:extLst xmlns:a="http://schemas.openxmlformats.org/drawingml/2006/main">
              <a:ext uri="{FF2B5EF4-FFF2-40B4-BE49-F238E27FC236}">
                <a16:creationId xmlns:a16="http://schemas.microsoft.com/office/drawing/2014/main" id="{F2F73B5A-362B-413F-9595-763FF3983736}"/>
              </a:ext>
            </a:extLst>
          </p:cNvPr>
          <p:cNvSpPr>
            <a:spLocks xmlns:a="http://schemas.openxmlformats.org/drawingml/2006/main" noGrp="1"/>
          </p:cNvSpPr>
          <p:nvPr/>
        </p:nvSpPr>
        <p:spPr>
          <a:xfrm xmlns:a="http://schemas.openxmlformats.org/drawingml/2006/main">
            <a:off x="4267200" y="1924050"/>
            <a:ext cx="6381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العهدة</a:t>
            </a:r>
          </a:p>
        </p:txBody>
      </p:sp>
      <p:sp>
        <p:nvSpPr>
          <p:cNvPr id="32" name="">
            <a:extLst xmlns:a="http://schemas.openxmlformats.org/drawingml/2006/main">
              <a:ext uri="{FF2B5EF4-FFF2-40B4-BE49-F238E27FC236}">
                <a16:creationId xmlns:a16="http://schemas.microsoft.com/office/drawing/2014/main" id="{8180230C-3C74-4653-AD38-CBA755695276}"/>
              </a:ext>
            </a:extLst>
          </p:cNvPr>
          <p:cNvSpPr>
            <a:spLocks xmlns:a="http://schemas.openxmlformats.org/drawingml/2006/main" noGrp="1"/>
          </p:cNvSpPr>
          <p:nvPr/>
        </p:nvSpPr>
        <p:spPr>
          <a:xfrm xmlns:a="http://schemas.openxmlformats.org/drawingml/2006/main">
            <a:off x="3645218" y="1924050"/>
            <a:ext cx="5334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تعتبر</a:t>
            </a:r>
          </a:p>
        </p:txBody>
      </p:sp>
      <p:sp>
        <p:nvSpPr>
          <p:cNvPr id="33" name="">
            <a:extLst xmlns:a="http://schemas.openxmlformats.org/drawingml/2006/main">
              <a:ext uri="{FF2B5EF4-FFF2-40B4-BE49-F238E27FC236}">
                <a16:creationId xmlns:a16="http://schemas.microsoft.com/office/drawing/2014/main" id="{4C8804A4-37A6-4C0D-9104-2B7743AFBF63}"/>
              </a:ext>
            </a:extLst>
          </p:cNvPr>
          <p:cNvSpPr>
            <a:spLocks xmlns:a="http://schemas.openxmlformats.org/drawingml/2006/main" noGrp="1"/>
          </p:cNvSpPr>
          <p:nvPr/>
        </p:nvSpPr>
        <p:spPr>
          <a:xfrm xmlns:a="http://schemas.openxmlformats.org/drawingml/2006/main">
            <a:off x="3023235" y="1924050"/>
            <a:ext cx="5334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تكلفة</a:t>
            </a:r>
          </a:p>
        </p:txBody>
      </p:sp>
      <p:sp>
        <p:nvSpPr>
          <p:cNvPr id="34" name="">
            <a:extLst xmlns:a="http://schemas.openxmlformats.org/drawingml/2006/main">
              <a:ext uri="{FF2B5EF4-FFF2-40B4-BE49-F238E27FC236}">
                <a16:creationId xmlns:a16="http://schemas.microsoft.com/office/drawing/2014/main" id="{3416B36D-1F13-41C1-AF03-5169A7486959}"/>
              </a:ext>
            </a:extLst>
          </p:cNvPr>
          <p:cNvSpPr>
            <a:spLocks xmlns:a="http://schemas.openxmlformats.org/drawingml/2006/main" noGrp="1"/>
          </p:cNvSpPr>
          <p:nvPr/>
        </p:nvSpPr>
        <p:spPr>
          <a:xfrm xmlns:a="http://schemas.openxmlformats.org/drawingml/2006/main">
            <a:off x="2048827" y="1924050"/>
            <a:ext cx="8858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مشروع؟</a:t>
            </a:r>
          </a:p>
        </p:txBody>
      </p:sp>
      <p:sp>
        <p:nvSpPr>
          <p:cNvPr id="35" name="">
            <a:extLst xmlns:a="http://schemas.openxmlformats.org/drawingml/2006/main">
              <a:ext uri="{FF2B5EF4-FFF2-40B4-BE49-F238E27FC236}">
                <a16:creationId xmlns:a16="http://schemas.microsoft.com/office/drawing/2014/main" id="{64F065BF-DF13-4262-A765-3CAA54253822}"/>
              </a:ext>
            </a:extLst>
          </p:cNvPr>
          <p:cNvSpPr>
            <a:spLocks xmlns:a="http://schemas.openxmlformats.org/drawingml/2006/main" noGrp="1"/>
          </p:cNvSpPr>
          <p:nvPr/>
        </p:nvSpPr>
        <p:spPr>
          <a:xfrm xmlns:a="http://schemas.openxmlformats.org/drawingml/2006/main">
            <a:off x="4438650"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تسليم</a:t>
            </a:r>
          </a:p>
        </p:txBody>
      </p:sp>
      <p:sp>
        <p:nvSpPr>
          <p:cNvPr id="36" name="">
            <a:extLst xmlns:a="http://schemas.openxmlformats.org/drawingml/2006/main">
              <a:ext uri="{FF2B5EF4-FFF2-40B4-BE49-F238E27FC236}">
                <a16:creationId xmlns:a16="http://schemas.microsoft.com/office/drawing/2014/main" id="{DDDA7DB4-20B3-4982-A0A4-8A63BA28CA74}"/>
              </a:ext>
            </a:extLst>
          </p:cNvPr>
          <p:cNvSpPr>
            <a:spLocks xmlns:a="http://schemas.openxmlformats.org/drawingml/2006/main" noGrp="1"/>
          </p:cNvSpPr>
          <p:nvPr/>
        </p:nvSpPr>
        <p:spPr>
          <a:xfrm xmlns:a="http://schemas.openxmlformats.org/drawingml/2006/main">
            <a:off x="3828098" y="3009900"/>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العهدة</a:t>
            </a:r>
          </a:p>
        </p:txBody>
      </p:sp>
      <p:sp>
        <p:nvSpPr>
          <p:cNvPr id="37" name="">
            <a:extLst xmlns:a="http://schemas.openxmlformats.org/drawingml/2006/main">
              <a:ext uri="{FF2B5EF4-FFF2-40B4-BE49-F238E27FC236}">
                <a16:creationId xmlns:a16="http://schemas.microsoft.com/office/drawing/2014/main" id="{7337AE1D-14B5-472B-98FE-8911037AA906}"/>
              </a:ext>
            </a:extLst>
          </p:cNvPr>
          <p:cNvSpPr>
            <a:spLocks xmlns:a="http://schemas.openxmlformats.org/drawingml/2006/main" noGrp="1"/>
          </p:cNvSpPr>
          <p:nvPr/>
        </p:nvSpPr>
        <p:spPr>
          <a:xfrm xmlns:a="http://schemas.openxmlformats.org/drawingml/2006/main">
            <a:off x="3369945" y="30099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ينقل</a:t>
            </a:r>
          </a:p>
        </p:txBody>
      </p:sp>
      <p:sp>
        <p:nvSpPr>
          <p:cNvPr id="38" name="">
            <a:extLst xmlns:a="http://schemas.openxmlformats.org/drawingml/2006/main">
              <a:ext uri="{FF2B5EF4-FFF2-40B4-BE49-F238E27FC236}">
                <a16:creationId xmlns:a16="http://schemas.microsoft.com/office/drawing/2014/main" id="{1F5CA287-A902-4F0C-8697-4F5F0D731C27}"/>
              </a:ext>
            </a:extLst>
          </p:cNvPr>
          <p:cNvSpPr>
            <a:spLocks xmlns:a="http://schemas.openxmlformats.org/drawingml/2006/main" noGrp="1"/>
          </p:cNvSpPr>
          <p:nvPr/>
        </p:nvSpPr>
        <p:spPr>
          <a:xfrm xmlns:a="http://schemas.openxmlformats.org/drawingml/2006/main">
            <a:off x="2911792" y="30099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النقد</a:t>
            </a:r>
          </a:p>
        </p:txBody>
      </p:sp>
      <p:sp>
        <p:nvSpPr>
          <p:cNvPr id="39" name="">
            <a:extLst xmlns:a="http://schemas.openxmlformats.org/drawingml/2006/main">
              <a:ext uri="{FF2B5EF4-FFF2-40B4-BE49-F238E27FC236}">
                <a16:creationId xmlns:a16="http://schemas.microsoft.com/office/drawing/2014/main" id="{A44D8FF0-DC24-4B0A-A93E-7F0E937488D0}"/>
              </a:ext>
            </a:extLst>
          </p:cNvPr>
          <p:cNvSpPr>
            <a:spLocks xmlns:a="http://schemas.openxmlformats.org/drawingml/2006/main" noGrp="1"/>
          </p:cNvSpPr>
          <p:nvPr/>
        </p:nvSpPr>
        <p:spPr>
          <a:xfrm xmlns:a="http://schemas.openxmlformats.org/drawingml/2006/main">
            <a:off x="2510790" y="30099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إلى</a:t>
            </a:r>
          </a:p>
        </p:txBody>
      </p:sp>
      <p:sp>
        <p:nvSpPr>
          <p:cNvPr id="40" name="">
            <a:extLst xmlns:a="http://schemas.openxmlformats.org/drawingml/2006/main">
              <a:ext uri="{FF2B5EF4-FFF2-40B4-BE49-F238E27FC236}">
                <a16:creationId xmlns:a16="http://schemas.microsoft.com/office/drawing/2014/main" id="{9B5C5AC7-01E9-4DBA-82FB-F67934A8F394}"/>
              </a:ext>
            </a:extLst>
          </p:cNvPr>
          <p:cNvSpPr>
            <a:spLocks xmlns:a="http://schemas.openxmlformats.org/drawingml/2006/main" noGrp="1"/>
          </p:cNvSpPr>
          <p:nvPr/>
        </p:nvSpPr>
        <p:spPr>
          <a:xfrm xmlns:a="http://schemas.openxmlformats.org/drawingml/2006/main">
            <a:off x="1976437" y="30099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عهدة</a:t>
            </a:r>
          </a:p>
        </p:txBody>
      </p:sp>
      <p:sp>
        <p:nvSpPr>
          <p:cNvPr id="41" name="">
            <a:extLst xmlns:a="http://schemas.openxmlformats.org/drawingml/2006/main">
              <a:ext uri="{FF2B5EF4-FFF2-40B4-BE49-F238E27FC236}">
                <a16:creationId xmlns:a16="http://schemas.microsoft.com/office/drawing/2014/main" id="{E50BEC9A-F7BC-45B9-8FCD-FE313D1269EE}"/>
              </a:ext>
            </a:extLst>
          </p:cNvPr>
          <p:cNvSpPr>
            <a:spLocks xmlns:a="http://schemas.openxmlformats.org/drawingml/2006/main" noGrp="1"/>
          </p:cNvSpPr>
          <p:nvPr/>
        </p:nvSpPr>
        <p:spPr>
          <a:xfrm xmlns:a="http://schemas.openxmlformats.org/drawingml/2006/main">
            <a:off x="1099185" y="3009900"/>
            <a:ext cx="800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الموظف.</a:t>
            </a:r>
          </a:p>
        </p:txBody>
      </p:sp>
      <p:sp>
        <p:nvSpPr>
          <p:cNvPr id="42" name="">
            <a:extLst xmlns:a="http://schemas.openxmlformats.org/drawingml/2006/main">
              <a:ext uri="{FF2B5EF4-FFF2-40B4-BE49-F238E27FC236}">
                <a16:creationId xmlns:a16="http://schemas.microsoft.com/office/drawing/2014/main" id="{75EB02AB-0841-4058-9B92-1BB4A44E672B}"/>
              </a:ext>
            </a:extLst>
          </p:cNvPr>
          <p:cNvSpPr>
            <a:spLocks xmlns:a="http://schemas.openxmlformats.org/drawingml/2006/main" noGrp="1"/>
          </p:cNvSpPr>
          <p:nvPr/>
        </p:nvSpPr>
        <p:spPr>
          <a:xfrm xmlns:a="http://schemas.openxmlformats.org/drawingml/2006/main">
            <a:off x="4400550"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تظهر</a:t>
            </a:r>
          </a:p>
        </p:txBody>
      </p:sp>
      <p:sp>
        <p:nvSpPr>
          <p:cNvPr id="43" name="">
            <a:extLst xmlns:a="http://schemas.openxmlformats.org/drawingml/2006/main">
              <a:ext uri="{FF2B5EF4-FFF2-40B4-BE49-F238E27FC236}">
                <a16:creationId xmlns:a16="http://schemas.microsoft.com/office/drawing/2014/main" id="{067824B4-4507-46D9-9B8E-081FF554E03C}"/>
              </a:ext>
            </a:extLst>
          </p:cNvPr>
          <p:cNvSpPr>
            <a:spLocks xmlns:a="http://schemas.openxmlformats.org/drawingml/2006/main" noGrp="1"/>
          </p:cNvSpPr>
          <p:nvPr/>
        </p:nvSpPr>
        <p:spPr>
          <a:xfrm xmlns:a="http://schemas.openxmlformats.org/drawingml/2006/main">
            <a:off x="3770948" y="3382804"/>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التكلفة</a:t>
            </a:r>
          </a:p>
        </p:txBody>
      </p:sp>
      <p:sp>
        <p:nvSpPr>
          <p:cNvPr id="44" name="">
            <a:extLst xmlns:a="http://schemas.openxmlformats.org/drawingml/2006/main">
              <a:ext uri="{FF2B5EF4-FFF2-40B4-BE49-F238E27FC236}">
                <a16:creationId xmlns:a16="http://schemas.microsoft.com/office/drawing/2014/main" id="{477A1FDA-D7BE-4E07-8D16-575BE903F0A1}"/>
              </a:ext>
            </a:extLst>
          </p:cNvPr>
          <p:cNvSpPr>
            <a:spLocks xmlns:a="http://schemas.openxmlformats.org/drawingml/2006/main" noGrp="1"/>
          </p:cNvSpPr>
          <p:nvPr/>
        </p:nvSpPr>
        <p:spPr>
          <a:xfrm xmlns:a="http://schemas.openxmlformats.org/drawingml/2006/main">
            <a:off x="3188970"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عندما</a:t>
            </a:r>
          </a:p>
        </p:txBody>
      </p:sp>
      <p:sp>
        <p:nvSpPr>
          <p:cNvPr id="45" name="">
            <a:extLst xmlns:a="http://schemas.openxmlformats.org/drawingml/2006/main">
              <a:ext uri="{FF2B5EF4-FFF2-40B4-BE49-F238E27FC236}">
                <a16:creationId xmlns:a16="http://schemas.microsoft.com/office/drawing/2014/main" id="{041E6E8C-EA2E-4FFD-A6DC-47CC4D9079FC}"/>
              </a:ext>
            </a:extLst>
          </p:cNvPr>
          <p:cNvSpPr>
            <a:spLocks xmlns:a="http://schemas.openxmlformats.org/drawingml/2006/main" noGrp="1"/>
          </p:cNvSpPr>
          <p:nvPr/>
        </p:nvSpPr>
        <p:spPr>
          <a:xfrm xmlns:a="http://schemas.openxmlformats.org/drawingml/2006/main">
            <a:off x="2587942"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تسجل</a:t>
            </a:r>
          </a:p>
        </p:txBody>
      </p:sp>
      <p:sp>
        <p:nvSpPr>
          <p:cNvPr id="46" name="">
            <a:extLst xmlns:a="http://schemas.openxmlformats.org/drawingml/2006/main">
              <a:ext uri="{FF2B5EF4-FFF2-40B4-BE49-F238E27FC236}">
                <a16:creationId xmlns:a16="http://schemas.microsoft.com/office/drawing/2014/main" id="{F9D215A9-CD3F-4723-88AC-31533E440321}"/>
              </a:ext>
            </a:extLst>
          </p:cNvPr>
          <p:cNvSpPr>
            <a:spLocks xmlns:a="http://schemas.openxmlformats.org/drawingml/2006/main" noGrp="1"/>
          </p:cNvSpPr>
          <p:nvPr/>
        </p:nvSpPr>
        <p:spPr>
          <a:xfrm xmlns:a="http://schemas.openxmlformats.org/drawingml/2006/main">
            <a:off x="1767840" y="3382804"/>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مصروفًا</a:t>
            </a:r>
          </a:p>
        </p:txBody>
      </p:sp>
      <p:sp>
        <p:nvSpPr>
          <p:cNvPr id="47" name="">
            <a:extLst xmlns:a="http://schemas.openxmlformats.org/drawingml/2006/main">
              <a:ext uri="{FF2B5EF4-FFF2-40B4-BE49-F238E27FC236}">
                <a16:creationId xmlns:a16="http://schemas.microsoft.com/office/drawing/2014/main" id="{32152883-99A4-41B7-8F8A-3DF76B56E0F0}"/>
              </a:ext>
            </a:extLst>
          </p:cNvPr>
          <p:cNvSpPr>
            <a:spLocks xmlns:a="http://schemas.openxmlformats.org/drawingml/2006/main" noGrp="1"/>
          </p:cNvSpPr>
          <p:nvPr/>
        </p:nvSpPr>
        <p:spPr>
          <a:xfrm xmlns:a="http://schemas.openxmlformats.org/drawingml/2006/main">
            <a:off x="1281112" y="3382804"/>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فعليًا</a:t>
            </a:r>
          </a:p>
        </p:txBody>
      </p:sp>
      <p:sp>
        <p:nvSpPr>
          <p:cNvPr id="48" name="">
            <a:extLst xmlns:a="http://schemas.openxmlformats.org/drawingml/2006/main">
              <a:ext uri="{FF2B5EF4-FFF2-40B4-BE49-F238E27FC236}">
                <a16:creationId xmlns:a16="http://schemas.microsoft.com/office/drawing/2014/main" id="{E31EC2F7-DA64-4BAB-A172-53F66A222D6E}"/>
              </a:ext>
            </a:extLst>
          </p:cNvPr>
          <p:cNvSpPr>
            <a:spLocks xmlns:a="http://schemas.openxmlformats.org/drawingml/2006/main" noGrp="1"/>
          </p:cNvSpPr>
          <p:nvPr/>
        </p:nvSpPr>
        <p:spPr>
          <a:xfrm xmlns:a="http://schemas.openxmlformats.org/drawingml/2006/main">
            <a:off x="908685" y="3382804"/>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49" name="">
            <a:extLst xmlns:a="http://schemas.openxmlformats.org/drawingml/2006/main">
              <a:ext uri="{FF2B5EF4-FFF2-40B4-BE49-F238E27FC236}">
                <a16:creationId xmlns:a16="http://schemas.microsoft.com/office/drawing/2014/main" id="{A3EA11F3-FDF7-4DD7-92F3-302A41906AEC}"/>
              </a:ext>
            </a:extLst>
          </p:cNvPr>
          <p:cNvSpPr>
            <a:spLocks xmlns:a="http://schemas.openxmlformats.org/drawingml/2006/main" noGrp="1"/>
          </p:cNvSpPr>
          <p:nvPr/>
        </p:nvSpPr>
        <p:spPr>
          <a:xfrm xmlns:a="http://schemas.openxmlformats.org/drawingml/2006/main">
            <a:off x="4305300" y="3755707"/>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العهدة.</a:t>
            </a:r>
          </a:p>
        </p:txBody>
      </p:sp>
    </p:spTree>
    <p:extLst>
      <p:ext uri="{BB962C8B-B14F-4D97-AF65-F5344CB8AC3E}">
        <p14:creationId xmlns:p14="http://schemas.microsoft.com/office/powerpoint/2010/main" val="1357088573"/>
      </p:ext>
    </p:extLst>
  </p:cSld>
</p:sld>
</file>

<file path=ppt/slides/slide24.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EE96EFC4-6D9E-4665-93F6-67016B7E66BF}"/>
              </a:ext>
            </a:extLst>
          </p:cNvPr>
          <p:cNvSpPr>
            <a:spLocks xmlns:a="http://schemas.openxmlformats.org/drawingml/2006/main" noGrp="1"/>
          </p:cNvSpPr>
          <p:nvPr/>
        </p:nvSpPr>
        <p:spPr>
          <a:xfrm xmlns:a="http://schemas.openxmlformats.org/drawingml/2006/main">
            <a:off x="11153775"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الخزنة</a:t>
            </a:r>
          </a:p>
        </p:txBody>
      </p:sp>
      <p:sp>
        <p:nvSpPr>
          <p:cNvPr id="2" name="">
            <a:extLst xmlns:a="http://schemas.openxmlformats.org/drawingml/2006/main">
              <a:ext uri="{FF2B5EF4-FFF2-40B4-BE49-F238E27FC236}">
                <a16:creationId xmlns:a16="http://schemas.microsoft.com/office/drawing/2014/main" id="{AD7D1000-5C9A-4C5B-8994-EE75696E37E7}"/>
              </a:ext>
            </a:extLst>
          </p:cNvPr>
          <p:cNvSpPr>
            <a:spLocks xmlns:a="http://schemas.openxmlformats.org/drawingml/2006/main" noGrp="1"/>
          </p:cNvSpPr>
          <p:nvPr/>
        </p:nvSpPr>
        <p:spPr>
          <a:xfrm xmlns:a="http://schemas.openxmlformats.org/drawingml/2006/main">
            <a:off x="10683240"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والعهد</a:t>
            </a:r>
          </a:p>
        </p:txBody>
      </p:sp>
      <p:sp>
        <p:nvSpPr>
          <p:cNvPr id="3" name="">
            <a:extLst xmlns:a="http://schemas.openxmlformats.org/drawingml/2006/main">
              <a:ext uri="{FF2B5EF4-FFF2-40B4-BE49-F238E27FC236}">
                <a16:creationId xmlns:a16="http://schemas.microsoft.com/office/drawing/2014/main" id="{984062A5-888E-4F11-9C71-202C68CFB51E}"/>
              </a:ext>
            </a:extLst>
          </p:cNvPr>
          <p:cNvSpPr>
            <a:spLocks xmlns:a="http://schemas.openxmlformats.org/drawingml/2006/main" noGrp="1"/>
          </p:cNvSpPr>
          <p:nvPr/>
        </p:nvSpPr>
        <p:spPr>
          <a:xfrm xmlns:a="http://schemas.openxmlformats.org/drawingml/2006/main">
            <a:off x="10706100" y="781050"/>
            <a:ext cx="8667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تسوية</a:t>
            </a:r>
          </a:p>
        </p:txBody>
      </p:sp>
      <p:sp>
        <p:nvSpPr>
          <p:cNvPr id="4" name="">
            <a:extLst xmlns:a="http://schemas.openxmlformats.org/drawingml/2006/main">
              <a:ext uri="{FF2B5EF4-FFF2-40B4-BE49-F238E27FC236}">
                <a16:creationId xmlns:a16="http://schemas.microsoft.com/office/drawing/2014/main" id="{CB674BD0-C2BB-44EB-8200-506CA5CDB918}"/>
              </a:ext>
            </a:extLst>
          </p:cNvPr>
          <p:cNvSpPr>
            <a:spLocks xmlns:a="http://schemas.openxmlformats.org/drawingml/2006/main" noGrp="1"/>
          </p:cNvSpPr>
          <p:nvPr/>
        </p:nvSpPr>
        <p:spPr>
          <a:xfrm xmlns:a="http://schemas.openxmlformats.org/drawingml/2006/main">
            <a:off x="9852660" y="781050"/>
            <a:ext cx="733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عهدة</a:t>
            </a:r>
          </a:p>
        </p:txBody>
      </p:sp>
      <p:sp>
        <p:nvSpPr>
          <p:cNvPr id="5" name="">
            <a:extLst xmlns:a="http://schemas.openxmlformats.org/drawingml/2006/main">
              <a:ext uri="{FF2B5EF4-FFF2-40B4-BE49-F238E27FC236}">
                <a16:creationId xmlns:a16="http://schemas.microsoft.com/office/drawing/2014/main" id="{07CBF0CC-13C0-4B73-AA03-183A0253D29F}"/>
              </a:ext>
            </a:extLst>
          </p:cNvPr>
          <p:cNvSpPr>
            <a:spLocks xmlns:a="http://schemas.openxmlformats.org/drawingml/2006/main" noGrp="1"/>
          </p:cNvSpPr>
          <p:nvPr/>
        </p:nvSpPr>
        <p:spPr>
          <a:xfrm xmlns:a="http://schemas.openxmlformats.org/drawingml/2006/main">
            <a:off x="8665845" y="781050"/>
            <a:ext cx="1066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3,000</a:t>
            </a:r>
          </a:p>
        </p:txBody>
      </p:sp>
      <p:sp>
        <p:nvSpPr>
          <p:cNvPr id="6" name="">
            <a:extLst xmlns:a="http://schemas.openxmlformats.org/drawingml/2006/main">
              <a:ext uri="{FF2B5EF4-FFF2-40B4-BE49-F238E27FC236}">
                <a16:creationId xmlns:a16="http://schemas.microsoft.com/office/drawing/2014/main" id="{5E247CDE-7DB7-400C-B59A-FF60FDF4FB6E}"/>
              </a:ext>
            </a:extLst>
          </p:cNvPr>
          <p:cNvSpPr>
            <a:spLocks xmlns:a="http://schemas.openxmlformats.org/drawingml/2006/main" noGrp="1"/>
          </p:cNvSpPr>
          <p:nvPr/>
        </p:nvSpPr>
        <p:spPr>
          <a:xfrm xmlns:a="http://schemas.openxmlformats.org/drawingml/2006/main">
            <a:off x="7888605" y="781050"/>
            <a:ext cx="6572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جنيه</a:t>
            </a:r>
          </a:p>
        </p:txBody>
      </p:sp>
      <p:sp>
        <p:nvSpPr>
          <p:cNvPr id="7" name="">
            <a:extLst xmlns:a="http://schemas.openxmlformats.org/drawingml/2006/main">
              <a:ext uri="{FF2B5EF4-FFF2-40B4-BE49-F238E27FC236}">
                <a16:creationId xmlns:a16="http://schemas.microsoft.com/office/drawing/2014/main" id="{FF57D7D5-EFD2-4E5D-9B4C-A314747D77B5}"/>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24</a:t>
            </a:r>
          </a:p>
        </p:txBody>
      </p:sp>
      <p:sp>
        <p:nvSpPr>
          <p:cNvPr id="8" name="">
            <a:extLst xmlns:a="http://schemas.openxmlformats.org/drawingml/2006/main">
              <a:ext uri="{FF2B5EF4-FFF2-40B4-BE49-F238E27FC236}">
                <a16:creationId xmlns:a16="http://schemas.microsoft.com/office/drawing/2014/main" id="{77F01903-C968-40D3-824C-1F929D92DD0D}"/>
              </a:ext>
            </a:extLst>
          </p:cNvPr>
          <p:cNvSpPr>
            <a:spLocks xmlns:a="http://schemas.openxmlformats.org/drawingml/2006/main" noGrp="1"/>
          </p:cNvSpPr>
          <p:nvPr/>
        </p:nvSpPr>
        <p:spPr>
          <a:xfrm xmlns:a="http://schemas.openxmlformats.org/drawingml/2006/main">
            <a:off x="1105852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1324098-8E3B-488E-842B-611C4CC5447E}"/>
              </a:ext>
            </a:extLst>
          </p:cNvPr>
          <p:cNvSpPr>
            <a:spLocks xmlns:a="http://schemas.openxmlformats.org/drawingml/2006/main" noGrp="1"/>
          </p:cNvSpPr>
          <p:nvPr/>
        </p:nvSpPr>
        <p:spPr>
          <a:xfrm xmlns:a="http://schemas.openxmlformats.org/drawingml/2006/main">
            <a:off x="10982325" y="2771775"/>
            <a:ext cx="5429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تسليم</a:t>
            </a:r>
          </a:p>
        </p:txBody>
      </p:sp>
      <p:sp>
        <p:nvSpPr>
          <p:cNvPr id="10" name="">
            <a:extLst xmlns:a="http://schemas.openxmlformats.org/drawingml/2006/main">
              <a:ext uri="{FF2B5EF4-FFF2-40B4-BE49-F238E27FC236}">
                <a16:creationId xmlns:a16="http://schemas.microsoft.com/office/drawing/2014/main" id="{4198162A-C37D-42EC-8F0F-5723896D1E43}"/>
              </a:ext>
            </a:extLst>
          </p:cNvPr>
          <p:cNvSpPr>
            <a:spLocks xmlns:a="http://schemas.openxmlformats.org/drawingml/2006/main" noGrp="1"/>
          </p:cNvSpPr>
          <p:nvPr/>
        </p:nvSpPr>
        <p:spPr>
          <a:xfrm xmlns:a="http://schemas.openxmlformats.org/drawingml/2006/main">
            <a:off x="10118408" y="2771775"/>
            <a:ext cx="7810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الموظف</a:t>
            </a:r>
          </a:p>
        </p:txBody>
      </p:sp>
      <p:sp>
        <p:nvSpPr>
          <p:cNvPr id="11" name="">
            <a:extLst xmlns:a="http://schemas.openxmlformats.org/drawingml/2006/main">
              <a:ext uri="{FF2B5EF4-FFF2-40B4-BE49-F238E27FC236}">
                <a16:creationId xmlns:a16="http://schemas.microsoft.com/office/drawing/2014/main" id="{2AEB51CF-D363-47E2-A983-D1705443C231}"/>
              </a:ext>
            </a:extLst>
          </p:cNvPr>
          <p:cNvSpPr>
            <a:spLocks xmlns:a="http://schemas.openxmlformats.org/drawingml/2006/main" noGrp="1"/>
          </p:cNvSpPr>
          <p:nvPr/>
        </p:nvSpPr>
        <p:spPr>
          <a:xfrm xmlns:a="http://schemas.openxmlformats.org/drawingml/2006/main">
            <a:off x="10772775"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3,000</a:t>
            </a:r>
          </a:p>
        </p:txBody>
      </p:sp>
      <p:sp>
        <p:nvSpPr>
          <p:cNvPr id="12" name="">
            <a:extLst xmlns:a="http://schemas.openxmlformats.org/drawingml/2006/main">
              <a:ext uri="{FF2B5EF4-FFF2-40B4-BE49-F238E27FC236}">
                <a16:creationId xmlns:a16="http://schemas.microsoft.com/office/drawing/2014/main" id="{DDF15C3C-0C86-485C-8A00-27366F5A31B7}"/>
              </a:ext>
            </a:extLst>
          </p:cNvPr>
          <p:cNvSpPr>
            <a:spLocks xmlns:a="http://schemas.openxmlformats.org/drawingml/2006/main" noGrp="1"/>
          </p:cNvSpPr>
          <p:nvPr/>
        </p:nvSpPr>
        <p:spPr>
          <a:xfrm xmlns:a="http://schemas.openxmlformats.org/drawingml/2006/main">
            <a:off x="10223183"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13" name="">
            <a:extLst xmlns:a="http://schemas.openxmlformats.org/drawingml/2006/main">
              <a:ext uri="{FF2B5EF4-FFF2-40B4-BE49-F238E27FC236}">
                <a16:creationId xmlns:a16="http://schemas.microsoft.com/office/drawing/2014/main" id="{56CAA283-6147-4089-98CE-41CA3136616C}"/>
              </a:ext>
            </a:extLst>
          </p:cNvPr>
          <p:cNvSpPr>
            <a:spLocks xmlns:a="http://schemas.openxmlformats.org/drawingml/2006/main" noGrp="1"/>
          </p:cNvSpPr>
          <p:nvPr/>
        </p:nvSpPr>
        <p:spPr>
          <a:xfrm xmlns:a="http://schemas.openxmlformats.org/drawingml/2006/main">
            <a:off x="868680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C9F00960-A312-4142-8033-848635AD5C41}"/>
              </a:ext>
            </a:extLst>
          </p:cNvPr>
          <p:cNvSpPr>
            <a:spLocks xmlns:a="http://schemas.openxmlformats.org/drawingml/2006/main" noGrp="1"/>
          </p:cNvSpPr>
          <p:nvPr/>
        </p:nvSpPr>
        <p:spPr>
          <a:xfrm xmlns:a="http://schemas.openxmlformats.org/drawingml/2006/main">
            <a:off x="824865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3D367ACA-FECD-4F07-B23D-E7C65A1FBBA7}"/>
              </a:ext>
            </a:extLst>
          </p:cNvPr>
          <p:cNvSpPr>
            <a:spLocks xmlns:a="http://schemas.openxmlformats.org/drawingml/2006/main" noGrp="1"/>
          </p:cNvSpPr>
          <p:nvPr/>
        </p:nvSpPr>
        <p:spPr>
          <a:xfrm xmlns:a="http://schemas.openxmlformats.org/drawingml/2006/main">
            <a:off x="7867650" y="2771775"/>
            <a:ext cx="847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مصروف</a:t>
            </a:r>
          </a:p>
        </p:txBody>
      </p:sp>
      <p:sp>
        <p:nvSpPr>
          <p:cNvPr id="16" name="">
            <a:extLst xmlns:a="http://schemas.openxmlformats.org/drawingml/2006/main">
              <a:ext uri="{FF2B5EF4-FFF2-40B4-BE49-F238E27FC236}">
                <a16:creationId xmlns:a16="http://schemas.microsoft.com/office/drawing/2014/main" id="{58D53300-3FF2-4D9A-A08C-4D5A41D8CC25}"/>
              </a:ext>
            </a:extLst>
          </p:cNvPr>
          <p:cNvSpPr>
            <a:spLocks xmlns:a="http://schemas.openxmlformats.org/drawingml/2006/main" noGrp="1"/>
          </p:cNvSpPr>
          <p:nvPr/>
        </p:nvSpPr>
        <p:spPr>
          <a:xfrm xmlns:a="http://schemas.openxmlformats.org/drawingml/2006/main">
            <a:off x="7241858" y="2771775"/>
            <a:ext cx="5429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موثق</a:t>
            </a:r>
          </a:p>
        </p:txBody>
      </p:sp>
      <p:sp>
        <p:nvSpPr>
          <p:cNvPr id="17" name="">
            <a:extLst xmlns:a="http://schemas.openxmlformats.org/drawingml/2006/main">
              <a:ext uri="{FF2B5EF4-FFF2-40B4-BE49-F238E27FC236}">
                <a16:creationId xmlns:a16="http://schemas.microsoft.com/office/drawing/2014/main" id="{AF0A3444-7FCB-4FA5-A5DE-4491AF7C47BB}"/>
              </a:ext>
            </a:extLst>
          </p:cNvPr>
          <p:cNvSpPr>
            <a:spLocks xmlns:a="http://schemas.openxmlformats.org/drawingml/2006/main" noGrp="1"/>
          </p:cNvSpPr>
          <p:nvPr/>
        </p:nvSpPr>
        <p:spPr>
          <a:xfrm xmlns:a="http://schemas.openxmlformats.org/drawingml/2006/main">
            <a:off x="7962900"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1,800</a:t>
            </a:r>
          </a:p>
        </p:txBody>
      </p:sp>
      <p:sp>
        <p:nvSpPr>
          <p:cNvPr id="18" name="">
            <a:extLst xmlns:a="http://schemas.openxmlformats.org/drawingml/2006/main">
              <a:ext uri="{FF2B5EF4-FFF2-40B4-BE49-F238E27FC236}">
                <a16:creationId xmlns:a16="http://schemas.microsoft.com/office/drawing/2014/main" id="{449312CE-95A5-4EF4-BA8D-3D439D13AAEF}"/>
              </a:ext>
            </a:extLst>
          </p:cNvPr>
          <p:cNvSpPr>
            <a:spLocks xmlns:a="http://schemas.openxmlformats.org/drawingml/2006/main" noGrp="1"/>
          </p:cNvSpPr>
          <p:nvPr/>
        </p:nvSpPr>
        <p:spPr>
          <a:xfrm xmlns:a="http://schemas.openxmlformats.org/drawingml/2006/main">
            <a:off x="7413308"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19" name="">
            <a:extLst xmlns:a="http://schemas.openxmlformats.org/drawingml/2006/main">
              <a:ext uri="{FF2B5EF4-FFF2-40B4-BE49-F238E27FC236}">
                <a16:creationId xmlns:a16="http://schemas.microsoft.com/office/drawing/2014/main" id="{82C43EF0-B7A3-49FB-A8D7-138E4EC2C506}"/>
              </a:ext>
            </a:extLst>
          </p:cNvPr>
          <p:cNvSpPr>
            <a:spLocks xmlns:a="http://schemas.openxmlformats.org/drawingml/2006/main" noGrp="1"/>
          </p:cNvSpPr>
          <p:nvPr/>
        </p:nvSpPr>
        <p:spPr>
          <a:xfrm xmlns:a="http://schemas.openxmlformats.org/drawingml/2006/main">
            <a:off x="5876925"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A6F8FF9-D7E2-4575-8B55-74DB6665DF34}"/>
              </a:ext>
            </a:extLst>
          </p:cNvPr>
          <p:cNvSpPr>
            <a:spLocks xmlns:a="http://schemas.openxmlformats.org/drawingml/2006/main" noGrp="1"/>
          </p:cNvSpPr>
          <p:nvPr/>
        </p:nvSpPr>
        <p:spPr>
          <a:xfrm xmlns:a="http://schemas.openxmlformats.org/drawingml/2006/main">
            <a:off x="5438775"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343134F8-B765-4A07-A5BA-CFE0F02BAA55}"/>
              </a:ext>
            </a:extLst>
          </p:cNvPr>
          <p:cNvSpPr>
            <a:spLocks xmlns:a="http://schemas.openxmlformats.org/drawingml/2006/main" noGrp="1"/>
          </p:cNvSpPr>
          <p:nvPr/>
        </p:nvSpPr>
        <p:spPr>
          <a:xfrm xmlns:a="http://schemas.openxmlformats.org/drawingml/2006/main">
            <a:off x="5343525" y="2771775"/>
            <a:ext cx="5619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رصيد</a:t>
            </a:r>
          </a:p>
        </p:txBody>
      </p:sp>
      <p:sp>
        <p:nvSpPr>
          <p:cNvPr id="22" name="">
            <a:extLst xmlns:a="http://schemas.openxmlformats.org/drawingml/2006/main">
              <a:ext uri="{FF2B5EF4-FFF2-40B4-BE49-F238E27FC236}">
                <a16:creationId xmlns:a16="http://schemas.microsoft.com/office/drawing/2014/main" id="{4EBD7E62-4B16-4A21-B7CF-D3AFDE8D7E84}"/>
              </a:ext>
            </a:extLst>
          </p:cNvPr>
          <p:cNvSpPr>
            <a:spLocks xmlns:a="http://schemas.openxmlformats.org/drawingml/2006/main" noGrp="1"/>
          </p:cNvSpPr>
          <p:nvPr/>
        </p:nvSpPr>
        <p:spPr>
          <a:xfrm xmlns:a="http://schemas.openxmlformats.org/drawingml/2006/main">
            <a:off x="4879658" y="2771775"/>
            <a:ext cx="3810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قائم</a:t>
            </a:r>
          </a:p>
        </p:txBody>
      </p:sp>
      <p:sp>
        <p:nvSpPr>
          <p:cNvPr id="23" name="">
            <a:extLst xmlns:a="http://schemas.openxmlformats.org/drawingml/2006/main">
              <a:ext uri="{FF2B5EF4-FFF2-40B4-BE49-F238E27FC236}">
                <a16:creationId xmlns:a16="http://schemas.microsoft.com/office/drawing/2014/main" id="{D50A2C0B-4296-4305-BFDF-94BC6ABC5C73}"/>
              </a:ext>
            </a:extLst>
          </p:cNvPr>
          <p:cNvSpPr>
            <a:spLocks xmlns:a="http://schemas.openxmlformats.org/drawingml/2006/main" noGrp="1"/>
          </p:cNvSpPr>
          <p:nvPr/>
        </p:nvSpPr>
        <p:spPr>
          <a:xfrm xmlns:a="http://schemas.openxmlformats.org/drawingml/2006/main">
            <a:off x="5153025"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1,200</a:t>
            </a:r>
          </a:p>
        </p:txBody>
      </p:sp>
      <p:sp>
        <p:nvSpPr>
          <p:cNvPr id="24" name="">
            <a:extLst xmlns:a="http://schemas.openxmlformats.org/drawingml/2006/main">
              <a:ext uri="{FF2B5EF4-FFF2-40B4-BE49-F238E27FC236}">
                <a16:creationId xmlns:a16="http://schemas.microsoft.com/office/drawing/2014/main" id="{35ED07DF-CEA9-4E70-8D17-7F70F635494C}"/>
              </a:ext>
            </a:extLst>
          </p:cNvPr>
          <p:cNvSpPr>
            <a:spLocks xmlns:a="http://schemas.openxmlformats.org/drawingml/2006/main" noGrp="1"/>
          </p:cNvSpPr>
          <p:nvPr/>
        </p:nvSpPr>
        <p:spPr>
          <a:xfrm xmlns:a="http://schemas.openxmlformats.org/drawingml/2006/main">
            <a:off x="4603433"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25" name="">
            <a:extLst xmlns:a="http://schemas.openxmlformats.org/drawingml/2006/main">
              <a:ext uri="{FF2B5EF4-FFF2-40B4-BE49-F238E27FC236}">
                <a16:creationId xmlns:a16="http://schemas.microsoft.com/office/drawing/2014/main" id="{8F98B982-E82E-419C-A58E-A0FE3DD10B8B}"/>
              </a:ext>
            </a:extLst>
          </p:cNvPr>
          <p:cNvSpPr>
            <a:spLocks xmlns:a="http://schemas.openxmlformats.org/drawingml/2006/main" noGrp="1"/>
          </p:cNvSpPr>
          <p:nvPr/>
        </p:nvSpPr>
        <p:spPr>
          <a:xfrm xmlns:a="http://schemas.openxmlformats.org/drawingml/2006/main">
            <a:off x="3067050" y="4191000"/>
            <a:ext cx="3619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400" b="0">
                <a:solidFill>
                  <a:srgbClr val="2563EB"/>
                </a:solidFill>
                <a:latin typeface="Arial"/>
                <a:ea typeface="Arial"/>
                <a:cs typeface="Arial"/>
              </a:defRPr>
            </a:pPr>
            <a:r>
              <a:rPr sz="2400" b="0">
                <a:solidFill>
                  <a:srgbClr val="2563EB"/>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DB92D58B-BC3C-44C6-9DFE-A2FF910CDDF7}"/>
              </a:ext>
            </a:extLst>
          </p:cNvPr>
          <p:cNvSpPr>
            <a:spLocks xmlns:a="http://schemas.openxmlformats.org/drawingml/2006/main" noGrp="1"/>
          </p:cNvSpPr>
          <p:nvPr/>
        </p:nvSpPr>
        <p:spPr>
          <a:xfrm xmlns:a="http://schemas.openxmlformats.org/drawingml/2006/main">
            <a:off x="2628900" y="2114550"/>
            <a:ext cx="466725"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850" b="1">
                <a:solidFill>
                  <a:srgbClr val="2563EB"/>
                </a:solidFill>
                <a:latin typeface="Arial"/>
                <a:ea typeface="Arial"/>
                <a:cs typeface="Arial"/>
              </a:defRPr>
            </a:pPr>
            <a:r>
              <a:rPr sz="2850" b="1">
                <a:solidFill>
                  <a:srgbClr val="2563EB"/>
                </a:solidFill>
                <a:latin typeface="Arial"/>
                <a:ea typeface="Arial"/>
                <a:cs typeface="Arial"/>
              </a:rPr>
              <a:t>04</a:t>
            </a:r>
          </a:p>
        </p:txBody>
      </p:sp>
      <p:sp>
        <p:nvSpPr>
          <p:cNvPr id="27" name="">
            <a:extLst xmlns:a="http://schemas.openxmlformats.org/drawingml/2006/main">
              <a:ext uri="{FF2B5EF4-FFF2-40B4-BE49-F238E27FC236}">
                <a16:creationId xmlns:a16="http://schemas.microsoft.com/office/drawing/2014/main" id="{14168386-9E4C-4888-8EA3-B4773E2073CA}"/>
              </a:ext>
            </a:extLst>
          </p:cNvPr>
          <p:cNvSpPr>
            <a:spLocks xmlns:a="http://schemas.openxmlformats.org/drawingml/2006/main" noGrp="1"/>
          </p:cNvSpPr>
          <p:nvPr/>
        </p:nvSpPr>
        <p:spPr>
          <a:xfrm xmlns:a="http://schemas.openxmlformats.org/drawingml/2006/main">
            <a:off x="2819400" y="2771775"/>
            <a:ext cx="2762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رد</a:t>
            </a:r>
          </a:p>
        </p:txBody>
      </p:sp>
      <p:sp>
        <p:nvSpPr>
          <p:cNvPr id="28" name="">
            <a:extLst xmlns:a="http://schemas.openxmlformats.org/drawingml/2006/main">
              <a:ext uri="{FF2B5EF4-FFF2-40B4-BE49-F238E27FC236}">
                <a16:creationId xmlns:a16="http://schemas.microsoft.com/office/drawing/2014/main" id="{3DA1BA8E-9EAF-4F57-967A-2B7BDCB661C5}"/>
              </a:ext>
            </a:extLst>
          </p:cNvPr>
          <p:cNvSpPr>
            <a:spLocks xmlns:a="http://schemas.openxmlformats.org/drawingml/2006/main" noGrp="1"/>
          </p:cNvSpPr>
          <p:nvPr/>
        </p:nvSpPr>
        <p:spPr>
          <a:xfrm xmlns:a="http://schemas.openxmlformats.org/drawingml/2006/main">
            <a:off x="2269808" y="2771775"/>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كامل</a:t>
            </a:r>
          </a:p>
        </p:txBody>
      </p:sp>
      <p:sp>
        <p:nvSpPr>
          <p:cNvPr id="29" name="">
            <a:extLst xmlns:a="http://schemas.openxmlformats.org/drawingml/2006/main">
              <a:ext uri="{FF2B5EF4-FFF2-40B4-BE49-F238E27FC236}">
                <a16:creationId xmlns:a16="http://schemas.microsoft.com/office/drawing/2014/main" id="{410B1680-6142-4E99-AADF-6146473D7D4C}"/>
              </a:ext>
            </a:extLst>
          </p:cNvPr>
          <p:cNvSpPr>
            <a:spLocks xmlns:a="http://schemas.openxmlformats.org/drawingml/2006/main" noGrp="1"/>
          </p:cNvSpPr>
          <p:nvPr/>
        </p:nvSpPr>
        <p:spPr>
          <a:xfrm xmlns:a="http://schemas.openxmlformats.org/drawingml/2006/main">
            <a:off x="1482090" y="2771775"/>
            <a:ext cx="70485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المتبقي</a:t>
            </a:r>
          </a:p>
        </p:txBody>
      </p:sp>
      <p:sp>
        <p:nvSpPr>
          <p:cNvPr id="30" name="">
            <a:extLst xmlns:a="http://schemas.openxmlformats.org/drawingml/2006/main">
              <a:ext uri="{FF2B5EF4-FFF2-40B4-BE49-F238E27FC236}">
                <a16:creationId xmlns:a16="http://schemas.microsoft.com/office/drawing/2014/main" id="{498E6911-72B2-4935-B01B-E9E473D2DDC2}"/>
              </a:ext>
            </a:extLst>
          </p:cNvPr>
          <p:cNvSpPr>
            <a:spLocks xmlns:a="http://schemas.openxmlformats.org/drawingml/2006/main" noGrp="1"/>
          </p:cNvSpPr>
          <p:nvPr/>
        </p:nvSpPr>
        <p:spPr>
          <a:xfrm xmlns:a="http://schemas.openxmlformats.org/drawingml/2006/main">
            <a:off x="2343150" y="3172301"/>
            <a:ext cx="75247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1,200</a:t>
            </a:r>
          </a:p>
        </p:txBody>
      </p:sp>
      <p:sp>
        <p:nvSpPr>
          <p:cNvPr id="31" name="">
            <a:extLst xmlns:a="http://schemas.openxmlformats.org/drawingml/2006/main">
              <a:ext uri="{FF2B5EF4-FFF2-40B4-BE49-F238E27FC236}">
                <a16:creationId xmlns:a16="http://schemas.microsoft.com/office/drawing/2014/main" id="{819B6E9D-7ADA-427F-9BDA-A9A06E112BA1}"/>
              </a:ext>
            </a:extLst>
          </p:cNvPr>
          <p:cNvSpPr>
            <a:spLocks xmlns:a="http://schemas.openxmlformats.org/drawingml/2006/main" noGrp="1"/>
          </p:cNvSpPr>
          <p:nvPr/>
        </p:nvSpPr>
        <p:spPr>
          <a:xfrm xmlns:a="http://schemas.openxmlformats.org/drawingml/2006/main">
            <a:off x="1793558" y="3172301"/>
            <a:ext cx="466725"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75" b="1">
                <a:solidFill>
                  <a:srgbClr val="16243E"/>
                </a:solidFill>
                <a:latin typeface="Arial"/>
                <a:ea typeface="Arial"/>
                <a:cs typeface="Arial"/>
              </a:defRPr>
            </a:pPr>
            <a:r>
              <a:rPr sz="2175" b="1">
                <a:solidFill>
                  <a:srgbClr val="16243E"/>
                </a:solidFill>
                <a:latin typeface="Arial"/>
                <a:ea typeface="Arial"/>
                <a:cs typeface="Arial"/>
              </a:rPr>
              <a:t>جنيه</a:t>
            </a:r>
          </a:p>
        </p:txBody>
      </p:sp>
      <p:sp>
        <p:nvSpPr>
          <p:cNvPr id="32" name="">
            <a:extLst xmlns:a="http://schemas.openxmlformats.org/drawingml/2006/main">
              <a:ext uri="{FF2B5EF4-FFF2-40B4-BE49-F238E27FC236}">
                <a16:creationId xmlns:a16="http://schemas.microsoft.com/office/drawing/2014/main" id="{A37920F5-0CA5-44D9-B1CF-E0F582155B04}"/>
              </a:ext>
            </a:extLst>
          </p:cNvPr>
          <p:cNvSpPr>
            <a:spLocks xmlns:a="http://schemas.openxmlformats.org/drawingml/2006/main" noGrp="1"/>
          </p:cNvSpPr>
          <p:nvPr/>
        </p:nvSpPr>
        <p:spPr>
          <a:xfrm xmlns:a="http://schemas.openxmlformats.org/drawingml/2006/main">
            <a:off x="11191875" y="4933950"/>
            <a:ext cx="2857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في</a:t>
            </a:r>
          </a:p>
        </p:txBody>
      </p:sp>
      <p:sp>
        <p:nvSpPr>
          <p:cNvPr id="33" name="">
            <a:extLst xmlns:a="http://schemas.openxmlformats.org/drawingml/2006/main">
              <a:ext uri="{FF2B5EF4-FFF2-40B4-BE49-F238E27FC236}">
                <a16:creationId xmlns:a16="http://schemas.microsoft.com/office/drawing/2014/main" id="{7633688E-33BA-4AE8-8DDB-2EAFBB8439AF}"/>
              </a:ext>
            </a:extLst>
          </p:cNvPr>
          <p:cNvSpPr>
            <a:spLocks xmlns:a="http://schemas.openxmlformats.org/drawingml/2006/main" noGrp="1"/>
          </p:cNvSpPr>
          <p:nvPr/>
        </p:nvSpPr>
        <p:spPr>
          <a:xfrm xmlns:a="http://schemas.openxmlformats.org/drawingml/2006/main">
            <a:off x="10492740" y="4933950"/>
            <a:ext cx="6191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النسخة</a:t>
            </a:r>
          </a:p>
        </p:txBody>
      </p:sp>
      <p:sp>
        <p:nvSpPr>
          <p:cNvPr id="34" name="">
            <a:extLst xmlns:a="http://schemas.openxmlformats.org/drawingml/2006/main">
              <a:ext uri="{FF2B5EF4-FFF2-40B4-BE49-F238E27FC236}">
                <a16:creationId xmlns:a16="http://schemas.microsoft.com/office/drawing/2014/main" id="{16F64B52-4B71-4176-B68B-705ADC3680F5}"/>
              </a:ext>
            </a:extLst>
          </p:cNvPr>
          <p:cNvSpPr>
            <a:spLocks xmlns:a="http://schemas.openxmlformats.org/drawingml/2006/main" noGrp="1"/>
          </p:cNvSpPr>
          <p:nvPr/>
        </p:nvSpPr>
        <p:spPr>
          <a:xfrm xmlns:a="http://schemas.openxmlformats.org/drawingml/2006/main">
            <a:off x="9822180" y="4933950"/>
            <a:ext cx="5905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الحالية</a:t>
            </a:r>
          </a:p>
        </p:txBody>
      </p:sp>
      <p:sp>
        <p:nvSpPr>
          <p:cNvPr id="35" name="">
            <a:extLst xmlns:a="http://schemas.openxmlformats.org/drawingml/2006/main">
              <a:ext uri="{FF2B5EF4-FFF2-40B4-BE49-F238E27FC236}">
                <a16:creationId xmlns:a16="http://schemas.microsoft.com/office/drawing/2014/main" id="{46B5D8A3-3005-4A60-8713-F2ECCBEDCAA0}"/>
              </a:ext>
            </a:extLst>
          </p:cNvPr>
          <p:cNvSpPr>
            <a:spLocks xmlns:a="http://schemas.openxmlformats.org/drawingml/2006/main" noGrp="1"/>
          </p:cNvSpPr>
          <p:nvPr/>
        </p:nvSpPr>
        <p:spPr>
          <a:xfrm xmlns:a="http://schemas.openxmlformats.org/drawingml/2006/main">
            <a:off x="9313545" y="4933950"/>
            <a:ext cx="4286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«رد</a:t>
            </a:r>
          </a:p>
        </p:txBody>
      </p:sp>
      <p:sp>
        <p:nvSpPr>
          <p:cNvPr id="36" name="">
            <a:extLst xmlns:a="http://schemas.openxmlformats.org/drawingml/2006/main">
              <a:ext uri="{FF2B5EF4-FFF2-40B4-BE49-F238E27FC236}">
                <a16:creationId xmlns:a16="http://schemas.microsoft.com/office/drawing/2014/main" id="{533C9C24-9DC7-4D84-9898-7CEE1DBF8052}"/>
              </a:ext>
            </a:extLst>
          </p:cNvPr>
          <p:cNvSpPr>
            <a:spLocks xmlns:a="http://schemas.openxmlformats.org/drawingml/2006/main" noGrp="1"/>
          </p:cNvSpPr>
          <p:nvPr/>
        </p:nvSpPr>
        <p:spPr>
          <a:xfrm xmlns:a="http://schemas.openxmlformats.org/drawingml/2006/main">
            <a:off x="8538210" y="4933950"/>
            <a:ext cx="6953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العهدة»</a:t>
            </a:r>
          </a:p>
        </p:txBody>
      </p:sp>
      <p:sp>
        <p:nvSpPr>
          <p:cNvPr id="37" name="">
            <a:extLst xmlns:a="http://schemas.openxmlformats.org/drawingml/2006/main">
              <a:ext uri="{FF2B5EF4-FFF2-40B4-BE49-F238E27FC236}">
                <a16:creationId xmlns:a16="http://schemas.microsoft.com/office/drawing/2014/main" id="{95580428-FB4A-48A0-B8A3-94C92B8E7DAB}"/>
              </a:ext>
            </a:extLst>
          </p:cNvPr>
          <p:cNvSpPr>
            <a:spLocks xmlns:a="http://schemas.openxmlformats.org/drawingml/2006/main" noGrp="1"/>
          </p:cNvSpPr>
          <p:nvPr/>
        </p:nvSpPr>
        <p:spPr>
          <a:xfrm xmlns:a="http://schemas.openxmlformats.org/drawingml/2006/main">
            <a:off x="7839075" y="4933950"/>
            <a:ext cx="6191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يشترط</a:t>
            </a:r>
          </a:p>
        </p:txBody>
      </p:sp>
      <p:sp>
        <p:nvSpPr>
          <p:cNvPr id="38" name="">
            <a:extLst xmlns:a="http://schemas.openxmlformats.org/drawingml/2006/main">
              <a:ext uri="{FF2B5EF4-FFF2-40B4-BE49-F238E27FC236}">
                <a16:creationId xmlns:a16="http://schemas.microsoft.com/office/drawing/2014/main" id="{F242717C-6FD3-48DA-9174-ACF37ADFB7B9}"/>
              </a:ext>
            </a:extLst>
          </p:cNvPr>
          <p:cNvSpPr>
            <a:spLocks xmlns:a="http://schemas.openxmlformats.org/drawingml/2006/main" noGrp="1"/>
          </p:cNvSpPr>
          <p:nvPr/>
        </p:nvSpPr>
        <p:spPr>
          <a:xfrm xmlns:a="http://schemas.openxmlformats.org/drawingml/2006/main">
            <a:off x="7292340" y="4933950"/>
            <a:ext cx="4667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كامل</a:t>
            </a:r>
          </a:p>
        </p:txBody>
      </p:sp>
      <p:sp>
        <p:nvSpPr>
          <p:cNvPr id="39" name="">
            <a:extLst xmlns:a="http://schemas.openxmlformats.org/drawingml/2006/main">
              <a:ext uri="{FF2B5EF4-FFF2-40B4-BE49-F238E27FC236}">
                <a16:creationId xmlns:a16="http://schemas.microsoft.com/office/drawing/2014/main" id="{A8FFAD1A-908B-438F-9A27-3398EA7F29B2}"/>
              </a:ext>
            </a:extLst>
          </p:cNvPr>
          <p:cNvSpPr>
            <a:spLocks xmlns:a="http://schemas.openxmlformats.org/drawingml/2006/main" noGrp="1"/>
          </p:cNvSpPr>
          <p:nvPr/>
        </p:nvSpPr>
        <p:spPr>
          <a:xfrm xmlns:a="http://schemas.openxmlformats.org/drawingml/2006/main">
            <a:off x="6526530" y="4933950"/>
            <a:ext cx="685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الرصيد</a:t>
            </a:r>
          </a:p>
        </p:txBody>
      </p:sp>
      <p:sp>
        <p:nvSpPr>
          <p:cNvPr id="40" name="">
            <a:extLst xmlns:a="http://schemas.openxmlformats.org/drawingml/2006/main">
              <a:ext uri="{FF2B5EF4-FFF2-40B4-BE49-F238E27FC236}">
                <a16:creationId xmlns:a16="http://schemas.microsoft.com/office/drawing/2014/main" id="{F5926143-7E20-4978-BABD-12F07ACEBD95}"/>
              </a:ext>
            </a:extLst>
          </p:cNvPr>
          <p:cNvSpPr>
            <a:spLocks xmlns:a="http://schemas.openxmlformats.org/drawingml/2006/main" noGrp="1"/>
          </p:cNvSpPr>
          <p:nvPr/>
        </p:nvSpPr>
        <p:spPr>
          <a:xfrm xmlns:a="http://schemas.openxmlformats.org/drawingml/2006/main">
            <a:off x="5913120" y="4933950"/>
            <a:ext cx="5334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القائم.</a:t>
            </a:r>
          </a:p>
        </p:txBody>
      </p:sp>
      <p:sp>
        <p:nvSpPr>
          <p:cNvPr id="41" name="">
            <a:extLst xmlns:a="http://schemas.openxmlformats.org/drawingml/2006/main">
              <a:ext uri="{FF2B5EF4-FFF2-40B4-BE49-F238E27FC236}">
                <a16:creationId xmlns:a16="http://schemas.microsoft.com/office/drawing/2014/main" id="{768797E9-4074-4A7F-B5A9-627705EF6065}"/>
              </a:ext>
            </a:extLst>
          </p:cNvPr>
          <p:cNvSpPr>
            <a:spLocks xmlns:a="http://schemas.openxmlformats.org/drawingml/2006/main" noGrp="1"/>
          </p:cNvSpPr>
          <p:nvPr/>
        </p:nvSpPr>
        <p:spPr>
          <a:xfrm xmlns:a="http://schemas.openxmlformats.org/drawingml/2006/main">
            <a:off x="5290185" y="4933950"/>
            <a:ext cx="5429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إدخال</a:t>
            </a:r>
          </a:p>
        </p:txBody>
      </p:sp>
      <p:sp>
        <p:nvSpPr>
          <p:cNvPr id="42" name="">
            <a:extLst xmlns:a="http://schemas.openxmlformats.org/drawingml/2006/main">
              <a:ext uri="{FF2B5EF4-FFF2-40B4-BE49-F238E27FC236}">
                <a16:creationId xmlns:a16="http://schemas.microsoft.com/office/drawing/2014/main" id="{8D277290-443C-4F1D-9ADB-103E7CDF293B}"/>
              </a:ext>
            </a:extLst>
          </p:cNvPr>
          <p:cNvSpPr>
            <a:spLocks xmlns:a="http://schemas.openxmlformats.org/drawingml/2006/main" noGrp="1"/>
          </p:cNvSpPr>
          <p:nvPr/>
        </p:nvSpPr>
        <p:spPr>
          <a:xfrm xmlns:a="http://schemas.openxmlformats.org/drawingml/2006/main">
            <a:off x="4705350" y="4933950"/>
            <a:ext cx="5048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500</a:t>
            </a:r>
          </a:p>
        </p:txBody>
      </p:sp>
      <p:sp>
        <p:nvSpPr>
          <p:cNvPr id="43" name="">
            <a:extLst xmlns:a="http://schemas.openxmlformats.org/drawingml/2006/main">
              <a:ext uri="{FF2B5EF4-FFF2-40B4-BE49-F238E27FC236}">
                <a16:creationId xmlns:a16="http://schemas.microsoft.com/office/drawing/2014/main" id="{C8E3A171-E49A-4221-A6D5-058A1797D1AA}"/>
              </a:ext>
            </a:extLst>
          </p:cNvPr>
          <p:cNvSpPr>
            <a:spLocks xmlns:a="http://schemas.openxmlformats.org/drawingml/2006/main" noGrp="1"/>
          </p:cNvSpPr>
          <p:nvPr/>
        </p:nvSpPr>
        <p:spPr>
          <a:xfrm xmlns:a="http://schemas.openxmlformats.org/drawingml/2006/main">
            <a:off x="4263390" y="4933950"/>
            <a:ext cx="36195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فقط</a:t>
            </a:r>
          </a:p>
        </p:txBody>
      </p:sp>
      <p:sp>
        <p:nvSpPr>
          <p:cNvPr id="44" name="">
            <a:extLst xmlns:a="http://schemas.openxmlformats.org/drawingml/2006/main">
              <a:ext uri="{FF2B5EF4-FFF2-40B4-BE49-F238E27FC236}">
                <a16:creationId xmlns:a16="http://schemas.microsoft.com/office/drawing/2014/main" id="{8568C9BB-5A02-477F-8437-8FC99F5258DE}"/>
              </a:ext>
            </a:extLst>
          </p:cNvPr>
          <p:cNvSpPr>
            <a:spLocks xmlns:a="http://schemas.openxmlformats.org/drawingml/2006/main" noGrp="1"/>
          </p:cNvSpPr>
          <p:nvPr/>
        </p:nvSpPr>
        <p:spPr>
          <a:xfrm xmlns:a="http://schemas.openxmlformats.org/drawingml/2006/main">
            <a:off x="3526155" y="4933950"/>
            <a:ext cx="6572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يرفضه</a:t>
            </a:r>
          </a:p>
        </p:txBody>
      </p:sp>
      <p:sp>
        <p:nvSpPr>
          <p:cNvPr id="45" name="">
            <a:extLst xmlns:a="http://schemas.openxmlformats.org/drawingml/2006/main">
              <a:ext uri="{FF2B5EF4-FFF2-40B4-BE49-F238E27FC236}">
                <a16:creationId xmlns:a16="http://schemas.microsoft.com/office/drawing/2014/main" id="{C66F90DA-C437-4D19-905C-AE5A04C0868D}"/>
              </a:ext>
            </a:extLst>
          </p:cNvPr>
          <p:cNvSpPr>
            <a:spLocks xmlns:a="http://schemas.openxmlformats.org/drawingml/2006/main" noGrp="1"/>
          </p:cNvSpPr>
          <p:nvPr/>
        </p:nvSpPr>
        <p:spPr>
          <a:xfrm xmlns:a="http://schemas.openxmlformats.org/drawingml/2006/main">
            <a:off x="2827020" y="4933950"/>
            <a:ext cx="61912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475569"/>
                </a:solidFill>
                <a:latin typeface="Arial"/>
                <a:ea typeface="Arial"/>
                <a:cs typeface="Arial"/>
              </a:defRPr>
            </a:pPr>
            <a:r>
              <a:rPr sz="2100" b="0">
                <a:solidFill>
                  <a:srgbClr val="475569"/>
                </a:solidFill>
                <a:latin typeface="Arial"/>
                <a:ea typeface="Arial"/>
                <a:cs typeface="Arial"/>
              </a:rPr>
              <a:t>النظام.</a:t>
            </a:r>
          </a:p>
        </p:txBody>
      </p:sp>
    </p:spTree>
    <p:extLst>
      <p:ext uri="{BB962C8B-B14F-4D97-AF65-F5344CB8AC3E}">
        <p14:creationId xmlns:p14="http://schemas.microsoft.com/office/powerpoint/2010/main" val="868145414"/>
      </p:ext>
    </p:extLst>
  </p:cSld>
</p:sld>
</file>

<file path=ppt/slides/slide25.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49D1C914-F12F-4B5E-968C-6CBA2A012ADC}"/>
              </a:ext>
            </a:extLst>
          </p:cNvPr>
          <p:cNvSpPr>
            <a:spLocks xmlns:a="http://schemas.openxmlformats.org/drawingml/2006/main" noGrp="1"/>
          </p:cNvSpPr>
          <p:nvPr/>
        </p:nvSpPr>
        <p:spPr>
          <a:xfrm xmlns:a="http://schemas.openxmlformats.org/drawingml/2006/main">
            <a:off x="11153775" y="333375"/>
            <a:ext cx="4191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الخزنة</a:t>
            </a:r>
          </a:p>
        </p:txBody>
      </p:sp>
      <p:sp>
        <p:nvSpPr>
          <p:cNvPr id="2" name="">
            <a:extLst xmlns:a="http://schemas.openxmlformats.org/drawingml/2006/main">
              <a:ext uri="{FF2B5EF4-FFF2-40B4-BE49-F238E27FC236}">
                <a16:creationId xmlns:a16="http://schemas.microsoft.com/office/drawing/2014/main" id="{72878B15-B2EB-483B-BAEB-D1A75CC10092}"/>
              </a:ext>
            </a:extLst>
          </p:cNvPr>
          <p:cNvSpPr>
            <a:spLocks xmlns:a="http://schemas.openxmlformats.org/drawingml/2006/main" noGrp="1"/>
          </p:cNvSpPr>
          <p:nvPr/>
        </p:nvSpPr>
        <p:spPr>
          <a:xfrm xmlns:a="http://schemas.openxmlformats.org/drawingml/2006/main">
            <a:off x="10810875" y="781050"/>
            <a:ext cx="7620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الجرد</a:t>
            </a:r>
          </a:p>
        </p:txBody>
      </p:sp>
      <p:sp>
        <p:nvSpPr>
          <p:cNvPr id="3" name="">
            <a:extLst xmlns:a="http://schemas.openxmlformats.org/drawingml/2006/main">
              <a:ext uri="{FF2B5EF4-FFF2-40B4-BE49-F238E27FC236}">
                <a16:creationId xmlns:a16="http://schemas.microsoft.com/office/drawing/2014/main" id="{369A6D77-58CF-48E8-A398-DAEDBBCB92F2}"/>
              </a:ext>
            </a:extLst>
          </p:cNvPr>
          <p:cNvSpPr>
            <a:spLocks xmlns:a="http://schemas.openxmlformats.org/drawingml/2006/main" noGrp="1"/>
          </p:cNvSpPr>
          <p:nvPr/>
        </p:nvSpPr>
        <p:spPr>
          <a:xfrm xmlns:a="http://schemas.openxmlformats.org/drawingml/2006/main">
            <a:off x="9814560"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النقدي</a:t>
            </a:r>
          </a:p>
        </p:txBody>
      </p:sp>
      <p:sp>
        <p:nvSpPr>
          <p:cNvPr id="4" name="">
            <a:extLst xmlns:a="http://schemas.openxmlformats.org/drawingml/2006/main">
              <a:ext uri="{FF2B5EF4-FFF2-40B4-BE49-F238E27FC236}">
                <a16:creationId xmlns:a16="http://schemas.microsoft.com/office/drawing/2014/main" id="{E8DCBA45-E47D-4F19-A34A-AF4B214DD4E8}"/>
              </a:ext>
            </a:extLst>
          </p:cNvPr>
          <p:cNvSpPr>
            <a:spLocks xmlns:a="http://schemas.openxmlformats.org/drawingml/2006/main" noGrp="1"/>
          </p:cNvSpPr>
          <p:nvPr/>
        </p:nvSpPr>
        <p:spPr>
          <a:xfrm xmlns:a="http://schemas.openxmlformats.org/drawingml/2006/main">
            <a:off x="8846820" y="781050"/>
            <a:ext cx="847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وإلغاء</a:t>
            </a:r>
          </a:p>
        </p:txBody>
      </p:sp>
      <p:sp>
        <p:nvSpPr>
          <p:cNvPr id="5" name="">
            <a:extLst xmlns:a="http://schemas.openxmlformats.org/drawingml/2006/main">
              <a:ext uri="{FF2B5EF4-FFF2-40B4-BE49-F238E27FC236}">
                <a16:creationId xmlns:a16="http://schemas.microsoft.com/office/drawing/2014/main" id="{475A1DC8-1F68-467D-A60E-25B753D7D7D7}"/>
              </a:ext>
            </a:extLst>
          </p:cNvPr>
          <p:cNvSpPr>
            <a:spLocks xmlns:a="http://schemas.openxmlformats.org/drawingml/2006/main" noGrp="1"/>
          </p:cNvSpPr>
          <p:nvPr/>
        </p:nvSpPr>
        <p:spPr>
          <a:xfrm xmlns:a="http://schemas.openxmlformats.org/drawingml/2006/main">
            <a:off x="7974330" y="781050"/>
            <a:ext cx="7524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حركة</a:t>
            </a:r>
          </a:p>
        </p:txBody>
      </p:sp>
      <p:sp>
        <p:nvSpPr>
          <p:cNvPr id="6" name="">
            <a:extLst xmlns:a="http://schemas.openxmlformats.org/drawingml/2006/main">
              <a:ext uri="{FF2B5EF4-FFF2-40B4-BE49-F238E27FC236}">
                <a16:creationId xmlns:a16="http://schemas.microsoft.com/office/drawing/2014/main" id="{9DE30BAD-42DE-4A90-964F-8872BEA1DAD2}"/>
              </a:ext>
            </a:extLst>
          </p:cNvPr>
          <p:cNvSpPr>
            <a:spLocks xmlns:a="http://schemas.openxmlformats.org/drawingml/2006/main" noGrp="1"/>
          </p:cNvSpPr>
          <p:nvPr/>
        </p:nvSpPr>
        <p:spPr>
          <a:xfrm xmlns:a="http://schemas.openxmlformats.org/drawingml/2006/main">
            <a:off x="7006590" y="781050"/>
            <a:ext cx="847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خاطئة</a:t>
            </a:r>
          </a:p>
        </p:txBody>
      </p:sp>
      <p:sp>
        <p:nvSpPr>
          <p:cNvPr id="7" name="">
            <a:extLst xmlns:a="http://schemas.openxmlformats.org/drawingml/2006/main">
              <a:ext uri="{FF2B5EF4-FFF2-40B4-BE49-F238E27FC236}">
                <a16:creationId xmlns:a16="http://schemas.microsoft.com/office/drawing/2014/main" id="{A7CF029C-8BEC-46B9-8688-C34B8BA31A4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25</a:t>
            </a:r>
          </a:p>
        </p:txBody>
      </p:sp>
      <p:sp>
        <p:nvSpPr>
          <p:cNvPr id="8" name="">
            <a:extLst xmlns:a="http://schemas.openxmlformats.org/drawingml/2006/main">
              <a:ext uri="{FF2B5EF4-FFF2-40B4-BE49-F238E27FC236}">
                <a16:creationId xmlns:a16="http://schemas.microsoft.com/office/drawing/2014/main" id="{504EB4D6-1A72-4C74-B4A5-BCDDBFE228B8}"/>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8888850-BC22-47CA-99D7-FFADDCD2D382}"/>
              </a:ext>
            </a:extLst>
          </p:cNvPr>
          <p:cNvSpPr>
            <a:spLocks xmlns:a="http://schemas.openxmlformats.org/drawingml/2006/main" noGrp="1"/>
          </p:cNvSpPr>
          <p:nvPr/>
        </p:nvSpPr>
        <p:spPr>
          <a:xfrm xmlns:a="http://schemas.openxmlformats.org/drawingml/2006/main">
            <a:off x="10201275" y="180975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سجل</a:t>
            </a:r>
          </a:p>
        </p:txBody>
      </p:sp>
      <p:sp>
        <p:nvSpPr>
          <p:cNvPr id="10" name="">
            <a:extLst xmlns:a="http://schemas.openxmlformats.org/drawingml/2006/main">
              <a:ext uri="{FF2B5EF4-FFF2-40B4-BE49-F238E27FC236}">
                <a16:creationId xmlns:a16="http://schemas.microsoft.com/office/drawing/2014/main" id="{924A4D67-2311-4B2A-9FB6-A7505CE652A5}"/>
              </a:ext>
            </a:extLst>
          </p:cNvPr>
          <p:cNvSpPr>
            <a:spLocks xmlns:a="http://schemas.openxmlformats.org/drawingml/2006/main" noGrp="1"/>
          </p:cNvSpPr>
          <p:nvPr/>
        </p:nvSpPr>
        <p:spPr>
          <a:xfrm xmlns:a="http://schemas.openxmlformats.org/drawingml/2006/main">
            <a:off x="9609773" y="180975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الجرد</a:t>
            </a:r>
          </a:p>
        </p:txBody>
      </p:sp>
      <p:sp>
        <p:nvSpPr>
          <p:cNvPr id="11" name="">
            <a:extLst xmlns:a="http://schemas.openxmlformats.org/drawingml/2006/main">
              <a:ext uri="{FF2B5EF4-FFF2-40B4-BE49-F238E27FC236}">
                <a16:creationId xmlns:a16="http://schemas.microsoft.com/office/drawing/2014/main" id="{32BC7BF9-48B7-4CEF-850B-FB9C7B3846C7}"/>
              </a:ext>
            </a:extLst>
          </p:cNvPr>
          <p:cNvSpPr>
            <a:spLocks xmlns:a="http://schemas.openxmlformats.org/drawingml/2006/main" noGrp="1"/>
          </p:cNvSpPr>
          <p:nvPr/>
        </p:nvSpPr>
        <p:spPr>
          <a:xfrm xmlns:a="http://schemas.openxmlformats.org/drawingml/2006/main">
            <a:off x="8961120" y="180975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بتاريخ</a:t>
            </a:r>
          </a:p>
        </p:txBody>
      </p:sp>
      <p:sp>
        <p:nvSpPr>
          <p:cNvPr id="12" name="">
            <a:extLst xmlns:a="http://schemas.openxmlformats.org/drawingml/2006/main">
              <a:ext uri="{FF2B5EF4-FFF2-40B4-BE49-F238E27FC236}">
                <a16:creationId xmlns:a16="http://schemas.microsoft.com/office/drawing/2014/main" id="{F9ABDF94-6392-406E-80B6-2E8C1AED153A}"/>
              </a:ext>
            </a:extLst>
          </p:cNvPr>
          <p:cNvSpPr>
            <a:spLocks xmlns:a="http://schemas.openxmlformats.org/drawingml/2006/main" noGrp="1"/>
          </p:cNvSpPr>
          <p:nvPr/>
        </p:nvSpPr>
        <p:spPr>
          <a:xfrm xmlns:a="http://schemas.openxmlformats.org/drawingml/2006/main">
            <a:off x="8455343" y="1809750"/>
            <a:ext cx="428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اليوم</a:t>
            </a:r>
          </a:p>
        </p:txBody>
      </p:sp>
      <p:sp>
        <p:nvSpPr>
          <p:cNvPr id="13" name="">
            <a:extLst xmlns:a="http://schemas.openxmlformats.org/drawingml/2006/main">
              <a:ext uri="{FF2B5EF4-FFF2-40B4-BE49-F238E27FC236}">
                <a16:creationId xmlns:a16="http://schemas.microsoft.com/office/drawing/2014/main" id="{063AAB61-CCF8-4FE9-A2F3-3F01275FBEA6}"/>
              </a:ext>
            </a:extLst>
          </p:cNvPr>
          <p:cNvSpPr>
            <a:spLocks xmlns:a="http://schemas.openxmlformats.org/drawingml/2006/main" noGrp="1"/>
          </p:cNvSpPr>
          <p:nvPr/>
        </p:nvSpPr>
        <p:spPr>
          <a:xfrm xmlns:a="http://schemas.openxmlformats.org/drawingml/2006/main">
            <a:off x="8101965" y="1809750"/>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مع</a:t>
            </a:r>
          </a:p>
        </p:txBody>
      </p:sp>
      <p:sp>
        <p:nvSpPr>
          <p:cNvPr id="14" name="">
            <a:extLst xmlns:a="http://schemas.openxmlformats.org/drawingml/2006/main">
              <a:ext uri="{FF2B5EF4-FFF2-40B4-BE49-F238E27FC236}">
                <a16:creationId xmlns:a16="http://schemas.microsoft.com/office/drawing/2014/main" id="{D3853EFF-6810-4058-AD14-20FB7FB26688}"/>
              </a:ext>
            </a:extLst>
          </p:cNvPr>
          <p:cNvSpPr>
            <a:spLocks xmlns:a="http://schemas.openxmlformats.org/drawingml/2006/main" noGrp="1"/>
          </p:cNvSpPr>
          <p:nvPr/>
        </p:nvSpPr>
        <p:spPr>
          <a:xfrm xmlns:a="http://schemas.openxmlformats.org/drawingml/2006/main">
            <a:off x="7643813"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النقد</a:t>
            </a:r>
          </a:p>
        </p:txBody>
      </p:sp>
      <p:sp>
        <p:nvSpPr>
          <p:cNvPr id="15" name="">
            <a:extLst xmlns:a="http://schemas.openxmlformats.org/drawingml/2006/main">
              <a:ext uri="{FF2B5EF4-FFF2-40B4-BE49-F238E27FC236}">
                <a16:creationId xmlns:a16="http://schemas.microsoft.com/office/drawing/2014/main" id="{93D789C5-7CE5-4B96-A885-273DB47E6A88}"/>
              </a:ext>
            </a:extLst>
          </p:cNvPr>
          <p:cNvSpPr>
            <a:spLocks xmlns:a="http://schemas.openxmlformats.org/drawingml/2006/main" noGrp="1"/>
          </p:cNvSpPr>
          <p:nvPr/>
        </p:nvSpPr>
        <p:spPr>
          <a:xfrm xmlns:a="http://schemas.openxmlformats.org/drawingml/2006/main">
            <a:off x="6957060" y="180975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الفعلي.</a:t>
            </a:r>
          </a:p>
        </p:txBody>
      </p:sp>
      <p:sp>
        <p:nvSpPr>
          <p:cNvPr id="16" name="">
            <a:extLst xmlns:a="http://schemas.openxmlformats.org/drawingml/2006/main">
              <a:ext uri="{FF2B5EF4-FFF2-40B4-BE49-F238E27FC236}">
                <a16:creationId xmlns:a16="http://schemas.microsoft.com/office/drawing/2014/main" id="{405850C4-1D1F-4264-8AF6-DB0D26EE1513}"/>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09159FC9-6503-47C6-8696-95325D17BC71}"/>
              </a:ext>
            </a:extLst>
          </p:cNvPr>
          <p:cNvSpPr>
            <a:spLocks xmlns:a="http://schemas.openxmlformats.org/drawingml/2006/main" noGrp="1"/>
          </p:cNvSpPr>
          <p:nvPr/>
        </p:nvSpPr>
        <p:spPr>
          <a:xfrm xmlns:a="http://schemas.openxmlformats.org/drawingml/2006/main">
            <a:off x="10325100" y="2733675"/>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عند</a:t>
            </a:r>
          </a:p>
        </p:txBody>
      </p:sp>
      <p:sp>
        <p:nvSpPr>
          <p:cNvPr id="18" name="">
            <a:extLst xmlns:a="http://schemas.openxmlformats.org/drawingml/2006/main">
              <a:ext uri="{FF2B5EF4-FFF2-40B4-BE49-F238E27FC236}">
                <a16:creationId xmlns:a16="http://schemas.microsoft.com/office/drawing/2014/main" id="{919C9005-384F-415D-8CD1-D01E5264ED93}"/>
              </a:ext>
            </a:extLst>
          </p:cNvPr>
          <p:cNvSpPr>
            <a:spLocks xmlns:a="http://schemas.openxmlformats.org/drawingml/2006/main" noGrp="1"/>
          </p:cNvSpPr>
          <p:nvPr/>
        </p:nvSpPr>
        <p:spPr>
          <a:xfrm xmlns:a="http://schemas.openxmlformats.org/drawingml/2006/main">
            <a:off x="9743123"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وجود</a:t>
            </a:r>
          </a:p>
        </p:txBody>
      </p:sp>
      <p:sp>
        <p:nvSpPr>
          <p:cNvPr id="19" name="">
            <a:extLst xmlns:a="http://schemas.openxmlformats.org/drawingml/2006/main">
              <a:ext uri="{FF2B5EF4-FFF2-40B4-BE49-F238E27FC236}">
                <a16:creationId xmlns:a16="http://schemas.microsoft.com/office/drawing/2014/main" id="{B6FCF7FF-EEEC-41A2-8109-D6F7D9309FB7}"/>
              </a:ext>
            </a:extLst>
          </p:cNvPr>
          <p:cNvSpPr>
            <a:spLocks xmlns:a="http://schemas.openxmlformats.org/drawingml/2006/main" noGrp="1"/>
          </p:cNvSpPr>
          <p:nvPr/>
        </p:nvSpPr>
        <p:spPr>
          <a:xfrm xmlns:a="http://schemas.openxmlformats.org/drawingml/2006/main">
            <a:off x="9256395" y="2733675"/>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فرق</a:t>
            </a:r>
          </a:p>
        </p:txBody>
      </p:sp>
      <p:sp>
        <p:nvSpPr>
          <p:cNvPr id="20" name="">
            <a:extLst xmlns:a="http://schemas.openxmlformats.org/drawingml/2006/main">
              <a:ext uri="{FF2B5EF4-FFF2-40B4-BE49-F238E27FC236}">
                <a16:creationId xmlns:a16="http://schemas.microsoft.com/office/drawing/2014/main" id="{7BFB5489-C863-4E61-9D5D-1682476A82F3}"/>
              </a:ext>
            </a:extLst>
          </p:cNvPr>
          <p:cNvSpPr>
            <a:spLocks xmlns:a="http://schemas.openxmlformats.org/drawingml/2006/main" noGrp="1"/>
          </p:cNvSpPr>
          <p:nvPr/>
        </p:nvSpPr>
        <p:spPr>
          <a:xfrm xmlns:a="http://schemas.openxmlformats.org/drawingml/2006/main">
            <a:off x="8798243" y="2733675"/>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21" name="">
            <a:extLst xmlns:a="http://schemas.openxmlformats.org/drawingml/2006/main">
              <a:ext uri="{FF2B5EF4-FFF2-40B4-BE49-F238E27FC236}">
                <a16:creationId xmlns:a16="http://schemas.microsoft.com/office/drawing/2014/main" id="{06D1A545-6116-43DE-9B8F-CB5FCF72B36D}"/>
              </a:ext>
            </a:extLst>
          </p:cNvPr>
          <p:cNvSpPr>
            <a:spLocks xmlns:a="http://schemas.openxmlformats.org/drawingml/2006/main" noGrp="1"/>
          </p:cNvSpPr>
          <p:nvPr/>
        </p:nvSpPr>
        <p:spPr>
          <a:xfrm xmlns:a="http://schemas.openxmlformats.org/drawingml/2006/main">
            <a:off x="8082915" y="2733675"/>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التسوية</a:t>
            </a:r>
          </a:p>
        </p:txBody>
      </p:sp>
      <p:sp>
        <p:nvSpPr>
          <p:cNvPr id="22" name="">
            <a:extLst xmlns:a="http://schemas.openxmlformats.org/drawingml/2006/main">
              <a:ext uri="{FF2B5EF4-FFF2-40B4-BE49-F238E27FC236}">
                <a16:creationId xmlns:a16="http://schemas.microsoft.com/office/drawing/2014/main" id="{8352C423-6099-4034-ABC0-59700D8BFF36}"/>
              </a:ext>
            </a:extLst>
          </p:cNvPr>
          <p:cNvSpPr>
            <a:spLocks xmlns:a="http://schemas.openxmlformats.org/drawingml/2006/main" noGrp="1"/>
          </p:cNvSpPr>
          <p:nvPr/>
        </p:nvSpPr>
        <p:spPr>
          <a:xfrm xmlns:a="http://schemas.openxmlformats.org/drawingml/2006/main">
            <a:off x="7434263" y="2733675"/>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وأرفق</a:t>
            </a:r>
          </a:p>
        </p:txBody>
      </p:sp>
      <p:sp>
        <p:nvSpPr>
          <p:cNvPr id="23" name="">
            <a:extLst xmlns:a="http://schemas.openxmlformats.org/drawingml/2006/main">
              <a:ext uri="{FF2B5EF4-FFF2-40B4-BE49-F238E27FC236}">
                <a16:creationId xmlns:a16="http://schemas.microsoft.com/office/drawing/2014/main" id="{F86B71EB-CAFB-4B64-A53E-917AB34EB37B}"/>
              </a:ext>
            </a:extLst>
          </p:cNvPr>
          <p:cNvSpPr>
            <a:spLocks xmlns:a="http://schemas.openxmlformats.org/drawingml/2006/main" noGrp="1"/>
          </p:cNvSpPr>
          <p:nvPr/>
        </p:nvSpPr>
        <p:spPr>
          <a:xfrm xmlns:a="http://schemas.openxmlformats.org/drawingml/2006/main">
            <a:off x="6661785" y="2733675"/>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الإثبات.</a:t>
            </a:r>
          </a:p>
        </p:txBody>
      </p:sp>
      <p:sp>
        <p:nvSpPr>
          <p:cNvPr id="24" name="">
            <a:extLst xmlns:a="http://schemas.openxmlformats.org/drawingml/2006/main">
              <a:ext uri="{FF2B5EF4-FFF2-40B4-BE49-F238E27FC236}">
                <a16:creationId xmlns:a16="http://schemas.microsoft.com/office/drawing/2014/main" id="{4A405F94-7947-4152-B59E-9D68CDA57548}"/>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B548B70D-84A0-4D9E-BA81-9F149F3D794B}"/>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6" name="">
            <a:extLst xmlns:a="http://schemas.openxmlformats.org/drawingml/2006/main">
              <a:ext uri="{FF2B5EF4-FFF2-40B4-BE49-F238E27FC236}">
                <a16:creationId xmlns:a16="http://schemas.microsoft.com/office/drawing/2014/main" id="{BAE9011B-1458-42C8-99DD-18DAFEDFFB35}"/>
              </a:ext>
            </a:extLst>
          </p:cNvPr>
          <p:cNvSpPr>
            <a:spLocks xmlns:a="http://schemas.openxmlformats.org/drawingml/2006/main" noGrp="1"/>
          </p:cNvSpPr>
          <p:nvPr/>
        </p:nvSpPr>
        <p:spPr>
          <a:xfrm xmlns:a="http://schemas.openxmlformats.org/drawingml/2006/main">
            <a:off x="9647873" y="36576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سبب</a:t>
            </a:r>
          </a:p>
        </p:txBody>
      </p:sp>
      <p:sp>
        <p:nvSpPr>
          <p:cNvPr id="27" name="">
            <a:extLst xmlns:a="http://schemas.openxmlformats.org/drawingml/2006/main">
              <a:ext uri="{FF2B5EF4-FFF2-40B4-BE49-F238E27FC236}">
                <a16:creationId xmlns:a16="http://schemas.microsoft.com/office/drawing/2014/main" id="{081E04FD-FD92-43BB-829D-B3E8D59BB971}"/>
              </a:ext>
            </a:extLst>
          </p:cNvPr>
          <p:cNvSpPr>
            <a:spLocks xmlns:a="http://schemas.openxmlformats.org/drawingml/2006/main" noGrp="1"/>
          </p:cNvSpPr>
          <p:nvPr/>
        </p:nvSpPr>
        <p:spPr>
          <a:xfrm xmlns:a="http://schemas.openxmlformats.org/drawingml/2006/main">
            <a:off x="9132570" y="365760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إلغاء</a:t>
            </a:r>
          </a:p>
        </p:txBody>
      </p:sp>
      <p:sp>
        <p:nvSpPr>
          <p:cNvPr id="28" name="">
            <a:extLst xmlns:a="http://schemas.openxmlformats.org/drawingml/2006/main">
              <a:ext uri="{FF2B5EF4-FFF2-40B4-BE49-F238E27FC236}">
                <a16:creationId xmlns:a16="http://schemas.microsoft.com/office/drawing/2014/main" id="{6F99EE65-5779-41AF-AFF0-DE360C575E15}"/>
              </a:ext>
            </a:extLst>
          </p:cNvPr>
          <p:cNvSpPr>
            <a:spLocks xmlns:a="http://schemas.openxmlformats.org/drawingml/2006/main" noGrp="1"/>
          </p:cNvSpPr>
          <p:nvPr/>
        </p:nvSpPr>
        <p:spPr>
          <a:xfrm xmlns:a="http://schemas.openxmlformats.org/drawingml/2006/main">
            <a:off x="8426768" y="3657600"/>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الحركة</a:t>
            </a:r>
          </a:p>
        </p:txBody>
      </p:sp>
      <p:sp>
        <p:nvSpPr>
          <p:cNvPr id="29" name="">
            <a:extLst xmlns:a="http://schemas.openxmlformats.org/drawingml/2006/main">
              <a:ext uri="{FF2B5EF4-FFF2-40B4-BE49-F238E27FC236}">
                <a16:creationId xmlns:a16="http://schemas.microsoft.com/office/drawing/2014/main" id="{C47C505F-C675-40EF-B4A5-C00CD27F2A82}"/>
              </a:ext>
            </a:extLst>
          </p:cNvPr>
          <p:cNvSpPr>
            <a:spLocks xmlns:a="http://schemas.openxmlformats.org/drawingml/2006/main" noGrp="1"/>
          </p:cNvSpPr>
          <p:nvPr/>
        </p:nvSpPr>
        <p:spPr>
          <a:xfrm xmlns:a="http://schemas.openxmlformats.org/drawingml/2006/main">
            <a:off x="7930515" y="3657600"/>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وأثر</a:t>
            </a:r>
          </a:p>
        </p:txBody>
      </p:sp>
      <p:sp>
        <p:nvSpPr>
          <p:cNvPr id="30" name="">
            <a:extLst xmlns:a="http://schemas.openxmlformats.org/drawingml/2006/main">
              <a:ext uri="{FF2B5EF4-FFF2-40B4-BE49-F238E27FC236}">
                <a16:creationId xmlns:a16="http://schemas.microsoft.com/office/drawing/2014/main" id="{D9C217C9-80F2-4BE6-AE5D-BD30DF78B191}"/>
              </a:ext>
            </a:extLst>
          </p:cNvPr>
          <p:cNvSpPr>
            <a:spLocks xmlns:a="http://schemas.openxmlformats.org/drawingml/2006/main" noGrp="1"/>
          </p:cNvSpPr>
          <p:nvPr/>
        </p:nvSpPr>
        <p:spPr>
          <a:xfrm xmlns:a="http://schemas.openxmlformats.org/drawingml/2006/main">
            <a:off x="7272338" y="365760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العكس</a:t>
            </a:r>
          </a:p>
        </p:txBody>
      </p:sp>
      <p:sp>
        <p:nvSpPr>
          <p:cNvPr id="31" name="">
            <a:extLst xmlns:a="http://schemas.openxmlformats.org/drawingml/2006/main">
              <a:ext uri="{FF2B5EF4-FFF2-40B4-BE49-F238E27FC236}">
                <a16:creationId xmlns:a16="http://schemas.microsoft.com/office/drawing/2014/main" id="{F35F3E8C-EE04-4629-A737-E32F40CDDD1B}"/>
              </a:ext>
            </a:extLst>
          </p:cNvPr>
          <p:cNvSpPr>
            <a:spLocks xmlns:a="http://schemas.openxmlformats.org/drawingml/2006/main" noGrp="1"/>
          </p:cNvSpPr>
          <p:nvPr/>
        </p:nvSpPr>
        <p:spPr>
          <a:xfrm xmlns:a="http://schemas.openxmlformats.org/drawingml/2006/main">
            <a:off x="6795135" y="3657600"/>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على</a:t>
            </a:r>
          </a:p>
        </p:txBody>
      </p:sp>
      <p:sp>
        <p:nvSpPr>
          <p:cNvPr id="32" name="">
            <a:extLst xmlns:a="http://schemas.openxmlformats.org/drawingml/2006/main">
              <a:ext uri="{FF2B5EF4-FFF2-40B4-BE49-F238E27FC236}">
                <a16:creationId xmlns:a16="http://schemas.microsoft.com/office/drawing/2014/main" id="{6BD6EBFF-38FB-4367-BF23-CD1C0C2AD533}"/>
              </a:ext>
            </a:extLst>
          </p:cNvPr>
          <p:cNvSpPr>
            <a:spLocks xmlns:a="http://schemas.openxmlformats.org/drawingml/2006/main" noGrp="1"/>
          </p:cNvSpPr>
          <p:nvPr/>
        </p:nvSpPr>
        <p:spPr>
          <a:xfrm xmlns:a="http://schemas.openxmlformats.org/drawingml/2006/main">
            <a:off x="5984558" y="3657600"/>
            <a:ext cx="733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الرصيد.</a:t>
            </a:r>
          </a:p>
        </p:txBody>
      </p:sp>
      <p:sp>
        <p:nvSpPr>
          <p:cNvPr id="33" name="">
            <a:extLst xmlns:a="http://schemas.openxmlformats.org/drawingml/2006/main">
              <a:ext uri="{FF2B5EF4-FFF2-40B4-BE49-F238E27FC236}">
                <a16:creationId xmlns:a16="http://schemas.microsoft.com/office/drawing/2014/main" id="{6C57F284-45B2-4CEB-A5F0-2CE0F43D3833}"/>
              </a:ext>
            </a:extLst>
          </p:cNvPr>
          <p:cNvSpPr>
            <a:spLocks xmlns:a="http://schemas.openxmlformats.org/drawingml/2006/main" noGrp="1"/>
          </p:cNvSpPr>
          <p:nvPr/>
        </p:nvSpPr>
        <p:spPr>
          <a:xfrm xmlns:a="http://schemas.openxmlformats.org/drawingml/2006/main">
            <a:off x="4200525" y="1924050"/>
            <a:ext cx="7048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حصلت</a:t>
            </a:r>
          </a:p>
        </p:txBody>
      </p:sp>
      <p:sp>
        <p:nvSpPr>
          <p:cNvPr id="34" name="">
            <a:extLst xmlns:a="http://schemas.openxmlformats.org/drawingml/2006/main">
              <a:ext uri="{FF2B5EF4-FFF2-40B4-BE49-F238E27FC236}">
                <a16:creationId xmlns:a16="http://schemas.microsoft.com/office/drawing/2014/main" id="{DB2C0B8C-FE93-4D78-9CB3-755A61D7D181}"/>
              </a:ext>
            </a:extLst>
          </p:cNvPr>
          <p:cNvSpPr>
            <a:spLocks xmlns:a="http://schemas.openxmlformats.org/drawingml/2006/main" noGrp="1"/>
          </p:cNvSpPr>
          <p:nvPr/>
        </p:nvSpPr>
        <p:spPr>
          <a:xfrm xmlns:a="http://schemas.openxmlformats.org/drawingml/2006/main">
            <a:off x="3540443" y="1924050"/>
            <a:ext cx="5715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حركة</a:t>
            </a:r>
          </a:p>
        </p:txBody>
      </p:sp>
      <p:sp>
        <p:nvSpPr>
          <p:cNvPr id="35" name="">
            <a:extLst xmlns:a="http://schemas.openxmlformats.org/drawingml/2006/main">
              <a:ext uri="{FF2B5EF4-FFF2-40B4-BE49-F238E27FC236}">
                <a16:creationId xmlns:a16="http://schemas.microsoft.com/office/drawing/2014/main" id="{CE5422AF-EA10-4C07-A434-93CDC863338D}"/>
              </a:ext>
            </a:extLst>
          </p:cNvPr>
          <p:cNvSpPr>
            <a:spLocks xmlns:a="http://schemas.openxmlformats.org/drawingml/2006/main" noGrp="1"/>
          </p:cNvSpPr>
          <p:nvPr/>
        </p:nvSpPr>
        <p:spPr>
          <a:xfrm xmlns:a="http://schemas.openxmlformats.org/drawingml/2006/main">
            <a:off x="3099435" y="1924050"/>
            <a:ext cx="3524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بعد</a:t>
            </a:r>
          </a:p>
        </p:txBody>
      </p:sp>
      <p:sp>
        <p:nvSpPr>
          <p:cNvPr id="36" name="">
            <a:extLst xmlns:a="http://schemas.openxmlformats.org/drawingml/2006/main">
              <a:ext uri="{FF2B5EF4-FFF2-40B4-BE49-F238E27FC236}">
                <a16:creationId xmlns:a16="http://schemas.microsoft.com/office/drawing/2014/main" id="{C84B2104-521D-42A1-81E8-9CE02729A9D4}"/>
              </a:ext>
            </a:extLst>
          </p:cNvPr>
          <p:cNvSpPr>
            <a:spLocks xmlns:a="http://schemas.openxmlformats.org/drawingml/2006/main" noGrp="1"/>
          </p:cNvSpPr>
          <p:nvPr/>
        </p:nvSpPr>
        <p:spPr>
          <a:xfrm xmlns:a="http://schemas.openxmlformats.org/drawingml/2006/main">
            <a:off x="2325052" y="1924050"/>
            <a:ext cx="685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الجرد؟</a:t>
            </a:r>
          </a:p>
        </p:txBody>
      </p:sp>
      <p:sp>
        <p:nvSpPr>
          <p:cNvPr id="37" name="">
            <a:extLst xmlns:a="http://schemas.openxmlformats.org/drawingml/2006/main">
              <a:ext uri="{FF2B5EF4-FFF2-40B4-BE49-F238E27FC236}">
                <a16:creationId xmlns:a16="http://schemas.microsoft.com/office/drawing/2014/main" id="{ABD3A718-7569-4359-9EE6-CCF404FEE26F}"/>
              </a:ext>
            </a:extLst>
          </p:cNvPr>
          <p:cNvSpPr>
            <a:spLocks xmlns:a="http://schemas.openxmlformats.org/drawingml/2006/main" noGrp="1"/>
          </p:cNvSpPr>
          <p:nvPr/>
        </p:nvSpPr>
        <p:spPr>
          <a:xfrm xmlns:a="http://schemas.openxmlformats.org/drawingml/2006/main">
            <a:off x="4648200" y="3009900"/>
            <a:ext cx="257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إذا</a:t>
            </a:r>
          </a:p>
        </p:txBody>
      </p:sp>
      <p:sp>
        <p:nvSpPr>
          <p:cNvPr id="38" name="">
            <a:extLst xmlns:a="http://schemas.openxmlformats.org/drawingml/2006/main">
              <a:ext uri="{FF2B5EF4-FFF2-40B4-BE49-F238E27FC236}">
                <a16:creationId xmlns:a16="http://schemas.microsoft.com/office/drawing/2014/main" id="{75E80C74-21F7-4222-99BF-1C2B583B71E9}"/>
              </a:ext>
            </a:extLst>
          </p:cNvPr>
          <p:cNvSpPr>
            <a:spLocks xmlns:a="http://schemas.openxmlformats.org/drawingml/2006/main" noGrp="1"/>
          </p:cNvSpPr>
          <p:nvPr/>
        </p:nvSpPr>
        <p:spPr>
          <a:xfrm xmlns:a="http://schemas.openxmlformats.org/drawingml/2006/main">
            <a:off x="4151948" y="3009900"/>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تغير</a:t>
            </a:r>
          </a:p>
        </p:txBody>
      </p:sp>
      <p:sp>
        <p:nvSpPr>
          <p:cNvPr id="39" name="">
            <a:extLst xmlns:a="http://schemas.openxmlformats.org/drawingml/2006/main">
              <a:ext uri="{FF2B5EF4-FFF2-40B4-BE49-F238E27FC236}">
                <a16:creationId xmlns:a16="http://schemas.microsoft.com/office/drawing/2014/main" id="{29F71D5E-642E-49D1-800A-CF76C914C66B}"/>
              </a:ext>
            </a:extLst>
          </p:cNvPr>
          <p:cNvSpPr>
            <a:spLocks xmlns:a="http://schemas.openxmlformats.org/drawingml/2006/main" noGrp="1"/>
          </p:cNvSpPr>
          <p:nvPr/>
        </p:nvSpPr>
        <p:spPr>
          <a:xfrm xmlns:a="http://schemas.openxmlformats.org/drawingml/2006/main">
            <a:off x="3417570" y="30099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الرصيد</a:t>
            </a:r>
          </a:p>
        </p:txBody>
      </p:sp>
      <p:sp>
        <p:nvSpPr>
          <p:cNvPr id="40" name="">
            <a:extLst xmlns:a="http://schemas.openxmlformats.org/drawingml/2006/main">
              <a:ext uri="{FF2B5EF4-FFF2-40B4-BE49-F238E27FC236}">
                <a16:creationId xmlns:a16="http://schemas.microsoft.com/office/drawing/2014/main" id="{07E6B9BA-0DBC-4785-8DBE-A7911DE4F1BA}"/>
              </a:ext>
            </a:extLst>
          </p:cNvPr>
          <p:cNvSpPr>
            <a:spLocks xmlns:a="http://schemas.openxmlformats.org/drawingml/2006/main" noGrp="1"/>
          </p:cNvSpPr>
          <p:nvPr/>
        </p:nvSpPr>
        <p:spPr>
          <a:xfrm xmlns:a="http://schemas.openxmlformats.org/drawingml/2006/main">
            <a:off x="3016567" y="30099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41" name="">
            <a:extLst xmlns:a="http://schemas.openxmlformats.org/drawingml/2006/main">
              <a:ext uri="{FF2B5EF4-FFF2-40B4-BE49-F238E27FC236}">
                <a16:creationId xmlns:a16="http://schemas.microsoft.com/office/drawing/2014/main" id="{178692C6-B0C8-4BEF-A62F-B1FCE93FF4BA}"/>
              </a:ext>
            </a:extLst>
          </p:cNvPr>
          <p:cNvSpPr>
            <a:spLocks xmlns:a="http://schemas.openxmlformats.org/drawingml/2006/main" noGrp="1"/>
          </p:cNvSpPr>
          <p:nvPr/>
        </p:nvSpPr>
        <p:spPr>
          <a:xfrm xmlns:a="http://schemas.openxmlformats.org/drawingml/2006/main">
            <a:off x="2301240" y="3009900"/>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التسوية</a:t>
            </a:r>
          </a:p>
        </p:txBody>
      </p:sp>
      <p:sp>
        <p:nvSpPr>
          <p:cNvPr id="42" name="">
            <a:extLst xmlns:a="http://schemas.openxmlformats.org/drawingml/2006/main">
              <a:ext uri="{FF2B5EF4-FFF2-40B4-BE49-F238E27FC236}">
                <a16:creationId xmlns:a16="http://schemas.microsoft.com/office/drawing/2014/main" id="{7EBBD40C-3DB5-488C-9381-840BC7CC38B0}"/>
              </a:ext>
            </a:extLst>
          </p:cNvPr>
          <p:cNvSpPr>
            <a:spLocks xmlns:a="http://schemas.openxmlformats.org/drawingml/2006/main" noGrp="1"/>
          </p:cNvSpPr>
          <p:nvPr/>
        </p:nvSpPr>
        <p:spPr>
          <a:xfrm xmlns:a="http://schemas.openxmlformats.org/drawingml/2006/main">
            <a:off x="1709737" y="300990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يطلب</a:t>
            </a:r>
          </a:p>
        </p:txBody>
      </p:sp>
      <p:sp>
        <p:nvSpPr>
          <p:cNvPr id="43" name="">
            <a:extLst xmlns:a="http://schemas.openxmlformats.org/drawingml/2006/main">
              <a:ext uri="{FF2B5EF4-FFF2-40B4-BE49-F238E27FC236}">
                <a16:creationId xmlns:a16="http://schemas.microsoft.com/office/drawing/2014/main" id="{AEEAD773-EA54-45AA-9916-D1E521211451}"/>
              </a:ext>
            </a:extLst>
          </p:cNvPr>
          <p:cNvSpPr>
            <a:spLocks xmlns:a="http://schemas.openxmlformats.org/drawingml/2006/main" noGrp="1"/>
          </p:cNvSpPr>
          <p:nvPr/>
        </p:nvSpPr>
        <p:spPr>
          <a:xfrm xmlns:a="http://schemas.openxmlformats.org/drawingml/2006/main">
            <a:off x="1108710" y="300990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النظام</a:t>
            </a:r>
          </a:p>
        </p:txBody>
      </p:sp>
      <p:sp>
        <p:nvSpPr>
          <p:cNvPr id="44" name="">
            <a:extLst xmlns:a="http://schemas.openxmlformats.org/drawingml/2006/main">
              <a:ext uri="{FF2B5EF4-FFF2-40B4-BE49-F238E27FC236}">
                <a16:creationId xmlns:a16="http://schemas.microsoft.com/office/drawing/2014/main" id="{F7EC8633-96F4-41AB-9644-3860691BCCCF}"/>
              </a:ext>
            </a:extLst>
          </p:cNvPr>
          <p:cNvSpPr>
            <a:spLocks xmlns:a="http://schemas.openxmlformats.org/drawingml/2006/main" noGrp="1"/>
          </p:cNvSpPr>
          <p:nvPr/>
        </p:nvSpPr>
        <p:spPr>
          <a:xfrm xmlns:a="http://schemas.openxmlformats.org/drawingml/2006/main">
            <a:off x="4438650" y="3382804"/>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جردًا</a:t>
            </a:r>
          </a:p>
        </p:txBody>
      </p:sp>
      <p:sp>
        <p:nvSpPr>
          <p:cNvPr id="45" name="">
            <a:extLst xmlns:a="http://schemas.openxmlformats.org/drawingml/2006/main">
              <a:ext uri="{FF2B5EF4-FFF2-40B4-BE49-F238E27FC236}">
                <a16:creationId xmlns:a16="http://schemas.microsoft.com/office/drawing/2014/main" id="{85359897-05A7-400A-B9FC-DABEFE423635}"/>
              </a:ext>
            </a:extLst>
          </p:cNvPr>
          <p:cNvSpPr>
            <a:spLocks xmlns:a="http://schemas.openxmlformats.org/drawingml/2006/main" noGrp="1"/>
          </p:cNvSpPr>
          <p:nvPr/>
        </p:nvSpPr>
        <p:spPr>
          <a:xfrm xmlns:a="http://schemas.openxmlformats.org/drawingml/2006/main">
            <a:off x="3799523" y="3382804"/>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جديدًا.</a:t>
            </a:r>
          </a:p>
        </p:txBody>
      </p:sp>
      <p:sp>
        <p:nvSpPr>
          <p:cNvPr id="46" name="">
            <a:extLst xmlns:a="http://schemas.openxmlformats.org/drawingml/2006/main">
              <a:ext uri="{FF2B5EF4-FFF2-40B4-BE49-F238E27FC236}">
                <a16:creationId xmlns:a16="http://schemas.microsoft.com/office/drawing/2014/main" id="{83231EB6-C335-4639-9617-89285D3B26B7}"/>
              </a:ext>
            </a:extLst>
          </p:cNvPr>
          <p:cNvSpPr>
            <a:spLocks xmlns:a="http://schemas.openxmlformats.org/drawingml/2006/main" noGrp="1"/>
          </p:cNvSpPr>
          <p:nvPr/>
        </p:nvSpPr>
        <p:spPr>
          <a:xfrm xmlns:a="http://schemas.openxmlformats.org/drawingml/2006/main">
            <a:off x="3084195" y="3382804"/>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التسوية</a:t>
            </a:r>
          </a:p>
        </p:txBody>
      </p:sp>
      <p:sp>
        <p:nvSpPr>
          <p:cNvPr id="47" name="">
            <a:extLst xmlns:a="http://schemas.openxmlformats.org/drawingml/2006/main">
              <a:ext uri="{FF2B5EF4-FFF2-40B4-BE49-F238E27FC236}">
                <a16:creationId xmlns:a16="http://schemas.microsoft.com/office/drawing/2014/main" id="{9BD806EB-1CDC-416D-8340-1B7126EAEFCF}"/>
              </a:ext>
            </a:extLst>
          </p:cNvPr>
          <p:cNvSpPr>
            <a:spLocks xmlns:a="http://schemas.openxmlformats.org/drawingml/2006/main" noGrp="1"/>
          </p:cNvSpPr>
          <p:nvPr/>
        </p:nvSpPr>
        <p:spPr>
          <a:xfrm xmlns:a="http://schemas.openxmlformats.org/drawingml/2006/main">
            <a:off x="2530792"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تعتمد</a:t>
            </a:r>
          </a:p>
        </p:txBody>
      </p:sp>
      <p:sp>
        <p:nvSpPr>
          <p:cNvPr id="48" name="">
            <a:extLst xmlns:a="http://schemas.openxmlformats.org/drawingml/2006/main">
              <a:ext uri="{FF2B5EF4-FFF2-40B4-BE49-F238E27FC236}">
                <a16:creationId xmlns:a16="http://schemas.microsoft.com/office/drawing/2014/main" id="{3D5F20B4-5A81-4473-A6A6-4117DA4ADE2F}"/>
              </a:ext>
            </a:extLst>
          </p:cNvPr>
          <p:cNvSpPr>
            <a:spLocks xmlns:a="http://schemas.openxmlformats.org/drawingml/2006/main" noGrp="1"/>
          </p:cNvSpPr>
          <p:nvPr/>
        </p:nvSpPr>
        <p:spPr>
          <a:xfrm xmlns:a="http://schemas.openxmlformats.org/drawingml/2006/main">
            <a:off x="2053590" y="3382804"/>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على</a:t>
            </a:r>
          </a:p>
        </p:txBody>
      </p:sp>
      <p:sp>
        <p:nvSpPr>
          <p:cNvPr id="49" name="">
            <a:extLst xmlns:a="http://schemas.openxmlformats.org/drawingml/2006/main">
              <a:ext uri="{FF2B5EF4-FFF2-40B4-BE49-F238E27FC236}">
                <a16:creationId xmlns:a16="http://schemas.microsoft.com/office/drawing/2014/main" id="{10DE8F02-D948-4215-A14F-2BF0FC0A69DC}"/>
              </a:ext>
            </a:extLst>
          </p:cNvPr>
          <p:cNvSpPr>
            <a:spLocks xmlns:a="http://schemas.openxmlformats.org/drawingml/2006/main" noGrp="1"/>
          </p:cNvSpPr>
          <p:nvPr/>
        </p:nvSpPr>
        <p:spPr>
          <a:xfrm xmlns:a="http://schemas.openxmlformats.org/drawingml/2006/main">
            <a:off x="1423987" y="3382804"/>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رصيد</a:t>
            </a:r>
          </a:p>
        </p:txBody>
      </p:sp>
      <p:sp>
        <p:nvSpPr>
          <p:cNvPr id="50" name="">
            <a:extLst xmlns:a="http://schemas.openxmlformats.org/drawingml/2006/main">
              <a:ext uri="{FF2B5EF4-FFF2-40B4-BE49-F238E27FC236}">
                <a16:creationId xmlns:a16="http://schemas.microsoft.com/office/drawing/2014/main" id="{63BEBC26-02D6-47AA-93A0-9507D428ACE7}"/>
              </a:ext>
            </a:extLst>
          </p:cNvPr>
          <p:cNvSpPr>
            <a:spLocks xmlns:a="http://schemas.openxmlformats.org/drawingml/2006/main" noGrp="1"/>
          </p:cNvSpPr>
          <p:nvPr/>
        </p:nvSpPr>
        <p:spPr>
          <a:xfrm xmlns:a="http://schemas.openxmlformats.org/drawingml/2006/main">
            <a:off x="851535" y="3382804"/>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لحظة</a:t>
            </a:r>
          </a:p>
        </p:txBody>
      </p:sp>
      <p:sp>
        <p:nvSpPr>
          <p:cNvPr id="51" name="">
            <a:extLst xmlns:a="http://schemas.openxmlformats.org/drawingml/2006/main">
              <a:ext uri="{FF2B5EF4-FFF2-40B4-BE49-F238E27FC236}">
                <a16:creationId xmlns:a16="http://schemas.microsoft.com/office/drawing/2014/main" id="{A6094F2A-D1C9-4FF2-A8C9-30FE18039135}"/>
              </a:ext>
            </a:extLst>
          </p:cNvPr>
          <p:cNvSpPr>
            <a:spLocks xmlns:a="http://schemas.openxmlformats.org/drawingml/2006/main" noGrp="1"/>
          </p:cNvSpPr>
          <p:nvPr/>
        </p:nvSpPr>
        <p:spPr>
          <a:xfrm xmlns:a="http://schemas.openxmlformats.org/drawingml/2006/main">
            <a:off x="4314825" y="3755707"/>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الجرد.</a:t>
            </a:r>
          </a:p>
        </p:txBody>
      </p:sp>
    </p:spTree>
    <p:extLst>
      <p:ext uri="{BB962C8B-B14F-4D97-AF65-F5344CB8AC3E}">
        <p14:creationId xmlns:p14="http://schemas.microsoft.com/office/powerpoint/2010/main" val="161680085"/>
      </p:ext>
    </p:extLst>
  </p:cSld>
</p:sld>
</file>

<file path=ppt/slides/slide26.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83D2D8C-93BB-4913-AA58-F3B350DFEBF3}"/>
              </a:ext>
            </a:extLst>
          </p:cNvPr>
          <p:cNvSpPr>
            <a:spLocks xmlns:a="http://schemas.openxmlformats.org/drawingml/2006/main" noGrp="1"/>
          </p:cNvSpPr>
          <p:nvPr/>
        </p:nvSpPr>
        <p:spPr>
          <a:xfrm xmlns:a="http://schemas.openxmlformats.org/drawingml/2006/main">
            <a:off x="11249025" y="333375"/>
            <a:ext cx="3238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البنك</a:t>
            </a:r>
          </a:p>
        </p:txBody>
      </p:sp>
      <p:sp>
        <p:nvSpPr>
          <p:cNvPr id="2" name="">
            <a:extLst xmlns:a="http://schemas.openxmlformats.org/drawingml/2006/main">
              <a:ext uri="{FF2B5EF4-FFF2-40B4-BE49-F238E27FC236}">
                <a16:creationId xmlns:a16="http://schemas.microsoft.com/office/drawing/2014/main" id="{9033F6C1-B992-4246-AE3B-D1253E8CD210}"/>
              </a:ext>
            </a:extLst>
          </p:cNvPr>
          <p:cNvSpPr>
            <a:spLocks xmlns:a="http://schemas.openxmlformats.org/drawingml/2006/main" noGrp="1"/>
          </p:cNvSpPr>
          <p:nvPr/>
        </p:nvSpPr>
        <p:spPr>
          <a:xfrm xmlns:a="http://schemas.openxmlformats.org/drawingml/2006/main">
            <a:off x="10896600" y="781050"/>
            <a:ext cx="6762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البنك</a:t>
            </a:r>
          </a:p>
        </p:txBody>
      </p:sp>
      <p:sp>
        <p:nvSpPr>
          <p:cNvPr id="3" name="">
            <a:extLst xmlns:a="http://schemas.openxmlformats.org/drawingml/2006/main">
              <a:ext uri="{FF2B5EF4-FFF2-40B4-BE49-F238E27FC236}">
                <a16:creationId xmlns:a16="http://schemas.microsoft.com/office/drawing/2014/main" id="{28A3AB76-E1C8-44A1-87C8-0F9EF990164A}"/>
              </a:ext>
            </a:extLst>
          </p:cNvPr>
          <p:cNvSpPr>
            <a:spLocks xmlns:a="http://schemas.openxmlformats.org/drawingml/2006/main" noGrp="1"/>
          </p:cNvSpPr>
          <p:nvPr/>
        </p:nvSpPr>
        <p:spPr>
          <a:xfrm xmlns:a="http://schemas.openxmlformats.org/drawingml/2006/main">
            <a:off x="9557385" y="781050"/>
            <a:ext cx="1219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والسيولة</a:t>
            </a:r>
          </a:p>
        </p:txBody>
      </p:sp>
      <p:sp>
        <p:nvSpPr>
          <p:cNvPr id="4" name="">
            <a:extLst xmlns:a="http://schemas.openxmlformats.org/drawingml/2006/main">
              <a:ext uri="{FF2B5EF4-FFF2-40B4-BE49-F238E27FC236}">
                <a16:creationId xmlns:a16="http://schemas.microsoft.com/office/drawing/2014/main" id="{054F67E6-70EA-49A2-8063-5CC80F8B2AE4}"/>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F27C40A3-013D-4AB3-A6D8-7FCEC1F25CA4}"/>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4EDC6C5-790A-43F9-9FD9-70AFDF247C16}"/>
              </a:ext>
            </a:extLst>
          </p:cNvPr>
          <p:cNvSpPr>
            <a:spLocks xmlns:a="http://schemas.openxmlformats.org/drawingml/2006/main" noGrp="1"/>
          </p:cNvSpPr>
          <p:nvPr/>
        </p:nvSpPr>
        <p:spPr>
          <a:xfrm xmlns:a="http://schemas.openxmlformats.org/drawingml/2006/main">
            <a:off x="10086975" y="180975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اضغط</a:t>
            </a:r>
          </a:p>
        </p:txBody>
      </p:sp>
      <p:sp>
        <p:nvSpPr>
          <p:cNvPr id="7" name="">
            <a:extLst xmlns:a="http://schemas.openxmlformats.org/drawingml/2006/main">
              <a:ext uri="{FF2B5EF4-FFF2-40B4-BE49-F238E27FC236}">
                <a16:creationId xmlns:a16="http://schemas.microsoft.com/office/drawing/2014/main" id="{9682CD15-7D21-4DA9-9A4D-758F10EAE016}"/>
              </a:ext>
            </a:extLst>
          </p:cNvPr>
          <p:cNvSpPr>
            <a:spLocks xmlns:a="http://schemas.openxmlformats.org/drawingml/2006/main" noGrp="1"/>
          </p:cNvSpPr>
          <p:nvPr/>
        </p:nvSpPr>
        <p:spPr>
          <a:xfrm xmlns:a="http://schemas.openxmlformats.org/drawingml/2006/main">
            <a:off x="9457373"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إضافة</a:t>
            </a:r>
          </a:p>
        </p:txBody>
      </p:sp>
      <p:sp>
        <p:nvSpPr>
          <p:cNvPr id="8" name="">
            <a:extLst xmlns:a="http://schemas.openxmlformats.org/drawingml/2006/main">
              <a:ext uri="{FF2B5EF4-FFF2-40B4-BE49-F238E27FC236}">
                <a16:creationId xmlns:a16="http://schemas.microsoft.com/office/drawing/2014/main" id="{35AD0A55-AFD4-4CDB-A858-1760B21C2C29}"/>
              </a:ext>
            </a:extLst>
          </p:cNvPr>
          <p:cNvSpPr>
            <a:spLocks xmlns:a="http://schemas.openxmlformats.org/drawingml/2006/main" noGrp="1"/>
          </p:cNvSpPr>
          <p:nvPr/>
        </p:nvSpPr>
        <p:spPr>
          <a:xfrm xmlns:a="http://schemas.openxmlformats.org/drawingml/2006/main">
            <a:off x="8856345" y="180975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حركة</a:t>
            </a:r>
          </a:p>
        </p:txBody>
      </p:sp>
      <p:sp>
        <p:nvSpPr>
          <p:cNvPr id="9" name="">
            <a:extLst xmlns:a="http://schemas.openxmlformats.org/drawingml/2006/main">
              <a:ext uri="{FF2B5EF4-FFF2-40B4-BE49-F238E27FC236}">
                <a16:creationId xmlns:a16="http://schemas.microsoft.com/office/drawing/2014/main" id="{7196630A-B592-48AE-9222-E61749732380}"/>
              </a:ext>
            </a:extLst>
          </p:cNvPr>
          <p:cNvSpPr>
            <a:spLocks xmlns:a="http://schemas.openxmlformats.org/drawingml/2006/main" noGrp="1"/>
          </p:cNvSpPr>
          <p:nvPr/>
        </p:nvSpPr>
        <p:spPr>
          <a:xfrm xmlns:a="http://schemas.openxmlformats.org/drawingml/2006/main">
            <a:off x="8331518" y="180975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بنكية</a:t>
            </a:r>
          </a:p>
        </p:txBody>
      </p:sp>
      <p:sp>
        <p:nvSpPr>
          <p:cNvPr id="10" name="">
            <a:extLst xmlns:a="http://schemas.openxmlformats.org/drawingml/2006/main">
              <a:ext uri="{FF2B5EF4-FFF2-40B4-BE49-F238E27FC236}">
                <a16:creationId xmlns:a16="http://schemas.microsoft.com/office/drawing/2014/main" id="{524DE802-A297-44FD-832F-9805C2982E7F}"/>
              </a:ext>
            </a:extLst>
          </p:cNvPr>
          <p:cNvSpPr>
            <a:spLocks xmlns:a="http://schemas.openxmlformats.org/drawingml/2006/main" noGrp="1"/>
          </p:cNvSpPr>
          <p:nvPr/>
        </p:nvSpPr>
        <p:spPr>
          <a:xfrm xmlns:a="http://schemas.openxmlformats.org/drawingml/2006/main">
            <a:off x="7701915" y="180975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واختر</a:t>
            </a:r>
          </a:p>
        </p:txBody>
      </p:sp>
      <p:sp>
        <p:nvSpPr>
          <p:cNvPr id="11" name="">
            <a:extLst xmlns:a="http://schemas.openxmlformats.org/drawingml/2006/main">
              <a:ext uri="{FF2B5EF4-FFF2-40B4-BE49-F238E27FC236}">
                <a16:creationId xmlns:a16="http://schemas.microsoft.com/office/drawing/2014/main" id="{B5D2420C-99B2-4439-B5B1-6BA240210087}"/>
              </a:ext>
            </a:extLst>
          </p:cNvPr>
          <p:cNvSpPr>
            <a:spLocks xmlns:a="http://schemas.openxmlformats.org/drawingml/2006/main" noGrp="1"/>
          </p:cNvSpPr>
          <p:nvPr/>
        </p:nvSpPr>
        <p:spPr>
          <a:xfrm xmlns:a="http://schemas.openxmlformats.org/drawingml/2006/main">
            <a:off x="7253288" y="180975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نوع</a:t>
            </a:r>
          </a:p>
        </p:txBody>
      </p:sp>
      <p:sp>
        <p:nvSpPr>
          <p:cNvPr id="12" name="">
            <a:extLst xmlns:a="http://schemas.openxmlformats.org/drawingml/2006/main">
              <a:ext uri="{FF2B5EF4-FFF2-40B4-BE49-F238E27FC236}">
                <a16:creationId xmlns:a16="http://schemas.microsoft.com/office/drawing/2014/main" id="{A841B744-8C1A-401B-9BC9-753CA1DB7BDD}"/>
              </a:ext>
            </a:extLst>
          </p:cNvPr>
          <p:cNvSpPr>
            <a:spLocks xmlns:a="http://schemas.openxmlformats.org/drawingml/2006/main" noGrp="1"/>
          </p:cNvSpPr>
          <p:nvPr/>
        </p:nvSpPr>
        <p:spPr>
          <a:xfrm xmlns:a="http://schemas.openxmlformats.org/drawingml/2006/main">
            <a:off x="6595110" y="180975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العملية</a:t>
            </a:r>
          </a:p>
        </p:txBody>
      </p:sp>
      <p:sp>
        <p:nvSpPr>
          <p:cNvPr id="13" name="">
            <a:extLst xmlns:a="http://schemas.openxmlformats.org/drawingml/2006/main">
              <a:ext uri="{FF2B5EF4-FFF2-40B4-BE49-F238E27FC236}">
                <a16:creationId xmlns:a16="http://schemas.microsoft.com/office/drawing/2014/main" id="{17CCF514-0EFD-460A-894C-58D6193BF724}"/>
              </a:ext>
            </a:extLst>
          </p:cNvPr>
          <p:cNvSpPr>
            <a:spLocks xmlns:a="http://schemas.openxmlformats.org/drawingml/2006/main" noGrp="1"/>
          </p:cNvSpPr>
          <p:nvPr/>
        </p:nvSpPr>
        <p:spPr>
          <a:xfrm xmlns:a="http://schemas.openxmlformats.org/drawingml/2006/main">
            <a:off x="5908358" y="180975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الفعلي.</a:t>
            </a:r>
          </a:p>
        </p:txBody>
      </p:sp>
      <p:sp>
        <p:nvSpPr>
          <p:cNvPr id="14" name="">
            <a:extLst xmlns:a="http://schemas.openxmlformats.org/drawingml/2006/main">
              <a:ext uri="{FF2B5EF4-FFF2-40B4-BE49-F238E27FC236}">
                <a16:creationId xmlns:a16="http://schemas.microsoft.com/office/drawing/2014/main" id="{376F8F38-4C66-449E-B7BC-D3A4302162E5}"/>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34FFEB03-9DFF-4A03-9A16-E209C238B743}"/>
              </a:ext>
            </a:extLst>
          </p:cNvPr>
          <p:cNvSpPr>
            <a:spLocks xmlns:a="http://schemas.openxmlformats.org/drawingml/2006/main" noGrp="1"/>
          </p:cNvSpPr>
          <p:nvPr/>
        </p:nvSpPr>
        <p:spPr>
          <a:xfrm xmlns:a="http://schemas.openxmlformats.org/drawingml/2006/main">
            <a:off x="10201275" y="2733675"/>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أدخل</a:t>
            </a:r>
          </a:p>
        </p:txBody>
      </p:sp>
      <p:sp>
        <p:nvSpPr>
          <p:cNvPr id="16" name="">
            <a:extLst xmlns:a="http://schemas.openxmlformats.org/drawingml/2006/main">
              <a:ext uri="{FF2B5EF4-FFF2-40B4-BE49-F238E27FC236}">
                <a16:creationId xmlns:a16="http://schemas.microsoft.com/office/drawing/2014/main" id="{FDC2835E-5750-4949-9F73-45DD751A16ED}"/>
              </a:ext>
            </a:extLst>
          </p:cNvPr>
          <p:cNvSpPr>
            <a:spLocks xmlns:a="http://schemas.openxmlformats.org/drawingml/2006/main" noGrp="1"/>
          </p:cNvSpPr>
          <p:nvPr/>
        </p:nvSpPr>
        <p:spPr>
          <a:xfrm xmlns:a="http://schemas.openxmlformats.org/drawingml/2006/main">
            <a:off x="9628823" y="2733675"/>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القيمة</a:t>
            </a:r>
          </a:p>
        </p:txBody>
      </p:sp>
      <p:sp>
        <p:nvSpPr>
          <p:cNvPr id="17" name="">
            <a:extLst xmlns:a="http://schemas.openxmlformats.org/drawingml/2006/main">
              <a:ext uri="{FF2B5EF4-FFF2-40B4-BE49-F238E27FC236}">
                <a16:creationId xmlns:a16="http://schemas.microsoft.com/office/drawing/2014/main" id="{84C6B97E-74A2-471C-B19F-CEDF1AA1698B}"/>
              </a:ext>
            </a:extLst>
          </p:cNvPr>
          <p:cNvSpPr>
            <a:spLocks xmlns:a="http://schemas.openxmlformats.org/drawingml/2006/main" noGrp="1"/>
          </p:cNvSpPr>
          <p:nvPr/>
        </p:nvSpPr>
        <p:spPr>
          <a:xfrm xmlns:a="http://schemas.openxmlformats.org/drawingml/2006/main">
            <a:off x="8827770" y="2733675"/>
            <a:ext cx="723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والتاريخ</a:t>
            </a:r>
          </a:p>
        </p:txBody>
      </p:sp>
      <p:sp>
        <p:nvSpPr>
          <p:cNvPr id="18" name="">
            <a:extLst xmlns:a="http://schemas.openxmlformats.org/drawingml/2006/main">
              <a:ext uri="{FF2B5EF4-FFF2-40B4-BE49-F238E27FC236}">
                <a16:creationId xmlns:a16="http://schemas.microsoft.com/office/drawing/2014/main" id="{2FA99C4B-F324-4E64-9C41-1CBD0C1217B9}"/>
              </a:ext>
            </a:extLst>
          </p:cNvPr>
          <p:cNvSpPr>
            <a:spLocks xmlns:a="http://schemas.openxmlformats.org/drawingml/2006/main" noGrp="1"/>
          </p:cNvSpPr>
          <p:nvPr/>
        </p:nvSpPr>
        <p:spPr>
          <a:xfrm xmlns:a="http://schemas.openxmlformats.org/drawingml/2006/main">
            <a:off x="7988618" y="2733675"/>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والمرجع</a:t>
            </a:r>
          </a:p>
        </p:txBody>
      </p:sp>
      <p:sp>
        <p:nvSpPr>
          <p:cNvPr id="19" name="">
            <a:extLst xmlns:a="http://schemas.openxmlformats.org/drawingml/2006/main">
              <a:ext uri="{FF2B5EF4-FFF2-40B4-BE49-F238E27FC236}">
                <a16:creationId xmlns:a16="http://schemas.microsoft.com/office/drawing/2014/main" id="{DC78E75F-4FC3-4924-9816-92E6DDD24122}"/>
              </a:ext>
            </a:extLst>
          </p:cNvPr>
          <p:cNvSpPr>
            <a:spLocks xmlns:a="http://schemas.openxmlformats.org/drawingml/2006/main" noGrp="1"/>
          </p:cNvSpPr>
          <p:nvPr/>
        </p:nvSpPr>
        <p:spPr>
          <a:xfrm xmlns:a="http://schemas.openxmlformats.org/drawingml/2006/main">
            <a:off x="7311390" y="2733675"/>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والبيان</a:t>
            </a:r>
          </a:p>
        </p:txBody>
      </p:sp>
      <p:sp>
        <p:nvSpPr>
          <p:cNvPr id="20" name="">
            <a:extLst xmlns:a="http://schemas.openxmlformats.org/drawingml/2006/main">
              <a:ext uri="{FF2B5EF4-FFF2-40B4-BE49-F238E27FC236}">
                <a16:creationId xmlns:a16="http://schemas.microsoft.com/office/drawing/2014/main" id="{79035ED8-E927-4136-ABBA-F2D5A513C2B9}"/>
              </a:ext>
            </a:extLst>
          </p:cNvPr>
          <p:cNvSpPr>
            <a:spLocks xmlns:a="http://schemas.openxmlformats.org/drawingml/2006/main" noGrp="1"/>
          </p:cNvSpPr>
          <p:nvPr/>
        </p:nvSpPr>
        <p:spPr>
          <a:xfrm xmlns:a="http://schemas.openxmlformats.org/drawingml/2006/main">
            <a:off x="6338888" y="2733675"/>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والمشروع</a:t>
            </a:r>
          </a:p>
        </p:txBody>
      </p:sp>
      <p:sp>
        <p:nvSpPr>
          <p:cNvPr id="21" name="">
            <a:extLst xmlns:a="http://schemas.openxmlformats.org/drawingml/2006/main">
              <a:ext uri="{FF2B5EF4-FFF2-40B4-BE49-F238E27FC236}">
                <a16:creationId xmlns:a16="http://schemas.microsoft.com/office/drawing/2014/main" id="{3AC9A0EE-E24A-4AE5-BD21-290F7EB3744F}"/>
              </a:ext>
            </a:extLst>
          </p:cNvPr>
          <p:cNvSpPr>
            <a:spLocks xmlns:a="http://schemas.openxmlformats.org/drawingml/2006/main" noGrp="1"/>
          </p:cNvSpPr>
          <p:nvPr/>
        </p:nvSpPr>
        <p:spPr>
          <a:xfrm xmlns:a="http://schemas.openxmlformats.org/drawingml/2006/main">
            <a:off x="6014085" y="2733675"/>
            <a:ext cx="247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إن</a:t>
            </a:r>
          </a:p>
        </p:txBody>
      </p:sp>
      <p:sp>
        <p:nvSpPr>
          <p:cNvPr id="22" name="">
            <a:extLst xmlns:a="http://schemas.openxmlformats.org/drawingml/2006/main">
              <a:ext uri="{FF2B5EF4-FFF2-40B4-BE49-F238E27FC236}">
                <a16:creationId xmlns:a16="http://schemas.microsoft.com/office/drawing/2014/main" id="{49967E05-F98A-4465-9E28-42EBA6B12BD0}"/>
              </a:ext>
            </a:extLst>
          </p:cNvPr>
          <p:cNvSpPr>
            <a:spLocks xmlns:a="http://schemas.openxmlformats.org/drawingml/2006/main" noGrp="1"/>
          </p:cNvSpPr>
          <p:nvPr/>
        </p:nvSpPr>
        <p:spPr>
          <a:xfrm xmlns:a="http://schemas.openxmlformats.org/drawingml/2006/main">
            <a:off x="10058400" y="3106579"/>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انطبق.</a:t>
            </a:r>
          </a:p>
        </p:txBody>
      </p:sp>
      <p:sp>
        <p:nvSpPr>
          <p:cNvPr id="23" name="">
            <a:extLst xmlns:a="http://schemas.openxmlformats.org/drawingml/2006/main">
              <a:ext uri="{FF2B5EF4-FFF2-40B4-BE49-F238E27FC236}">
                <a16:creationId xmlns:a16="http://schemas.microsoft.com/office/drawing/2014/main" id="{F059C9DF-E1E3-47FA-8B7D-59DA765CA452}"/>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44F7DDE0-5F20-4666-9E02-2AF7CC8615AB}"/>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5" name="">
            <a:extLst xmlns:a="http://schemas.openxmlformats.org/drawingml/2006/main">
              <a:ext uri="{FF2B5EF4-FFF2-40B4-BE49-F238E27FC236}">
                <a16:creationId xmlns:a16="http://schemas.microsoft.com/office/drawing/2014/main" id="{6DD39A86-C5F6-4853-8DED-647B9674BC18}"/>
              </a:ext>
            </a:extLst>
          </p:cNvPr>
          <p:cNvSpPr>
            <a:spLocks xmlns:a="http://schemas.openxmlformats.org/drawingml/2006/main" noGrp="1"/>
          </p:cNvSpPr>
          <p:nvPr/>
        </p:nvSpPr>
        <p:spPr>
          <a:xfrm xmlns:a="http://schemas.openxmlformats.org/drawingml/2006/main">
            <a:off x="9685973" y="3657600"/>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دفتر</a:t>
            </a:r>
          </a:p>
        </p:txBody>
      </p:sp>
      <p:sp>
        <p:nvSpPr>
          <p:cNvPr id="26" name="">
            <a:extLst xmlns:a="http://schemas.openxmlformats.org/drawingml/2006/main">
              <a:ext uri="{FF2B5EF4-FFF2-40B4-BE49-F238E27FC236}">
                <a16:creationId xmlns:a16="http://schemas.microsoft.com/office/drawing/2014/main" id="{40136C17-5C4F-412B-B8DA-49F747997D00}"/>
              </a:ext>
            </a:extLst>
          </p:cNvPr>
          <p:cNvSpPr>
            <a:spLocks xmlns:a="http://schemas.openxmlformats.org/drawingml/2006/main" noGrp="1"/>
          </p:cNvSpPr>
          <p:nvPr/>
        </p:nvSpPr>
        <p:spPr>
          <a:xfrm xmlns:a="http://schemas.openxmlformats.org/drawingml/2006/main">
            <a:off x="9161145" y="36576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البنك</a:t>
            </a:r>
          </a:p>
        </p:txBody>
      </p:sp>
      <p:sp>
        <p:nvSpPr>
          <p:cNvPr id="27" name="">
            <a:extLst xmlns:a="http://schemas.openxmlformats.org/drawingml/2006/main">
              <a:ext uri="{FF2B5EF4-FFF2-40B4-BE49-F238E27FC236}">
                <a16:creationId xmlns:a16="http://schemas.microsoft.com/office/drawing/2014/main" id="{A13FDC3D-BDE3-4FE5-A7BB-01B2B2FEBEED}"/>
              </a:ext>
            </a:extLst>
          </p:cNvPr>
          <p:cNvSpPr>
            <a:spLocks xmlns:a="http://schemas.openxmlformats.org/drawingml/2006/main" noGrp="1"/>
          </p:cNvSpPr>
          <p:nvPr/>
        </p:nvSpPr>
        <p:spPr>
          <a:xfrm xmlns:a="http://schemas.openxmlformats.org/drawingml/2006/main">
            <a:off x="8769668" y="3657600"/>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بعد</a:t>
            </a:r>
          </a:p>
        </p:txBody>
      </p:sp>
      <p:sp>
        <p:nvSpPr>
          <p:cNvPr id="28" name="">
            <a:extLst xmlns:a="http://schemas.openxmlformats.org/drawingml/2006/main">
              <a:ext uri="{FF2B5EF4-FFF2-40B4-BE49-F238E27FC236}">
                <a16:creationId xmlns:a16="http://schemas.microsoft.com/office/drawing/2014/main" id="{A8986AF4-F88D-4E1D-823D-89464946A0BC}"/>
              </a:ext>
            </a:extLst>
          </p:cNvPr>
          <p:cNvSpPr>
            <a:spLocks xmlns:a="http://schemas.openxmlformats.org/drawingml/2006/main" noGrp="1"/>
          </p:cNvSpPr>
          <p:nvPr/>
        </p:nvSpPr>
        <p:spPr>
          <a:xfrm xmlns:a="http://schemas.openxmlformats.org/drawingml/2006/main">
            <a:off x="8273415" y="3657600"/>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حفظ</a:t>
            </a:r>
          </a:p>
        </p:txBody>
      </p:sp>
      <p:sp>
        <p:nvSpPr>
          <p:cNvPr id="29" name="">
            <a:extLst xmlns:a="http://schemas.openxmlformats.org/drawingml/2006/main">
              <a:ext uri="{FF2B5EF4-FFF2-40B4-BE49-F238E27FC236}">
                <a16:creationId xmlns:a16="http://schemas.microsoft.com/office/drawing/2014/main" id="{DF59D67B-ADA5-49D5-93E4-E59BEC57C818}"/>
              </a:ext>
            </a:extLst>
          </p:cNvPr>
          <p:cNvSpPr>
            <a:spLocks xmlns:a="http://schemas.openxmlformats.org/drawingml/2006/main" noGrp="1"/>
          </p:cNvSpPr>
          <p:nvPr/>
        </p:nvSpPr>
        <p:spPr>
          <a:xfrm xmlns:a="http://schemas.openxmlformats.org/drawingml/2006/main">
            <a:off x="7500938" y="365760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وترحيل</a:t>
            </a:r>
          </a:p>
        </p:txBody>
      </p:sp>
      <p:sp>
        <p:nvSpPr>
          <p:cNvPr id="30" name="">
            <a:extLst xmlns:a="http://schemas.openxmlformats.org/drawingml/2006/main">
              <a:ext uri="{FF2B5EF4-FFF2-40B4-BE49-F238E27FC236}">
                <a16:creationId xmlns:a16="http://schemas.microsoft.com/office/drawing/2014/main" id="{EAFEFEF6-EA23-4906-9920-8E50C2BB1369}"/>
              </a:ext>
            </a:extLst>
          </p:cNvPr>
          <p:cNvSpPr>
            <a:spLocks xmlns:a="http://schemas.openxmlformats.org/drawingml/2006/main" noGrp="1"/>
          </p:cNvSpPr>
          <p:nvPr/>
        </p:nvSpPr>
        <p:spPr>
          <a:xfrm xmlns:a="http://schemas.openxmlformats.org/drawingml/2006/main">
            <a:off x="6728460" y="3657600"/>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الحركة.</a:t>
            </a:r>
          </a:p>
        </p:txBody>
      </p:sp>
      <p:sp>
        <p:nvSpPr>
          <p:cNvPr id="31" name="">
            <a:extLst xmlns:a="http://schemas.openxmlformats.org/drawingml/2006/main">
              <a:ext uri="{FF2B5EF4-FFF2-40B4-BE49-F238E27FC236}">
                <a16:creationId xmlns:a16="http://schemas.microsoft.com/office/drawing/2014/main" id="{F02B7A57-EC0C-4892-A2FB-AC2AA028A295}"/>
              </a:ext>
            </a:extLst>
          </p:cNvPr>
          <p:cNvSpPr>
            <a:spLocks xmlns:a="http://schemas.openxmlformats.org/drawingml/2006/main" noGrp="1"/>
          </p:cNvSpPr>
          <p:nvPr/>
        </p:nvSpPr>
        <p:spPr>
          <a:xfrm xmlns:a="http://schemas.openxmlformats.org/drawingml/2006/main">
            <a:off x="4171950" y="1924050"/>
            <a:ext cx="7334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تحصيل</a:t>
            </a:r>
          </a:p>
        </p:txBody>
      </p:sp>
      <p:sp>
        <p:nvSpPr>
          <p:cNvPr id="32" name="">
            <a:extLst xmlns:a="http://schemas.openxmlformats.org/drawingml/2006/main">
              <a:ext uri="{FF2B5EF4-FFF2-40B4-BE49-F238E27FC236}">
                <a16:creationId xmlns:a16="http://schemas.microsoft.com/office/drawing/2014/main" id="{A004B42E-638B-4C19-BEBE-D2F10C96919D}"/>
              </a:ext>
            </a:extLst>
          </p:cNvPr>
          <p:cNvSpPr>
            <a:spLocks xmlns:a="http://schemas.openxmlformats.org/drawingml/2006/main" noGrp="1"/>
          </p:cNvSpPr>
          <p:nvPr/>
        </p:nvSpPr>
        <p:spPr>
          <a:xfrm xmlns:a="http://schemas.openxmlformats.org/drawingml/2006/main">
            <a:off x="3102293" y="1924050"/>
            <a:ext cx="9810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مستخلص</a:t>
            </a:r>
          </a:p>
        </p:txBody>
      </p:sp>
      <p:sp>
        <p:nvSpPr>
          <p:cNvPr id="33" name="">
            <a:extLst xmlns:a="http://schemas.openxmlformats.org/drawingml/2006/main">
              <a:ext uri="{FF2B5EF4-FFF2-40B4-BE49-F238E27FC236}">
                <a16:creationId xmlns:a16="http://schemas.microsoft.com/office/drawing/2014/main" id="{153DA9F5-0817-459F-989C-7742F2A5112D}"/>
              </a:ext>
            </a:extLst>
          </p:cNvPr>
          <p:cNvSpPr>
            <a:spLocks xmlns:a="http://schemas.openxmlformats.org/drawingml/2006/main" noGrp="1"/>
          </p:cNvSpPr>
          <p:nvPr/>
        </p:nvSpPr>
        <p:spPr>
          <a:xfrm xmlns:a="http://schemas.openxmlformats.org/drawingml/2006/main">
            <a:off x="2366010" y="1924050"/>
            <a:ext cx="6477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أسجله</a:t>
            </a:r>
          </a:p>
        </p:txBody>
      </p:sp>
      <p:sp>
        <p:nvSpPr>
          <p:cNvPr id="34" name="">
            <a:extLst xmlns:a="http://schemas.openxmlformats.org/drawingml/2006/main">
              <a:ext uri="{FF2B5EF4-FFF2-40B4-BE49-F238E27FC236}">
                <a16:creationId xmlns:a16="http://schemas.microsoft.com/office/drawing/2014/main" id="{BEAE63BE-D3B4-45FF-B8BA-9CCB681C1525}"/>
              </a:ext>
            </a:extLst>
          </p:cNvPr>
          <p:cNvSpPr>
            <a:spLocks xmlns:a="http://schemas.openxmlformats.org/drawingml/2006/main" noGrp="1"/>
          </p:cNvSpPr>
          <p:nvPr/>
        </p:nvSpPr>
        <p:spPr>
          <a:xfrm xmlns:a="http://schemas.openxmlformats.org/drawingml/2006/main">
            <a:off x="1820227" y="1924050"/>
            <a:ext cx="4572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هنا؟</a:t>
            </a:r>
          </a:p>
        </p:txBody>
      </p:sp>
      <p:sp>
        <p:nvSpPr>
          <p:cNvPr id="35" name="">
            <a:extLst xmlns:a="http://schemas.openxmlformats.org/drawingml/2006/main">
              <a:ext uri="{FF2B5EF4-FFF2-40B4-BE49-F238E27FC236}">
                <a16:creationId xmlns:a16="http://schemas.microsoft.com/office/drawing/2014/main" id="{8FFF84E5-C9BA-489D-9E20-CA05487F15E5}"/>
              </a:ext>
            </a:extLst>
          </p:cNvPr>
          <p:cNvSpPr>
            <a:spLocks xmlns:a="http://schemas.openxmlformats.org/drawingml/2006/main" noGrp="1"/>
          </p:cNvSpPr>
          <p:nvPr/>
        </p:nvSpPr>
        <p:spPr>
          <a:xfrm xmlns:a="http://schemas.openxmlformats.org/drawingml/2006/main">
            <a:off x="4229100" y="300990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تحصيل</a:t>
            </a:r>
          </a:p>
        </p:txBody>
      </p:sp>
      <p:sp>
        <p:nvSpPr>
          <p:cNvPr id="36" name="">
            <a:extLst xmlns:a="http://schemas.openxmlformats.org/drawingml/2006/main">
              <a:ext uri="{FF2B5EF4-FFF2-40B4-BE49-F238E27FC236}">
                <a16:creationId xmlns:a16="http://schemas.microsoft.com/office/drawing/2014/main" id="{5AC8A459-1FE4-4646-A001-E8A2B5090453}"/>
              </a:ext>
            </a:extLst>
          </p:cNvPr>
          <p:cNvSpPr>
            <a:spLocks xmlns:a="http://schemas.openxmlformats.org/drawingml/2006/main" noGrp="1"/>
          </p:cNvSpPr>
          <p:nvPr/>
        </p:nvSpPr>
        <p:spPr>
          <a:xfrm xmlns:a="http://schemas.openxmlformats.org/drawingml/2006/main">
            <a:off x="3609023" y="30099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الوارد</a:t>
            </a:r>
          </a:p>
        </p:txBody>
      </p:sp>
      <p:sp>
        <p:nvSpPr>
          <p:cNvPr id="37" name="">
            <a:extLst xmlns:a="http://schemas.openxmlformats.org/drawingml/2006/main">
              <a:ext uri="{FF2B5EF4-FFF2-40B4-BE49-F238E27FC236}">
                <a16:creationId xmlns:a16="http://schemas.microsoft.com/office/drawing/2014/main" id="{1D5667D1-5AA2-4D45-92AB-E7D9997988B5}"/>
              </a:ext>
            </a:extLst>
          </p:cNvPr>
          <p:cNvSpPr>
            <a:spLocks xmlns:a="http://schemas.openxmlformats.org/drawingml/2006/main" noGrp="1"/>
          </p:cNvSpPr>
          <p:nvPr/>
        </p:nvSpPr>
        <p:spPr>
          <a:xfrm xmlns:a="http://schemas.openxmlformats.org/drawingml/2006/main">
            <a:off x="3322320" y="300990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له</a:t>
            </a:r>
          </a:p>
        </p:txBody>
      </p:sp>
      <p:sp>
        <p:nvSpPr>
          <p:cNvPr id="38" name="">
            <a:extLst xmlns:a="http://schemas.openxmlformats.org/drawingml/2006/main">
              <a:ext uri="{FF2B5EF4-FFF2-40B4-BE49-F238E27FC236}">
                <a16:creationId xmlns:a16="http://schemas.microsoft.com/office/drawing/2014/main" id="{AAC55BB9-84D3-4BDF-83E4-B1C80A5154FC}"/>
              </a:ext>
            </a:extLst>
          </p:cNvPr>
          <p:cNvSpPr>
            <a:spLocks xmlns:a="http://schemas.openxmlformats.org/drawingml/2006/main" noGrp="1"/>
          </p:cNvSpPr>
          <p:nvPr/>
        </p:nvSpPr>
        <p:spPr>
          <a:xfrm xmlns:a="http://schemas.openxmlformats.org/drawingml/2006/main">
            <a:off x="2692717" y="30099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مساره</a:t>
            </a:r>
          </a:p>
        </p:txBody>
      </p:sp>
      <p:sp>
        <p:nvSpPr>
          <p:cNvPr id="39" name="">
            <a:extLst xmlns:a="http://schemas.openxmlformats.org/drawingml/2006/main">
              <a:ext uri="{FF2B5EF4-FFF2-40B4-BE49-F238E27FC236}">
                <a16:creationId xmlns:a16="http://schemas.microsoft.com/office/drawing/2014/main" id="{8BF93255-D499-40F2-A975-0FA9A7C603CE}"/>
              </a:ext>
            </a:extLst>
          </p:cNvPr>
          <p:cNvSpPr>
            <a:spLocks xmlns:a="http://schemas.openxmlformats.org/drawingml/2006/main" noGrp="1"/>
          </p:cNvSpPr>
          <p:nvPr/>
        </p:nvSpPr>
        <p:spPr>
          <a:xfrm xmlns:a="http://schemas.openxmlformats.org/drawingml/2006/main">
            <a:off x="1844040" y="3009900"/>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المصدر.</a:t>
            </a:r>
          </a:p>
        </p:txBody>
      </p:sp>
      <p:sp>
        <p:nvSpPr>
          <p:cNvPr id="40" name="">
            <a:extLst xmlns:a="http://schemas.openxmlformats.org/drawingml/2006/main">
              <a:ext uri="{FF2B5EF4-FFF2-40B4-BE49-F238E27FC236}">
                <a16:creationId xmlns:a16="http://schemas.microsoft.com/office/drawing/2014/main" id="{23E0CB9C-5F9E-44E1-8FB4-EF01BAA33002}"/>
              </a:ext>
            </a:extLst>
          </p:cNvPr>
          <p:cNvSpPr>
            <a:spLocks xmlns:a="http://schemas.openxmlformats.org/drawingml/2006/main" noGrp="1"/>
          </p:cNvSpPr>
          <p:nvPr/>
        </p:nvSpPr>
        <p:spPr>
          <a:xfrm xmlns:a="http://schemas.openxmlformats.org/drawingml/2006/main">
            <a:off x="1195387" y="300990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نموذج</a:t>
            </a:r>
          </a:p>
        </p:txBody>
      </p:sp>
      <p:sp>
        <p:nvSpPr>
          <p:cNvPr id="41" name="">
            <a:extLst xmlns:a="http://schemas.openxmlformats.org/drawingml/2006/main">
              <a:ext uri="{FF2B5EF4-FFF2-40B4-BE49-F238E27FC236}">
                <a16:creationId xmlns:a16="http://schemas.microsoft.com/office/drawing/2014/main" id="{84B784B3-1153-417C-9B60-07BB45D60F8E}"/>
              </a:ext>
            </a:extLst>
          </p:cNvPr>
          <p:cNvSpPr>
            <a:spLocks xmlns:a="http://schemas.openxmlformats.org/drawingml/2006/main" noGrp="1"/>
          </p:cNvSpPr>
          <p:nvPr/>
        </p:nvSpPr>
        <p:spPr>
          <a:xfrm xmlns:a="http://schemas.openxmlformats.org/drawingml/2006/main">
            <a:off x="4276725" y="3382804"/>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الحركة</a:t>
            </a:r>
          </a:p>
        </p:txBody>
      </p:sp>
      <p:sp>
        <p:nvSpPr>
          <p:cNvPr id="42" name="">
            <a:extLst xmlns:a="http://schemas.openxmlformats.org/drawingml/2006/main">
              <a:ext uri="{FF2B5EF4-FFF2-40B4-BE49-F238E27FC236}">
                <a16:creationId xmlns:a16="http://schemas.microsoft.com/office/drawing/2014/main" id="{212A59F5-E32B-4129-A0F7-C095E84813AC}"/>
              </a:ext>
            </a:extLst>
          </p:cNvPr>
          <p:cNvSpPr>
            <a:spLocks xmlns:a="http://schemas.openxmlformats.org/drawingml/2006/main" noGrp="1"/>
          </p:cNvSpPr>
          <p:nvPr/>
        </p:nvSpPr>
        <p:spPr>
          <a:xfrm xmlns:a="http://schemas.openxmlformats.org/drawingml/2006/main">
            <a:off x="3609023" y="3382804"/>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اليدوية</a:t>
            </a:r>
          </a:p>
        </p:txBody>
      </p:sp>
      <p:sp>
        <p:nvSpPr>
          <p:cNvPr id="43" name="">
            <a:extLst xmlns:a="http://schemas.openxmlformats.org/drawingml/2006/main">
              <a:ext uri="{FF2B5EF4-FFF2-40B4-BE49-F238E27FC236}">
                <a16:creationId xmlns:a16="http://schemas.microsoft.com/office/drawing/2014/main" id="{86F37BB7-12BD-4157-9B4D-4CEA209D1B82}"/>
              </a:ext>
            </a:extLst>
          </p:cNvPr>
          <p:cNvSpPr>
            <a:spLocks xmlns:a="http://schemas.openxmlformats.org/drawingml/2006/main" noGrp="1"/>
          </p:cNvSpPr>
          <p:nvPr/>
        </p:nvSpPr>
        <p:spPr>
          <a:xfrm xmlns:a="http://schemas.openxmlformats.org/drawingml/2006/main">
            <a:off x="2960370" y="3382804"/>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يستبعد</a:t>
            </a:r>
          </a:p>
        </p:txBody>
      </p:sp>
      <p:sp>
        <p:nvSpPr>
          <p:cNvPr id="44" name="">
            <a:extLst xmlns:a="http://schemas.openxmlformats.org/drawingml/2006/main">
              <a:ext uri="{FF2B5EF4-FFF2-40B4-BE49-F238E27FC236}">
                <a16:creationId xmlns:a16="http://schemas.microsoft.com/office/drawing/2014/main" id="{E2E3FAE6-611C-4307-9F34-9C66C98CFA62}"/>
              </a:ext>
            </a:extLst>
          </p:cNvPr>
          <p:cNvSpPr>
            <a:spLocks xmlns:a="http://schemas.openxmlformats.org/drawingml/2006/main" noGrp="1"/>
          </p:cNvSpPr>
          <p:nvPr/>
        </p:nvSpPr>
        <p:spPr>
          <a:xfrm xmlns:a="http://schemas.openxmlformats.org/drawingml/2006/main">
            <a:off x="2511742" y="3382804"/>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نوع</a:t>
            </a:r>
          </a:p>
        </p:txBody>
      </p:sp>
      <p:sp>
        <p:nvSpPr>
          <p:cNvPr id="45" name="">
            <a:extLst xmlns:a="http://schemas.openxmlformats.org/drawingml/2006/main">
              <a:ext uri="{FF2B5EF4-FFF2-40B4-BE49-F238E27FC236}">
                <a16:creationId xmlns:a16="http://schemas.microsoft.com/office/drawing/2014/main" id="{1CBD5051-3000-43BB-9266-C174DE9BD31D}"/>
              </a:ext>
            </a:extLst>
          </p:cNvPr>
          <p:cNvSpPr>
            <a:spLocks xmlns:a="http://schemas.openxmlformats.org/drawingml/2006/main" noGrp="1"/>
          </p:cNvSpPr>
          <p:nvPr/>
        </p:nvSpPr>
        <p:spPr>
          <a:xfrm xmlns:a="http://schemas.openxmlformats.org/drawingml/2006/main">
            <a:off x="1758315"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تحصيل</a:t>
            </a:r>
          </a:p>
        </p:txBody>
      </p:sp>
      <p:sp>
        <p:nvSpPr>
          <p:cNvPr id="46" name="">
            <a:extLst xmlns:a="http://schemas.openxmlformats.org/drawingml/2006/main">
              <a:ext uri="{FF2B5EF4-FFF2-40B4-BE49-F238E27FC236}">
                <a16:creationId xmlns:a16="http://schemas.microsoft.com/office/drawing/2014/main" id="{869CD5D9-189C-4A45-A8BC-90351588217B}"/>
              </a:ext>
            </a:extLst>
          </p:cNvPr>
          <p:cNvSpPr>
            <a:spLocks xmlns:a="http://schemas.openxmlformats.org/drawingml/2006/main" noGrp="1"/>
          </p:cNvSpPr>
          <p:nvPr/>
        </p:nvSpPr>
        <p:spPr>
          <a:xfrm xmlns:a="http://schemas.openxmlformats.org/drawingml/2006/main">
            <a:off x="1138237" y="3382804"/>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الوارد</a:t>
            </a:r>
          </a:p>
        </p:txBody>
      </p:sp>
      <p:sp>
        <p:nvSpPr>
          <p:cNvPr id="47" name="">
            <a:extLst xmlns:a="http://schemas.openxmlformats.org/drawingml/2006/main">
              <a:ext uri="{FF2B5EF4-FFF2-40B4-BE49-F238E27FC236}">
                <a16:creationId xmlns:a16="http://schemas.microsoft.com/office/drawing/2014/main" id="{E058423E-9F55-4348-A417-797838035330}"/>
              </a:ext>
            </a:extLst>
          </p:cNvPr>
          <p:cNvSpPr>
            <a:spLocks xmlns:a="http://schemas.openxmlformats.org/drawingml/2006/main" noGrp="1"/>
          </p:cNvSpPr>
          <p:nvPr/>
        </p:nvSpPr>
        <p:spPr>
          <a:xfrm xmlns:a="http://schemas.openxmlformats.org/drawingml/2006/main">
            <a:off x="4410075" y="3755707"/>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لتقليل</a:t>
            </a:r>
          </a:p>
        </p:txBody>
      </p:sp>
      <p:sp>
        <p:nvSpPr>
          <p:cNvPr id="48" name="">
            <a:extLst xmlns:a="http://schemas.openxmlformats.org/drawingml/2006/main">
              <a:ext uri="{FF2B5EF4-FFF2-40B4-BE49-F238E27FC236}">
                <a16:creationId xmlns:a16="http://schemas.microsoft.com/office/drawing/2014/main" id="{D75043C6-9923-4B25-9954-66037BF4D4C1}"/>
              </a:ext>
            </a:extLst>
          </p:cNvPr>
          <p:cNvSpPr>
            <a:spLocks xmlns:a="http://schemas.openxmlformats.org/drawingml/2006/main" noGrp="1"/>
          </p:cNvSpPr>
          <p:nvPr/>
        </p:nvSpPr>
        <p:spPr>
          <a:xfrm xmlns:a="http://schemas.openxmlformats.org/drawingml/2006/main">
            <a:off x="3799523" y="3755707"/>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تكرار</a:t>
            </a:r>
          </a:p>
        </p:txBody>
      </p:sp>
      <p:sp>
        <p:nvSpPr>
          <p:cNvPr id="49" name="">
            <a:extLst xmlns:a="http://schemas.openxmlformats.org/drawingml/2006/main">
              <a:ext uri="{FF2B5EF4-FFF2-40B4-BE49-F238E27FC236}">
                <a16:creationId xmlns:a16="http://schemas.microsoft.com/office/drawing/2014/main" id="{5331493C-6CFB-43D8-843C-DE1F10C9D524}"/>
              </a:ext>
            </a:extLst>
          </p:cNvPr>
          <p:cNvSpPr>
            <a:spLocks xmlns:a="http://schemas.openxmlformats.org/drawingml/2006/main" noGrp="1"/>
          </p:cNvSpPr>
          <p:nvPr/>
        </p:nvSpPr>
        <p:spPr>
          <a:xfrm xmlns:a="http://schemas.openxmlformats.org/drawingml/2006/main">
            <a:off x="2950845" y="3755707"/>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التسجيل.</a:t>
            </a:r>
          </a:p>
        </p:txBody>
      </p:sp>
    </p:spTree>
    <p:extLst>
      <p:ext uri="{BB962C8B-B14F-4D97-AF65-F5344CB8AC3E}">
        <p14:creationId xmlns:p14="http://schemas.microsoft.com/office/powerpoint/2010/main" val="2056746880"/>
      </p:ext>
    </p:extLst>
  </p:cSld>
</p:sld>
</file>

<file path=ppt/slides/slide27.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93DE1FF-2693-444D-87F8-C1542D604930}"/>
              </a:ext>
            </a:extLst>
          </p:cNvPr>
          <p:cNvSpPr>
            <a:spLocks xmlns:a="http://schemas.openxmlformats.org/drawingml/2006/main" noGrp="1"/>
          </p:cNvSpPr>
          <p:nvPr/>
        </p:nvSpPr>
        <p:spPr>
          <a:xfrm xmlns:a="http://schemas.openxmlformats.org/drawingml/2006/main">
            <a:off x="10972800" y="333375"/>
            <a:ext cx="6000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الموظفون</a:t>
            </a:r>
          </a:p>
        </p:txBody>
      </p:sp>
      <p:sp>
        <p:nvSpPr>
          <p:cNvPr id="2" name="">
            <a:extLst xmlns:a="http://schemas.openxmlformats.org/drawingml/2006/main">
              <a:ext uri="{FF2B5EF4-FFF2-40B4-BE49-F238E27FC236}">
                <a16:creationId xmlns:a16="http://schemas.microsoft.com/office/drawing/2014/main" id="{3C1D6710-9B2B-41BF-A544-837536227DCF}"/>
              </a:ext>
            </a:extLst>
          </p:cNvPr>
          <p:cNvSpPr>
            <a:spLocks xmlns:a="http://schemas.openxmlformats.org/drawingml/2006/main" noGrp="1"/>
          </p:cNvSpPr>
          <p:nvPr/>
        </p:nvSpPr>
        <p:spPr>
          <a:xfrm xmlns:a="http://schemas.openxmlformats.org/drawingml/2006/main">
            <a:off x="10311765" y="333375"/>
            <a:ext cx="6096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والمرتبات</a:t>
            </a:r>
          </a:p>
        </p:txBody>
      </p:sp>
      <p:sp>
        <p:nvSpPr>
          <p:cNvPr id="3" name="">
            <a:extLst xmlns:a="http://schemas.openxmlformats.org/drawingml/2006/main">
              <a:ext uri="{FF2B5EF4-FFF2-40B4-BE49-F238E27FC236}">
                <a16:creationId xmlns:a16="http://schemas.microsoft.com/office/drawing/2014/main" id="{C04910CB-F63C-4BBF-B003-D3A2FE79243B}"/>
              </a:ext>
            </a:extLst>
          </p:cNvPr>
          <p:cNvSpPr>
            <a:spLocks xmlns:a="http://schemas.openxmlformats.org/drawingml/2006/main" noGrp="1"/>
          </p:cNvSpPr>
          <p:nvPr/>
        </p:nvSpPr>
        <p:spPr>
          <a:xfrm xmlns:a="http://schemas.openxmlformats.org/drawingml/2006/main">
            <a:off x="10420350" y="781050"/>
            <a:ext cx="11525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المرتبات</a:t>
            </a:r>
          </a:p>
        </p:txBody>
      </p:sp>
      <p:sp>
        <p:nvSpPr>
          <p:cNvPr id="4" name="">
            <a:extLst xmlns:a="http://schemas.openxmlformats.org/drawingml/2006/main">
              <a:ext uri="{FF2B5EF4-FFF2-40B4-BE49-F238E27FC236}">
                <a16:creationId xmlns:a16="http://schemas.microsoft.com/office/drawing/2014/main" id="{D83583F3-9B6B-46EA-B5C3-4E040494CE5F}"/>
              </a:ext>
            </a:extLst>
          </p:cNvPr>
          <p:cNvSpPr>
            <a:spLocks xmlns:a="http://schemas.openxmlformats.org/drawingml/2006/main" noGrp="1"/>
          </p:cNvSpPr>
          <p:nvPr/>
        </p:nvSpPr>
        <p:spPr>
          <a:xfrm xmlns:a="http://schemas.openxmlformats.org/drawingml/2006/main">
            <a:off x="9233535" y="781050"/>
            <a:ext cx="10668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والسلف</a:t>
            </a:r>
          </a:p>
        </p:txBody>
      </p:sp>
      <p:sp>
        <p:nvSpPr>
          <p:cNvPr id="5" name="">
            <a:extLst xmlns:a="http://schemas.openxmlformats.org/drawingml/2006/main">
              <a:ext uri="{FF2B5EF4-FFF2-40B4-BE49-F238E27FC236}">
                <a16:creationId xmlns:a16="http://schemas.microsoft.com/office/drawing/2014/main" id="{624B81F5-1B9B-4400-9568-575E5A5E5B5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8B3EC9EF-630C-4B39-8FF4-EC158F8A5011}"/>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4DBF389-54FD-412A-BECF-1E3BF834ED90}"/>
              </a:ext>
            </a:extLst>
          </p:cNvPr>
          <p:cNvSpPr>
            <a:spLocks xmlns:a="http://schemas.openxmlformats.org/drawingml/2006/main" noGrp="1"/>
          </p:cNvSpPr>
          <p:nvPr/>
        </p:nvSpPr>
        <p:spPr>
          <a:xfrm xmlns:a="http://schemas.openxmlformats.org/drawingml/2006/main">
            <a:off x="10229850" y="180975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اختر</a:t>
            </a:r>
          </a:p>
        </p:txBody>
      </p:sp>
      <p:sp>
        <p:nvSpPr>
          <p:cNvPr id="8" name="">
            <a:extLst xmlns:a="http://schemas.openxmlformats.org/drawingml/2006/main">
              <a:ext uri="{FF2B5EF4-FFF2-40B4-BE49-F238E27FC236}">
                <a16:creationId xmlns:a16="http://schemas.microsoft.com/office/drawing/2014/main" id="{221DDABC-B665-4680-BEC9-7CAE77AD3166}"/>
              </a:ext>
            </a:extLst>
          </p:cNvPr>
          <p:cNvSpPr>
            <a:spLocks xmlns:a="http://schemas.openxmlformats.org/drawingml/2006/main" noGrp="1"/>
          </p:cNvSpPr>
          <p:nvPr/>
        </p:nvSpPr>
        <p:spPr>
          <a:xfrm xmlns:a="http://schemas.openxmlformats.org/drawingml/2006/main">
            <a:off x="9419273" y="1809750"/>
            <a:ext cx="733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الموظف</a:t>
            </a:r>
          </a:p>
        </p:txBody>
      </p:sp>
      <p:sp>
        <p:nvSpPr>
          <p:cNvPr id="9" name="">
            <a:extLst xmlns:a="http://schemas.openxmlformats.org/drawingml/2006/main">
              <a:ext uri="{FF2B5EF4-FFF2-40B4-BE49-F238E27FC236}">
                <a16:creationId xmlns:a16="http://schemas.microsoft.com/office/drawing/2014/main" id="{37274471-F27B-4D34-8F4E-3F078B8924AB}"/>
              </a:ext>
            </a:extLst>
          </p:cNvPr>
          <p:cNvSpPr>
            <a:spLocks xmlns:a="http://schemas.openxmlformats.org/drawingml/2006/main" noGrp="1"/>
          </p:cNvSpPr>
          <p:nvPr/>
        </p:nvSpPr>
        <p:spPr>
          <a:xfrm xmlns:a="http://schemas.openxmlformats.org/drawingml/2006/main">
            <a:off x="8694420" y="180975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والشهر</a:t>
            </a:r>
          </a:p>
        </p:txBody>
      </p:sp>
      <p:sp>
        <p:nvSpPr>
          <p:cNvPr id="10" name="">
            <a:extLst xmlns:a="http://schemas.openxmlformats.org/drawingml/2006/main">
              <a:ext uri="{FF2B5EF4-FFF2-40B4-BE49-F238E27FC236}">
                <a16:creationId xmlns:a16="http://schemas.microsoft.com/office/drawing/2014/main" id="{B7620BA7-0CB1-4F13-8056-F8DB2A313488}"/>
              </a:ext>
            </a:extLst>
          </p:cNvPr>
          <p:cNvSpPr>
            <a:spLocks xmlns:a="http://schemas.openxmlformats.org/drawingml/2006/main" noGrp="1"/>
          </p:cNvSpPr>
          <p:nvPr/>
        </p:nvSpPr>
        <p:spPr>
          <a:xfrm xmlns:a="http://schemas.openxmlformats.org/drawingml/2006/main">
            <a:off x="8017193" y="1809750"/>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وراجع</a:t>
            </a:r>
          </a:p>
        </p:txBody>
      </p:sp>
      <p:sp>
        <p:nvSpPr>
          <p:cNvPr id="11" name="">
            <a:extLst xmlns:a="http://schemas.openxmlformats.org/drawingml/2006/main">
              <a:ext uri="{FF2B5EF4-FFF2-40B4-BE49-F238E27FC236}">
                <a16:creationId xmlns:a16="http://schemas.microsoft.com/office/drawing/2014/main" id="{D5735DE8-B3DF-4915-AF0F-2A4D9F2ADEC8}"/>
              </a:ext>
            </a:extLst>
          </p:cNvPr>
          <p:cNvSpPr>
            <a:spLocks xmlns:a="http://schemas.openxmlformats.org/drawingml/2006/main" noGrp="1"/>
          </p:cNvSpPr>
          <p:nvPr/>
        </p:nvSpPr>
        <p:spPr>
          <a:xfrm xmlns:a="http://schemas.openxmlformats.org/drawingml/2006/main">
            <a:off x="7273290"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التسكين</a:t>
            </a:r>
          </a:p>
        </p:txBody>
      </p:sp>
      <p:sp>
        <p:nvSpPr>
          <p:cNvPr id="12" name="">
            <a:extLst xmlns:a="http://schemas.openxmlformats.org/drawingml/2006/main">
              <a:ext uri="{FF2B5EF4-FFF2-40B4-BE49-F238E27FC236}">
                <a16:creationId xmlns:a16="http://schemas.microsoft.com/office/drawing/2014/main" id="{9369F716-01A3-4FD9-A2E7-FCC3765CF9E9}"/>
              </a:ext>
            </a:extLst>
          </p:cNvPr>
          <p:cNvSpPr>
            <a:spLocks xmlns:a="http://schemas.openxmlformats.org/drawingml/2006/main" noGrp="1"/>
          </p:cNvSpPr>
          <p:nvPr/>
        </p:nvSpPr>
        <p:spPr>
          <a:xfrm xmlns:a="http://schemas.openxmlformats.org/drawingml/2006/main">
            <a:off x="5986463" y="1809750"/>
            <a:ext cx="1209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والاستحقاقات.</a:t>
            </a:r>
          </a:p>
        </p:txBody>
      </p:sp>
      <p:sp>
        <p:nvSpPr>
          <p:cNvPr id="13" name="">
            <a:extLst xmlns:a="http://schemas.openxmlformats.org/drawingml/2006/main">
              <a:ext uri="{FF2B5EF4-FFF2-40B4-BE49-F238E27FC236}">
                <a16:creationId xmlns:a16="http://schemas.microsoft.com/office/drawing/2014/main" id="{0CDEC6D9-9553-4477-B2B7-FFEAD67C15F1}"/>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43082CC-E78D-4EB0-B4D9-8A9F7DBB80F6}"/>
              </a:ext>
            </a:extLst>
          </p:cNvPr>
          <p:cNvSpPr>
            <a:spLocks xmlns:a="http://schemas.openxmlformats.org/drawingml/2006/main" noGrp="1"/>
          </p:cNvSpPr>
          <p:nvPr/>
        </p:nvSpPr>
        <p:spPr>
          <a:xfrm xmlns:a="http://schemas.openxmlformats.org/drawingml/2006/main">
            <a:off x="10325100" y="2733675"/>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عند</a:t>
            </a:r>
          </a:p>
        </p:txBody>
      </p:sp>
      <p:sp>
        <p:nvSpPr>
          <p:cNvPr id="15" name="">
            <a:extLst xmlns:a="http://schemas.openxmlformats.org/drawingml/2006/main">
              <a:ext uri="{FF2B5EF4-FFF2-40B4-BE49-F238E27FC236}">
                <a16:creationId xmlns:a16="http://schemas.microsoft.com/office/drawing/2014/main" id="{8C6CF58A-8423-4FB9-943C-571916965492}"/>
              </a:ext>
            </a:extLst>
          </p:cNvPr>
          <p:cNvSpPr>
            <a:spLocks xmlns:a="http://schemas.openxmlformats.org/drawingml/2006/main" noGrp="1"/>
          </p:cNvSpPr>
          <p:nvPr/>
        </p:nvSpPr>
        <p:spPr>
          <a:xfrm xmlns:a="http://schemas.openxmlformats.org/drawingml/2006/main">
            <a:off x="9695498"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إضافة</a:t>
            </a:r>
          </a:p>
        </p:txBody>
      </p:sp>
      <p:sp>
        <p:nvSpPr>
          <p:cNvPr id="16" name="">
            <a:extLst xmlns:a="http://schemas.openxmlformats.org/drawingml/2006/main">
              <a:ext uri="{FF2B5EF4-FFF2-40B4-BE49-F238E27FC236}">
                <a16:creationId xmlns:a16="http://schemas.microsoft.com/office/drawing/2014/main" id="{EF9EE07C-51D6-4FA3-9CFA-0BE5C3BEB799}"/>
              </a:ext>
            </a:extLst>
          </p:cNvPr>
          <p:cNvSpPr>
            <a:spLocks xmlns:a="http://schemas.openxmlformats.org/drawingml/2006/main" noGrp="1"/>
          </p:cNvSpPr>
          <p:nvPr/>
        </p:nvSpPr>
        <p:spPr>
          <a:xfrm xmlns:a="http://schemas.openxmlformats.org/drawingml/2006/main">
            <a:off x="9199245" y="2733675"/>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سلفة</a:t>
            </a:r>
          </a:p>
        </p:txBody>
      </p:sp>
      <p:sp>
        <p:nvSpPr>
          <p:cNvPr id="17" name="">
            <a:extLst xmlns:a="http://schemas.openxmlformats.org/drawingml/2006/main">
              <a:ext uri="{FF2B5EF4-FFF2-40B4-BE49-F238E27FC236}">
                <a16:creationId xmlns:a16="http://schemas.microsoft.com/office/drawing/2014/main" id="{05950B8A-0B1D-4EF9-97AF-CE506CB68E6A}"/>
              </a:ext>
            </a:extLst>
          </p:cNvPr>
          <p:cNvSpPr>
            <a:spLocks xmlns:a="http://schemas.openxmlformats.org/drawingml/2006/main" noGrp="1"/>
          </p:cNvSpPr>
          <p:nvPr/>
        </p:nvSpPr>
        <p:spPr>
          <a:xfrm xmlns:a="http://schemas.openxmlformats.org/drawingml/2006/main">
            <a:off x="8750618" y="2733675"/>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حدد</a:t>
            </a:r>
          </a:p>
        </p:txBody>
      </p:sp>
      <p:sp>
        <p:nvSpPr>
          <p:cNvPr id="18" name="">
            <a:extLst xmlns:a="http://schemas.openxmlformats.org/drawingml/2006/main">
              <a:ext uri="{FF2B5EF4-FFF2-40B4-BE49-F238E27FC236}">
                <a16:creationId xmlns:a16="http://schemas.microsoft.com/office/drawing/2014/main" id="{FC90492F-4441-409C-A12A-1486E2BE3FA2}"/>
              </a:ext>
            </a:extLst>
          </p:cNvPr>
          <p:cNvSpPr>
            <a:spLocks xmlns:a="http://schemas.openxmlformats.org/drawingml/2006/main" noGrp="1"/>
          </p:cNvSpPr>
          <p:nvPr/>
        </p:nvSpPr>
        <p:spPr>
          <a:xfrm xmlns:a="http://schemas.openxmlformats.org/drawingml/2006/main">
            <a:off x="8168640" y="2733675"/>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المبلغ</a:t>
            </a:r>
          </a:p>
        </p:txBody>
      </p:sp>
      <p:sp>
        <p:nvSpPr>
          <p:cNvPr id="19" name="">
            <a:extLst xmlns:a="http://schemas.openxmlformats.org/drawingml/2006/main">
              <a:ext uri="{FF2B5EF4-FFF2-40B4-BE49-F238E27FC236}">
                <a16:creationId xmlns:a16="http://schemas.microsoft.com/office/drawing/2014/main" id="{115EE3B6-3BED-45C9-ADBF-6689099551B6}"/>
              </a:ext>
            </a:extLst>
          </p:cNvPr>
          <p:cNvSpPr>
            <a:spLocks xmlns:a="http://schemas.openxmlformats.org/drawingml/2006/main" noGrp="1"/>
          </p:cNvSpPr>
          <p:nvPr/>
        </p:nvSpPr>
        <p:spPr>
          <a:xfrm xmlns:a="http://schemas.openxmlformats.org/drawingml/2006/main">
            <a:off x="7472363" y="2733675"/>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وتاريخ</a:t>
            </a:r>
          </a:p>
        </p:txBody>
      </p:sp>
      <p:sp>
        <p:nvSpPr>
          <p:cNvPr id="20" name="">
            <a:extLst xmlns:a="http://schemas.openxmlformats.org/drawingml/2006/main">
              <a:ext uri="{FF2B5EF4-FFF2-40B4-BE49-F238E27FC236}">
                <a16:creationId xmlns:a16="http://schemas.microsoft.com/office/drawing/2014/main" id="{6892DDA5-FBE4-417C-BD2B-096E3814183C}"/>
              </a:ext>
            </a:extLst>
          </p:cNvPr>
          <p:cNvSpPr>
            <a:spLocks xmlns:a="http://schemas.openxmlformats.org/drawingml/2006/main" noGrp="1"/>
          </p:cNvSpPr>
          <p:nvPr/>
        </p:nvSpPr>
        <p:spPr>
          <a:xfrm xmlns:a="http://schemas.openxmlformats.org/drawingml/2006/main">
            <a:off x="6680835" y="2733675"/>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الصرف</a:t>
            </a:r>
          </a:p>
        </p:txBody>
      </p:sp>
      <p:sp>
        <p:nvSpPr>
          <p:cNvPr id="21" name="">
            <a:extLst xmlns:a="http://schemas.openxmlformats.org/drawingml/2006/main">
              <a:ext uri="{FF2B5EF4-FFF2-40B4-BE49-F238E27FC236}">
                <a16:creationId xmlns:a16="http://schemas.microsoft.com/office/drawing/2014/main" id="{1FFBD100-B773-47E6-A9B9-E3305F220891}"/>
              </a:ext>
            </a:extLst>
          </p:cNvPr>
          <p:cNvSpPr>
            <a:spLocks xmlns:a="http://schemas.openxmlformats.org/drawingml/2006/main" noGrp="1"/>
          </p:cNvSpPr>
          <p:nvPr/>
        </p:nvSpPr>
        <p:spPr>
          <a:xfrm xmlns:a="http://schemas.openxmlformats.org/drawingml/2006/main">
            <a:off x="9677400" y="3106579"/>
            <a:ext cx="990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والاسترداد.</a:t>
            </a:r>
          </a:p>
        </p:txBody>
      </p:sp>
      <p:sp>
        <p:nvSpPr>
          <p:cNvPr id="22" name="">
            <a:extLst xmlns:a="http://schemas.openxmlformats.org/drawingml/2006/main">
              <a:ext uri="{FF2B5EF4-FFF2-40B4-BE49-F238E27FC236}">
                <a16:creationId xmlns:a16="http://schemas.microsoft.com/office/drawing/2014/main" id="{BB25DF00-FFDA-48EE-B6BC-135C938B5320}"/>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3A8A86FA-C040-4A61-A006-1D9DED3883D3}"/>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24" name="">
            <a:extLst xmlns:a="http://schemas.openxmlformats.org/drawingml/2006/main">
              <a:ext uri="{FF2B5EF4-FFF2-40B4-BE49-F238E27FC236}">
                <a16:creationId xmlns:a16="http://schemas.microsoft.com/office/drawing/2014/main" id="{0FA6C51B-48E3-4C2B-9D19-F7F320F38E19}"/>
              </a:ext>
            </a:extLst>
          </p:cNvPr>
          <p:cNvSpPr>
            <a:spLocks xmlns:a="http://schemas.openxmlformats.org/drawingml/2006/main" noGrp="1"/>
          </p:cNvSpPr>
          <p:nvPr/>
        </p:nvSpPr>
        <p:spPr>
          <a:xfrm xmlns:a="http://schemas.openxmlformats.org/drawingml/2006/main">
            <a:off x="9685973" y="3657600"/>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حالة</a:t>
            </a:r>
          </a:p>
        </p:txBody>
      </p:sp>
      <p:sp>
        <p:nvSpPr>
          <p:cNvPr id="25" name="">
            <a:extLst xmlns:a="http://schemas.openxmlformats.org/drawingml/2006/main">
              <a:ext uri="{FF2B5EF4-FFF2-40B4-BE49-F238E27FC236}">
                <a16:creationId xmlns:a16="http://schemas.microsoft.com/office/drawing/2014/main" id="{0AE4D1A8-86C3-4AFA-82AE-570EF725349F}"/>
              </a:ext>
            </a:extLst>
          </p:cNvPr>
          <p:cNvSpPr>
            <a:spLocks xmlns:a="http://schemas.openxmlformats.org/drawingml/2006/main" noGrp="1"/>
          </p:cNvSpPr>
          <p:nvPr/>
        </p:nvSpPr>
        <p:spPr>
          <a:xfrm xmlns:a="http://schemas.openxmlformats.org/drawingml/2006/main">
            <a:off x="9103995" y="36576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كشف</a:t>
            </a:r>
          </a:p>
        </p:txBody>
      </p:sp>
      <p:sp>
        <p:nvSpPr>
          <p:cNvPr id="26" name="">
            <a:extLst xmlns:a="http://schemas.openxmlformats.org/drawingml/2006/main">
              <a:ext uri="{FF2B5EF4-FFF2-40B4-BE49-F238E27FC236}">
                <a16:creationId xmlns:a16="http://schemas.microsoft.com/office/drawing/2014/main" id="{65F5D030-46B3-42F2-A292-0822DFB616BD}"/>
              </a:ext>
            </a:extLst>
          </p:cNvPr>
          <p:cNvSpPr>
            <a:spLocks xmlns:a="http://schemas.openxmlformats.org/drawingml/2006/main" noGrp="1"/>
          </p:cNvSpPr>
          <p:nvPr/>
        </p:nvSpPr>
        <p:spPr>
          <a:xfrm xmlns:a="http://schemas.openxmlformats.org/drawingml/2006/main">
            <a:off x="8436293" y="36576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الراتب</a:t>
            </a:r>
          </a:p>
        </p:txBody>
      </p:sp>
      <p:sp>
        <p:nvSpPr>
          <p:cNvPr id="27" name="">
            <a:extLst xmlns:a="http://schemas.openxmlformats.org/drawingml/2006/main">
              <a:ext uri="{FF2B5EF4-FFF2-40B4-BE49-F238E27FC236}">
                <a16:creationId xmlns:a16="http://schemas.microsoft.com/office/drawing/2014/main" id="{8C2A0A14-D653-4DF4-8606-269353079D8E}"/>
              </a:ext>
            </a:extLst>
          </p:cNvPr>
          <p:cNvSpPr>
            <a:spLocks xmlns:a="http://schemas.openxmlformats.org/drawingml/2006/main" noGrp="1"/>
          </p:cNvSpPr>
          <p:nvPr/>
        </p:nvSpPr>
        <p:spPr>
          <a:xfrm xmlns:a="http://schemas.openxmlformats.org/drawingml/2006/main">
            <a:off x="7549515" y="3657600"/>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والاعتماد</a:t>
            </a:r>
          </a:p>
        </p:txBody>
      </p:sp>
      <p:sp>
        <p:nvSpPr>
          <p:cNvPr id="28" name="">
            <a:extLst xmlns:a="http://schemas.openxmlformats.org/drawingml/2006/main">
              <a:ext uri="{FF2B5EF4-FFF2-40B4-BE49-F238E27FC236}">
                <a16:creationId xmlns:a16="http://schemas.microsoft.com/office/drawing/2014/main" id="{8A92F7D8-419B-4FCF-B74B-B21D81EDDB2C}"/>
              </a:ext>
            </a:extLst>
          </p:cNvPr>
          <p:cNvSpPr>
            <a:spLocks xmlns:a="http://schemas.openxmlformats.org/drawingml/2006/main" noGrp="1"/>
          </p:cNvSpPr>
          <p:nvPr/>
        </p:nvSpPr>
        <p:spPr>
          <a:xfrm xmlns:a="http://schemas.openxmlformats.org/drawingml/2006/main">
            <a:off x="6881813" y="36576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وإثبات</a:t>
            </a:r>
          </a:p>
        </p:txBody>
      </p:sp>
      <p:sp>
        <p:nvSpPr>
          <p:cNvPr id="29" name="">
            <a:extLst xmlns:a="http://schemas.openxmlformats.org/drawingml/2006/main">
              <a:ext uri="{FF2B5EF4-FFF2-40B4-BE49-F238E27FC236}">
                <a16:creationId xmlns:a16="http://schemas.microsoft.com/office/drawing/2014/main" id="{8770E721-69DC-4AD6-8452-892D4B6D7840}"/>
              </a:ext>
            </a:extLst>
          </p:cNvPr>
          <p:cNvSpPr>
            <a:spLocks xmlns:a="http://schemas.openxmlformats.org/drawingml/2006/main" noGrp="1"/>
          </p:cNvSpPr>
          <p:nvPr/>
        </p:nvSpPr>
        <p:spPr>
          <a:xfrm xmlns:a="http://schemas.openxmlformats.org/drawingml/2006/main">
            <a:off x="6014085" y="3657600"/>
            <a:ext cx="790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الصرف.</a:t>
            </a:r>
          </a:p>
        </p:txBody>
      </p:sp>
      <p:sp>
        <p:nvSpPr>
          <p:cNvPr id="30" name="">
            <a:extLst xmlns:a="http://schemas.openxmlformats.org/drawingml/2006/main">
              <a:ext uri="{FF2B5EF4-FFF2-40B4-BE49-F238E27FC236}">
                <a16:creationId xmlns:a16="http://schemas.microsoft.com/office/drawing/2014/main" id="{E0EB58B2-03FF-4985-9A28-FA4EC2CC5866}"/>
              </a:ext>
            </a:extLst>
          </p:cNvPr>
          <p:cNvSpPr>
            <a:spLocks xmlns:a="http://schemas.openxmlformats.org/drawingml/2006/main" noGrp="1"/>
          </p:cNvSpPr>
          <p:nvPr/>
        </p:nvSpPr>
        <p:spPr>
          <a:xfrm xmlns:a="http://schemas.openxmlformats.org/drawingml/2006/main">
            <a:off x="4124325" y="1924050"/>
            <a:ext cx="7810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استرداد</a:t>
            </a:r>
          </a:p>
        </p:txBody>
      </p:sp>
      <p:sp>
        <p:nvSpPr>
          <p:cNvPr id="31" name="">
            <a:extLst xmlns:a="http://schemas.openxmlformats.org/drawingml/2006/main">
              <a:ext uri="{FF2B5EF4-FFF2-40B4-BE49-F238E27FC236}">
                <a16:creationId xmlns:a16="http://schemas.microsoft.com/office/drawing/2014/main" id="{52825BA6-C31B-4D6F-9139-829E4303A85E}"/>
              </a:ext>
            </a:extLst>
          </p:cNvPr>
          <p:cNvSpPr>
            <a:spLocks xmlns:a="http://schemas.openxmlformats.org/drawingml/2006/main" noGrp="1"/>
          </p:cNvSpPr>
          <p:nvPr/>
        </p:nvSpPr>
        <p:spPr>
          <a:xfrm xmlns:a="http://schemas.openxmlformats.org/drawingml/2006/main">
            <a:off x="3692843" y="1924050"/>
            <a:ext cx="3429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من</a:t>
            </a:r>
          </a:p>
        </p:txBody>
      </p:sp>
      <p:sp>
        <p:nvSpPr>
          <p:cNvPr id="32" name="">
            <a:extLst xmlns:a="http://schemas.openxmlformats.org/drawingml/2006/main">
              <a:ext uri="{FF2B5EF4-FFF2-40B4-BE49-F238E27FC236}">
                <a16:creationId xmlns:a16="http://schemas.microsoft.com/office/drawing/2014/main" id="{3DB97193-F365-4D6C-8385-C03AC04688D6}"/>
              </a:ext>
            </a:extLst>
          </p:cNvPr>
          <p:cNvSpPr>
            <a:spLocks xmlns:a="http://schemas.openxmlformats.org/drawingml/2006/main" noGrp="1"/>
          </p:cNvSpPr>
          <p:nvPr/>
        </p:nvSpPr>
        <p:spPr>
          <a:xfrm xmlns:a="http://schemas.openxmlformats.org/drawingml/2006/main">
            <a:off x="2889885" y="1924050"/>
            <a:ext cx="7143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المرتب</a:t>
            </a:r>
          </a:p>
        </p:txBody>
      </p:sp>
      <p:sp>
        <p:nvSpPr>
          <p:cNvPr id="33" name="">
            <a:extLst xmlns:a="http://schemas.openxmlformats.org/drawingml/2006/main">
              <a:ext uri="{FF2B5EF4-FFF2-40B4-BE49-F238E27FC236}">
                <a16:creationId xmlns:a16="http://schemas.microsoft.com/office/drawing/2014/main" id="{7D8AB738-710F-4DAA-870E-8BDA389E03A7}"/>
              </a:ext>
            </a:extLst>
          </p:cNvPr>
          <p:cNvSpPr>
            <a:spLocks xmlns:a="http://schemas.openxmlformats.org/drawingml/2006/main" noGrp="1"/>
          </p:cNvSpPr>
          <p:nvPr/>
        </p:nvSpPr>
        <p:spPr>
          <a:xfrm xmlns:a="http://schemas.openxmlformats.org/drawingml/2006/main">
            <a:off x="2125027" y="1924050"/>
            <a:ext cx="6762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القادم؟</a:t>
            </a:r>
          </a:p>
        </p:txBody>
      </p:sp>
      <p:sp>
        <p:nvSpPr>
          <p:cNvPr id="34" name="">
            <a:extLst xmlns:a="http://schemas.openxmlformats.org/drawingml/2006/main">
              <a:ext uri="{FF2B5EF4-FFF2-40B4-BE49-F238E27FC236}">
                <a16:creationId xmlns:a16="http://schemas.microsoft.com/office/drawing/2014/main" id="{7C638F5E-990A-4C99-887A-0E892C8DB467}"/>
              </a:ext>
            </a:extLst>
          </p:cNvPr>
          <p:cNvSpPr>
            <a:spLocks xmlns:a="http://schemas.openxmlformats.org/drawingml/2006/main" noGrp="1"/>
          </p:cNvSpPr>
          <p:nvPr/>
        </p:nvSpPr>
        <p:spPr>
          <a:xfrm xmlns:a="http://schemas.openxmlformats.org/drawingml/2006/main">
            <a:off x="4505325" y="3009900"/>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حقل</a:t>
            </a:r>
          </a:p>
        </p:txBody>
      </p:sp>
      <p:sp>
        <p:nvSpPr>
          <p:cNvPr id="35" name="">
            <a:extLst xmlns:a="http://schemas.openxmlformats.org/drawingml/2006/main">
              <a:ext uri="{FF2B5EF4-FFF2-40B4-BE49-F238E27FC236}">
                <a16:creationId xmlns:a16="http://schemas.microsoft.com/office/drawing/2014/main" id="{FC32738B-9050-48FC-80DD-0BB219989D2C}"/>
              </a:ext>
            </a:extLst>
          </p:cNvPr>
          <p:cNvSpPr>
            <a:spLocks xmlns:a="http://schemas.openxmlformats.org/drawingml/2006/main" noGrp="1"/>
          </p:cNvSpPr>
          <p:nvPr/>
        </p:nvSpPr>
        <p:spPr>
          <a:xfrm xmlns:a="http://schemas.openxmlformats.org/drawingml/2006/main">
            <a:off x="4037648" y="3009900"/>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قيمة</a:t>
            </a:r>
          </a:p>
        </p:txBody>
      </p:sp>
      <p:sp>
        <p:nvSpPr>
          <p:cNvPr id="36" name="">
            <a:extLst xmlns:a="http://schemas.openxmlformats.org/drawingml/2006/main">
              <a:ext uri="{FF2B5EF4-FFF2-40B4-BE49-F238E27FC236}">
                <a16:creationId xmlns:a16="http://schemas.microsoft.com/office/drawing/2014/main" id="{31B6E15F-6E09-459D-870E-33574B5C6E04}"/>
              </a:ext>
            </a:extLst>
          </p:cNvPr>
          <p:cNvSpPr>
            <a:spLocks xmlns:a="http://schemas.openxmlformats.org/drawingml/2006/main" noGrp="1"/>
          </p:cNvSpPr>
          <p:nvPr/>
        </p:nvSpPr>
        <p:spPr>
          <a:xfrm xmlns:a="http://schemas.openxmlformats.org/drawingml/2006/main">
            <a:off x="3436620" y="300990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القسط</a:t>
            </a:r>
          </a:p>
        </p:txBody>
      </p:sp>
      <p:sp>
        <p:nvSpPr>
          <p:cNvPr id="37" name="">
            <a:extLst xmlns:a="http://schemas.openxmlformats.org/drawingml/2006/main">
              <a:ext uri="{FF2B5EF4-FFF2-40B4-BE49-F238E27FC236}">
                <a16:creationId xmlns:a16="http://schemas.microsoft.com/office/drawing/2014/main" id="{58114254-66B8-4308-A944-52088A12A651}"/>
              </a:ext>
            </a:extLst>
          </p:cNvPr>
          <p:cNvSpPr>
            <a:spLocks xmlns:a="http://schemas.openxmlformats.org/drawingml/2006/main" noGrp="1"/>
          </p:cNvSpPr>
          <p:nvPr/>
        </p:nvSpPr>
        <p:spPr>
          <a:xfrm xmlns:a="http://schemas.openxmlformats.org/drawingml/2006/main">
            <a:off x="2816542" y="30099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يخص</a:t>
            </a:r>
          </a:p>
        </p:txBody>
      </p:sp>
      <p:sp>
        <p:nvSpPr>
          <p:cNvPr id="38" name="">
            <a:extLst xmlns:a="http://schemas.openxmlformats.org/drawingml/2006/main">
              <a:ext uri="{FF2B5EF4-FFF2-40B4-BE49-F238E27FC236}">
                <a16:creationId xmlns:a16="http://schemas.microsoft.com/office/drawing/2014/main" id="{5D9C4CC1-3C2E-4278-8C07-5DC8CEAE5B09}"/>
              </a:ext>
            </a:extLst>
          </p:cNvPr>
          <p:cNvSpPr>
            <a:spLocks xmlns:a="http://schemas.openxmlformats.org/drawingml/2006/main" noGrp="1"/>
          </p:cNvSpPr>
          <p:nvPr/>
        </p:nvSpPr>
        <p:spPr>
          <a:xfrm xmlns:a="http://schemas.openxmlformats.org/drawingml/2006/main">
            <a:off x="2025015" y="3009900"/>
            <a:ext cx="714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التقسيط.</a:t>
            </a:r>
          </a:p>
        </p:txBody>
      </p:sp>
      <p:sp>
        <p:nvSpPr>
          <p:cNvPr id="39" name="">
            <a:extLst xmlns:a="http://schemas.openxmlformats.org/drawingml/2006/main">
              <a:ext uri="{FF2B5EF4-FFF2-40B4-BE49-F238E27FC236}">
                <a16:creationId xmlns:a16="http://schemas.microsoft.com/office/drawing/2014/main" id="{6A0E9F93-3BD2-4228-B44D-87D409DD2EDC}"/>
              </a:ext>
            </a:extLst>
          </p:cNvPr>
          <p:cNvSpPr>
            <a:spLocks xmlns:a="http://schemas.openxmlformats.org/drawingml/2006/main" noGrp="1"/>
          </p:cNvSpPr>
          <p:nvPr/>
        </p:nvSpPr>
        <p:spPr>
          <a:xfrm xmlns:a="http://schemas.openxmlformats.org/drawingml/2006/main">
            <a:off x="1452562"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40" name="">
            <a:extLst xmlns:a="http://schemas.openxmlformats.org/drawingml/2006/main">
              <a:ext uri="{FF2B5EF4-FFF2-40B4-BE49-F238E27FC236}">
                <a16:creationId xmlns:a16="http://schemas.microsoft.com/office/drawing/2014/main" id="{F8F7D4CB-ACC9-4DC2-80B4-47B482239A41}"/>
              </a:ext>
            </a:extLst>
          </p:cNvPr>
          <p:cNvSpPr>
            <a:spLocks xmlns:a="http://schemas.openxmlformats.org/drawingml/2006/main" noGrp="1"/>
          </p:cNvSpPr>
          <p:nvPr/>
        </p:nvSpPr>
        <p:spPr>
          <a:xfrm xmlns:a="http://schemas.openxmlformats.org/drawingml/2006/main">
            <a:off x="813435" y="300990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طريقة</a:t>
            </a:r>
          </a:p>
        </p:txBody>
      </p:sp>
      <p:sp>
        <p:nvSpPr>
          <p:cNvPr id="41" name="">
            <a:extLst xmlns:a="http://schemas.openxmlformats.org/drawingml/2006/main">
              <a:ext uri="{FF2B5EF4-FFF2-40B4-BE49-F238E27FC236}">
                <a16:creationId xmlns:a16="http://schemas.microsoft.com/office/drawing/2014/main" id="{C1DFD36A-2829-430F-AC99-0FA7E5A711E1}"/>
              </a:ext>
            </a:extLst>
          </p:cNvPr>
          <p:cNvSpPr>
            <a:spLocks xmlns:a="http://schemas.openxmlformats.org/drawingml/2006/main" noGrp="1"/>
          </p:cNvSpPr>
          <p:nvPr/>
        </p:nvSpPr>
        <p:spPr>
          <a:xfrm xmlns:a="http://schemas.openxmlformats.org/drawingml/2006/main">
            <a:off x="4095750" y="3382804"/>
            <a:ext cx="8096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الاسترداد</a:t>
            </a:r>
          </a:p>
        </p:txBody>
      </p:sp>
      <p:sp>
        <p:nvSpPr>
          <p:cNvPr id="42" name="">
            <a:extLst xmlns:a="http://schemas.openxmlformats.org/drawingml/2006/main">
              <a:ext uri="{FF2B5EF4-FFF2-40B4-BE49-F238E27FC236}">
                <a16:creationId xmlns:a16="http://schemas.microsoft.com/office/drawing/2014/main" id="{4E9AF7A8-F67C-4D59-95C9-A87104541A39}"/>
              </a:ext>
            </a:extLst>
          </p:cNvPr>
          <p:cNvSpPr>
            <a:spLocks xmlns:a="http://schemas.openxmlformats.org/drawingml/2006/main" noGrp="1"/>
          </p:cNvSpPr>
          <p:nvPr/>
        </p:nvSpPr>
        <p:spPr>
          <a:xfrm xmlns:a="http://schemas.openxmlformats.org/drawingml/2006/main">
            <a:off x="3694748" y="3382804"/>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43" name="">
            <a:extLst xmlns:a="http://schemas.openxmlformats.org/drawingml/2006/main">
              <a:ext uri="{FF2B5EF4-FFF2-40B4-BE49-F238E27FC236}">
                <a16:creationId xmlns:a16="http://schemas.microsoft.com/office/drawing/2014/main" id="{C67F58AE-5318-4045-863B-7357F8C20771}"/>
              </a:ext>
            </a:extLst>
          </p:cNvPr>
          <p:cNvSpPr>
            <a:spLocks xmlns:a="http://schemas.openxmlformats.org/drawingml/2006/main" noGrp="1"/>
          </p:cNvSpPr>
          <p:nvPr/>
        </p:nvSpPr>
        <p:spPr>
          <a:xfrm xmlns:a="http://schemas.openxmlformats.org/drawingml/2006/main">
            <a:off x="3093720"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إدخال</a:t>
            </a:r>
          </a:p>
        </p:txBody>
      </p:sp>
      <p:sp>
        <p:nvSpPr>
          <p:cNvPr id="44" name="">
            <a:extLst xmlns:a="http://schemas.openxmlformats.org/drawingml/2006/main">
              <a:ext uri="{FF2B5EF4-FFF2-40B4-BE49-F238E27FC236}">
                <a16:creationId xmlns:a16="http://schemas.microsoft.com/office/drawing/2014/main" id="{2F5B48F6-B88D-42AF-A781-55320F5125AC}"/>
              </a:ext>
            </a:extLst>
          </p:cNvPr>
          <p:cNvSpPr>
            <a:spLocks xmlns:a="http://schemas.openxmlformats.org/drawingml/2006/main" noGrp="1"/>
          </p:cNvSpPr>
          <p:nvPr/>
        </p:nvSpPr>
        <p:spPr>
          <a:xfrm xmlns:a="http://schemas.openxmlformats.org/drawingml/2006/main">
            <a:off x="2740342" y="3382804"/>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أي</a:t>
            </a:r>
          </a:p>
        </p:txBody>
      </p:sp>
      <p:sp>
        <p:nvSpPr>
          <p:cNvPr id="45" name="">
            <a:extLst xmlns:a="http://schemas.openxmlformats.org/drawingml/2006/main">
              <a:ext uri="{FF2B5EF4-FFF2-40B4-BE49-F238E27FC236}">
                <a16:creationId xmlns:a16="http://schemas.microsoft.com/office/drawing/2014/main" id="{24728EB1-433C-444A-8D43-9B925354AA16}"/>
              </a:ext>
            </a:extLst>
          </p:cNvPr>
          <p:cNvSpPr>
            <a:spLocks xmlns:a="http://schemas.openxmlformats.org/drawingml/2006/main" noGrp="1"/>
          </p:cNvSpPr>
          <p:nvPr/>
        </p:nvSpPr>
        <p:spPr>
          <a:xfrm xmlns:a="http://schemas.openxmlformats.org/drawingml/2006/main">
            <a:off x="2244090" y="3382804"/>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قسط</a:t>
            </a:r>
          </a:p>
        </p:txBody>
      </p:sp>
      <p:sp>
        <p:nvSpPr>
          <p:cNvPr id="46" name="">
            <a:extLst xmlns:a="http://schemas.openxmlformats.org/drawingml/2006/main">
              <a:ext uri="{FF2B5EF4-FFF2-40B4-BE49-F238E27FC236}">
                <a16:creationId xmlns:a16="http://schemas.microsoft.com/office/drawing/2014/main" id="{737EBA81-093F-4948-BB39-862D34644BCD}"/>
              </a:ext>
            </a:extLst>
          </p:cNvPr>
          <p:cNvSpPr>
            <a:spLocks xmlns:a="http://schemas.openxmlformats.org/drawingml/2006/main" noGrp="1"/>
          </p:cNvSpPr>
          <p:nvPr/>
        </p:nvSpPr>
        <p:spPr>
          <a:xfrm xmlns:a="http://schemas.openxmlformats.org/drawingml/2006/main">
            <a:off x="1938337" y="3382804"/>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47" name="">
            <a:extLst xmlns:a="http://schemas.openxmlformats.org/drawingml/2006/main">
              <a:ext uri="{FF2B5EF4-FFF2-40B4-BE49-F238E27FC236}">
                <a16:creationId xmlns:a16="http://schemas.microsoft.com/office/drawing/2014/main" id="{5BDA9990-2A8B-4D22-A2B2-0259F8C3B25A}"/>
              </a:ext>
            </a:extLst>
          </p:cNvPr>
          <p:cNvSpPr>
            <a:spLocks xmlns:a="http://schemas.openxmlformats.org/drawingml/2006/main" noGrp="1"/>
          </p:cNvSpPr>
          <p:nvPr/>
        </p:nvSpPr>
        <p:spPr>
          <a:xfrm xmlns:a="http://schemas.openxmlformats.org/drawingml/2006/main">
            <a:off x="1299210" y="3382804"/>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اعتماد</a:t>
            </a:r>
          </a:p>
        </p:txBody>
      </p:sp>
      <p:sp>
        <p:nvSpPr>
          <p:cNvPr id="48" name="">
            <a:extLst xmlns:a="http://schemas.openxmlformats.org/drawingml/2006/main">
              <a:ext uri="{FF2B5EF4-FFF2-40B4-BE49-F238E27FC236}">
                <a16:creationId xmlns:a16="http://schemas.microsoft.com/office/drawing/2014/main" id="{B1CAF5C7-3A50-4A73-8ECD-079970E339D5}"/>
              </a:ext>
            </a:extLst>
          </p:cNvPr>
          <p:cNvSpPr>
            <a:spLocks xmlns:a="http://schemas.openxmlformats.org/drawingml/2006/main" noGrp="1"/>
          </p:cNvSpPr>
          <p:nvPr/>
        </p:nvSpPr>
        <p:spPr>
          <a:xfrm xmlns:a="http://schemas.openxmlformats.org/drawingml/2006/main">
            <a:off x="717232"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كشف</a:t>
            </a:r>
          </a:p>
        </p:txBody>
      </p:sp>
      <p:sp>
        <p:nvSpPr>
          <p:cNvPr id="49" name="">
            <a:extLst xmlns:a="http://schemas.openxmlformats.org/drawingml/2006/main">
              <a:ext uri="{FF2B5EF4-FFF2-40B4-BE49-F238E27FC236}">
                <a16:creationId xmlns:a16="http://schemas.microsoft.com/office/drawing/2014/main" id="{96241B9C-4FAC-4296-AA96-1ED299144E51}"/>
              </a:ext>
            </a:extLst>
          </p:cNvPr>
          <p:cNvSpPr>
            <a:spLocks xmlns:a="http://schemas.openxmlformats.org/drawingml/2006/main" noGrp="1"/>
          </p:cNvSpPr>
          <p:nvPr/>
        </p:nvSpPr>
        <p:spPr>
          <a:xfrm xmlns:a="http://schemas.openxmlformats.org/drawingml/2006/main">
            <a:off x="4238625" y="3755707"/>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الراتب.</a:t>
            </a:r>
          </a:p>
        </p:txBody>
      </p:sp>
    </p:spTree>
    <p:extLst>
      <p:ext uri="{BB962C8B-B14F-4D97-AF65-F5344CB8AC3E}">
        <p14:creationId xmlns:p14="http://schemas.microsoft.com/office/powerpoint/2010/main" val="1719312937"/>
      </p:ext>
    </p:extLst>
  </p:cSld>
</p:sld>
</file>

<file path=ppt/slides/slide28.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401DBC6-0D06-442D-9520-21769BD3D28A}"/>
              </a:ext>
            </a:extLst>
          </p:cNvPr>
          <p:cNvSpPr>
            <a:spLocks xmlns:a="http://schemas.openxmlformats.org/drawingml/2006/main" noGrp="1"/>
          </p:cNvSpPr>
          <p:nvPr/>
        </p:nvSpPr>
        <p:spPr>
          <a:xfrm xmlns:a="http://schemas.openxmlformats.org/drawingml/2006/main">
            <a:off x="11010900"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المحاسبة</a:t>
            </a:r>
          </a:p>
        </p:txBody>
      </p:sp>
      <p:sp>
        <p:nvSpPr>
          <p:cNvPr id="2" name="">
            <a:extLst xmlns:a="http://schemas.openxmlformats.org/drawingml/2006/main">
              <a:ext uri="{FF2B5EF4-FFF2-40B4-BE49-F238E27FC236}">
                <a16:creationId xmlns:a16="http://schemas.microsoft.com/office/drawing/2014/main" id="{F2B39081-3B5C-4960-8AF9-8C8FC4B4BB54}"/>
              </a:ext>
            </a:extLst>
          </p:cNvPr>
          <p:cNvSpPr>
            <a:spLocks xmlns:a="http://schemas.openxmlformats.org/drawingml/2006/main" noGrp="1"/>
          </p:cNvSpPr>
          <p:nvPr/>
        </p:nvSpPr>
        <p:spPr>
          <a:xfrm xmlns:a="http://schemas.openxmlformats.org/drawingml/2006/main">
            <a:off x="10563225" y="781050"/>
            <a:ext cx="10096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مراجعة</a:t>
            </a:r>
          </a:p>
        </p:txBody>
      </p:sp>
      <p:sp>
        <p:nvSpPr>
          <p:cNvPr id="3" name="">
            <a:extLst xmlns:a="http://schemas.openxmlformats.org/drawingml/2006/main">
              <a:ext uri="{FF2B5EF4-FFF2-40B4-BE49-F238E27FC236}">
                <a16:creationId xmlns:a16="http://schemas.microsoft.com/office/drawing/2014/main" id="{A811A3C9-7618-4D94-82CA-F8885AC40576}"/>
              </a:ext>
            </a:extLst>
          </p:cNvPr>
          <p:cNvSpPr>
            <a:spLocks xmlns:a="http://schemas.openxmlformats.org/drawingml/2006/main" noGrp="1"/>
          </p:cNvSpPr>
          <p:nvPr/>
        </p:nvSpPr>
        <p:spPr>
          <a:xfrm xmlns:a="http://schemas.openxmlformats.org/drawingml/2006/main">
            <a:off x="9214485" y="781050"/>
            <a:ext cx="12287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المحاسبة</a:t>
            </a:r>
          </a:p>
        </p:txBody>
      </p:sp>
      <p:sp>
        <p:nvSpPr>
          <p:cNvPr id="4" name="">
            <a:extLst xmlns:a="http://schemas.openxmlformats.org/drawingml/2006/main">
              <a:ext uri="{FF2B5EF4-FFF2-40B4-BE49-F238E27FC236}">
                <a16:creationId xmlns:a16="http://schemas.microsoft.com/office/drawing/2014/main" id="{18F30C73-4FD0-4480-AC0D-50F66FA43687}"/>
              </a:ext>
            </a:extLst>
          </p:cNvPr>
          <p:cNvSpPr>
            <a:spLocks xmlns:a="http://schemas.openxmlformats.org/drawingml/2006/main" noGrp="1"/>
          </p:cNvSpPr>
          <p:nvPr/>
        </p:nvSpPr>
        <p:spPr>
          <a:xfrm xmlns:a="http://schemas.openxmlformats.org/drawingml/2006/main">
            <a:off x="8646795" y="781050"/>
            <a:ext cx="4476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من</a:t>
            </a:r>
          </a:p>
        </p:txBody>
      </p:sp>
      <p:sp>
        <p:nvSpPr>
          <p:cNvPr id="5" name="">
            <a:extLst xmlns:a="http://schemas.openxmlformats.org/drawingml/2006/main">
              <a:ext uri="{FF2B5EF4-FFF2-40B4-BE49-F238E27FC236}">
                <a16:creationId xmlns:a16="http://schemas.microsoft.com/office/drawing/2014/main" id="{69E58789-C86B-4545-B6C8-554C1F9F0A59}"/>
              </a:ext>
            </a:extLst>
          </p:cNvPr>
          <p:cNvSpPr>
            <a:spLocks xmlns:a="http://schemas.openxmlformats.org/drawingml/2006/main" noGrp="1"/>
          </p:cNvSpPr>
          <p:nvPr/>
        </p:nvSpPr>
        <p:spPr>
          <a:xfrm xmlns:a="http://schemas.openxmlformats.org/drawingml/2006/main">
            <a:off x="7888605" y="781050"/>
            <a:ext cx="6381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أصل</a:t>
            </a:r>
          </a:p>
        </p:txBody>
      </p:sp>
      <p:sp>
        <p:nvSpPr>
          <p:cNvPr id="6" name="">
            <a:extLst xmlns:a="http://schemas.openxmlformats.org/drawingml/2006/main">
              <a:ext uri="{FF2B5EF4-FFF2-40B4-BE49-F238E27FC236}">
                <a16:creationId xmlns:a16="http://schemas.microsoft.com/office/drawing/2014/main" id="{79D2A7EC-94D2-4DF3-85DA-4A7412C154FA}"/>
              </a:ext>
            </a:extLst>
          </p:cNvPr>
          <p:cNvSpPr>
            <a:spLocks xmlns:a="http://schemas.openxmlformats.org/drawingml/2006/main" noGrp="1"/>
          </p:cNvSpPr>
          <p:nvPr/>
        </p:nvSpPr>
        <p:spPr>
          <a:xfrm xmlns:a="http://schemas.openxmlformats.org/drawingml/2006/main">
            <a:off x="6835140" y="781050"/>
            <a:ext cx="9334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الحركة</a:t>
            </a:r>
          </a:p>
        </p:txBody>
      </p:sp>
      <p:sp>
        <p:nvSpPr>
          <p:cNvPr id="7" name="">
            <a:extLst xmlns:a="http://schemas.openxmlformats.org/drawingml/2006/main">
              <a:ext uri="{FF2B5EF4-FFF2-40B4-BE49-F238E27FC236}">
                <a16:creationId xmlns:a16="http://schemas.microsoft.com/office/drawing/2014/main" id="{83F88ECD-7738-46BC-BB71-217572346CE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28</a:t>
            </a:r>
          </a:p>
        </p:txBody>
      </p:sp>
      <p:sp>
        <p:nvSpPr>
          <p:cNvPr id="8" name="">
            <a:extLst xmlns:a="http://schemas.openxmlformats.org/drawingml/2006/main">
              <a:ext uri="{FF2B5EF4-FFF2-40B4-BE49-F238E27FC236}">
                <a16:creationId xmlns:a16="http://schemas.microsoft.com/office/drawing/2014/main" id="{ABBA35BF-DFBF-4D94-BAF6-B8B85652F4B1}"/>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27B1407-FB3C-4121-90C4-8891F1212F82}"/>
              </a:ext>
            </a:extLst>
          </p:cNvPr>
          <p:cNvSpPr>
            <a:spLocks xmlns:a="http://schemas.openxmlformats.org/drawingml/2006/main" noGrp="1"/>
          </p:cNvSpPr>
          <p:nvPr/>
        </p:nvSpPr>
        <p:spPr>
          <a:xfrm xmlns:a="http://schemas.openxmlformats.org/drawingml/2006/main">
            <a:off x="10296525" y="180975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حدد</a:t>
            </a:r>
          </a:p>
        </p:txBody>
      </p:sp>
      <p:sp>
        <p:nvSpPr>
          <p:cNvPr id="10" name="">
            <a:extLst xmlns:a="http://schemas.openxmlformats.org/drawingml/2006/main">
              <a:ext uri="{FF2B5EF4-FFF2-40B4-BE49-F238E27FC236}">
                <a16:creationId xmlns:a16="http://schemas.microsoft.com/office/drawing/2014/main" id="{584AB679-5E45-4EBE-8DFE-4FB7E1D0FB2D}"/>
              </a:ext>
            </a:extLst>
          </p:cNvPr>
          <p:cNvSpPr>
            <a:spLocks xmlns:a="http://schemas.openxmlformats.org/drawingml/2006/main" noGrp="1"/>
          </p:cNvSpPr>
          <p:nvPr/>
        </p:nvSpPr>
        <p:spPr>
          <a:xfrm xmlns:a="http://schemas.openxmlformats.org/drawingml/2006/main">
            <a:off x="9724073"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الفترة</a:t>
            </a:r>
          </a:p>
        </p:txBody>
      </p:sp>
      <p:sp>
        <p:nvSpPr>
          <p:cNvPr id="11" name="">
            <a:extLst xmlns:a="http://schemas.openxmlformats.org/drawingml/2006/main">
              <a:ext uri="{FF2B5EF4-FFF2-40B4-BE49-F238E27FC236}">
                <a16:creationId xmlns:a16="http://schemas.microsoft.com/office/drawing/2014/main" id="{1387FE79-1287-499D-91D2-540E6F24E120}"/>
              </a:ext>
            </a:extLst>
          </p:cNvPr>
          <p:cNvSpPr>
            <a:spLocks xmlns:a="http://schemas.openxmlformats.org/drawingml/2006/main" noGrp="1"/>
          </p:cNvSpPr>
          <p:nvPr/>
        </p:nvSpPr>
        <p:spPr>
          <a:xfrm xmlns:a="http://schemas.openxmlformats.org/drawingml/2006/main">
            <a:off x="8751570" y="1809750"/>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والمشروع</a:t>
            </a:r>
          </a:p>
        </p:txBody>
      </p:sp>
      <p:sp>
        <p:nvSpPr>
          <p:cNvPr id="12" name="">
            <a:extLst xmlns:a="http://schemas.openxmlformats.org/drawingml/2006/main">
              <a:ext uri="{FF2B5EF4-FFF2-40B4-BE49-F238E27FC236}">
                <a16:creationId xmlns:a16="http://schemas.microsoft.com/office/drawing/2014/main" id="{9A35DB1D-76A8-4C40-94FC-84F47FE053E8}"/>
              </a:ext>
            </a:extLst>
          </p:cNvPr>
          <p:cNvSpPr>
            <a:spLocks xmlns:a="http://schemas.openxmlformats.org/drawingml/2006/main" noGrp="1"/>
          </p:cNvSpPr>
          <p:nvPr/>
        </p:nvSpPr>
        <p:spPr>
          <a:xfrm xmlns:a="http://schemas.openxmlformats.org/drawingml/2006/main">
            <a:off x="8464868" y="180975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13" name="">
            <a:extLst xmlns:a="http://schemas.openxmlformats.org/drawingml/2006/main">
              <a:ext uri="{FF2B5EF4-FFF2-40B4-BE49-F238E27FC236}">
                <a16:creationId xmlns:a16="http://schemas.microsoft.com/office/drawing/2014/main" id="{923E1687-6A0D-4D83-98B8-98A0CA84BB98}"/>
              </a:ext>
            </a:extLst>
          </p:cNvPr>
          <p:cNvSpPr>
            <a:spLocks xmlns:a="http://schemas.openxmlformats.org/drawingml/2006/main" noGrp="1"/>
          </p:cNvSpPr>
          <p:nvPr/>
        </p:nvSpPr>
        <p:spPr>
          <a:xfrm xmlns:a="http://schemas.openxmlformats.org/drawingml/2006/main">
            <a:off x="7892415"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14" name="">
            <a:extLst xmlns:a="http://schemas.openxmlformats.org/drawingml/2006/main">
              <a:ext uri="{FF2B5EF4-FFF2-40B4-BE49-F238E27FC236}">
                <a16:creationId xmlns:a16="http://schemas.microsoft.com/office/drawing/2014/main" id="{72CC2454-3410-4170-B38C-F1BC154AE77B}"/>
              </a:ext>
            </a:extLst>
          </p:cNvPr>
          <p:cNvSpPr>
            <a:spLocks xmlns:a="http://schemas.openxmlformats.org/drawingml/2006/main" noGrp="1"/>
          </p:cNvSpPr>
          <p:nvPr/>
        </p:nvSpPr>
        <p:spPr>
          <a:xfrm xmlns:a="http://schemas.openxmlformats.org/drawingml/2006/main">
            <a:off x="7129463" y="1809750"/>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الحساب</a:t>
            </a:r>
          </a:p>
        </p:txBody>
      </p:sp>
      <p:sp>
        <p:nvSpPr>
          <p:cNvPr id="15" name="">
            <a:extLst xmlns:a="http://schemas.openxmlformats.org/drawingml/2006/main">
              <a:ext uri="{FF2B5EF4-FFF2-40B4-BE49-F238E27FC236}">
                <a16:creationId xmlns:a16="http://schemas.microsoft.com/office/drawing/2014/main" id="{1586063E-0CA7-4653-92D4-D3238D735A36}"/>
              </a:ext>
            </a:extLst>
          </p:cNvPr>
          <p:cNvSpPr>
            <a:spLocks xmlns:a="http://schemas.openxmlformats.org/drawingml/2006/main" noGrp="1"/>
          </p:cNvSpPr>
          <p:nvPr/>
        </p:nvSpPr>
        <p:spPr>
          <a:xfrm xmlns:a="http://schemas.openxmlformats.org/drawingml/2006/main">
            <a:off x="6204585" y="1809750"/>
            <a:ext cx="847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والرصيد.</a:t>
            </a:r>
          </a:p>
        </p:txBody>
      </p:sp>
      <p:sp>
        <p:nvSpPr>
          <p:cNvPr id="16" name="">
            <a:extLst xmlns:a="http://schemas.openxmlformats.org/drawingml/2006/main">
              <a:ext uri="{FF2B5EF4-FFF2-40B4-BE49-F238E27FC236}">
                <a16:creationId xmlns:a16="http://schemas.microsoft.com/office/drawing/2014/main" id="{953C3C40-928F-49EC-BC56-7F9155E2FB04}"/>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D6BADBDD-EF57-4870-9035-CFF8FAE75992}"/>
              </a:ext>
            </a:extLst>
          </p:cNvPr>
          <p:cNvSpPr>
            <a:spLocks xmlns:a="http://schemas.openxmlformats.org/drawingml/2006/main" noGrp="1"/>
          </p:cNvSpPr>
          <p:nvPr/>
        </p:nvSpPr>
        <p:spPr>
          <a:xfrm xmlns:a="http://schemas.openxmlformats.org/drawingml/2006/main">
            <a:off x="10287000" y="2733675"/>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18" name="">
            <a:extLst xmlns:a="http://schemas.openxmlformats.org/drawingml/2006/main">
              <a:ext uri="{FF2B5EF4-FFF2-40B4-BE49-F238E27FC236}">
                <a16:creationId xmlns:a16="http://schemas.microsoft.com/office/drawing/2014/main" id="{7D103685-6EB7-4AE0-BAA5-1A3FC3A06A34}"/>
              </a:ext>
            </a:extLst>
          </p:cNvPr>
          <p:cNvSpPr>
            <a:spLocks xmlns:a="http://schemas.openxmlformats.org/drawingml/2006/main" noGrp="1"/>
          </p:cNvSpPr>
          <p:nvPr/>
        </p:nvSpPr>
        <p:spPr>
          <a:xfrm xmlns:a="http://schemas.openxmlformats.org/drawingml/2006/main">
            <a:off x="9543098" y="2733675"/>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حركات</a:t>
            </a:r>
          </a:p>
        </p:txBody>
      </p:sp>
      <p:sp>
        <p:nvSpPr>
          <p:cNvPr id="19" name="">
            <a:extLst xmlns:a="http://schemas.openxmlformats.org/drawingml/2006/main">
              <a:ext uri="{FF2B5EF4-FFF2-40B4-BE49-F238E27FC236}">
                <a16:creationId xmlns:a16="http://schemas.microsoft.com/office/drawing/2014/main" id="{DE45564C-897A-4791-8D52-AE38873BE5A9}"/>
              </a:ext>
            </a:extLst>
          </p:cNvPr>
          <p:cNvSpPr>
            <a:spLocks xmlns:a="http://schemas.openxmlformats.org/drawingml/2006/main" noGrp="1"/>
          </p:cNvSpPr>
          <p:nvPr/>
        </p:nvSpPr>
        <p:spPr>
          <a:xfrm xmlns:a="http://schemas.openxmlformats.org/drawingml/2006/main">
            <a:off x="8780145" y="2733675"/>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الحساب</a:t>
            </a:r>
          </a:p>
        </p:txBody>
      </p:sp>
      <p:sp>
        <p:nvSpPr>
          <p:cNvPr id="20" name="">
            <a:extLst xmlns:a="http://schemas.openxmlformats.org/drawingml/2006/main">
              <a:ext uri="{FF2B5EF4-FFF2-40B4-BE49-F238E27FC236}">
                <a16:creationId xmlns:a16="http://schemas.microsoft.com/office/drawing/2014/main" id="{44E3F0E4-E720-4698-9181-9F4FD6B4B78D}"/>
              </a:ext>
            </a:extLst>
          </p:cNvPr>
          <p:cNvSpPr>
            <a:spLocks xmlns:a="http://schemas.openxmlformats.org/drawingml/2006/main" noGrp="1"/>
          </p:cNvSpPr>
          <p:nvPr/>
        </p:nvSpPr>
        <p:spPr>
          <a:xfrm xmlns:a="http://schemas.openxmlformats.org/drawingml/2006/main">
            <a:off x="7960043" y="2733675"/>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للوصول</a:t>
            </a:r>
          </a:p>
        </p:txBody>
      </p:sp>
      <p:sp>
        <p:nvSpPr>
          <p:cNvPr id="21" name="">
            <a:extLst xmlns:a="http://schemas.openxmlformats.org/drawingml/2006/main">
              <a:ext uri="{FF2B5EF4-FFF2-40B4-BE49-F238E27FC236}">
                <a16:creationId xmlns:a16="http://schemas.microsoft.com/office/drawing/2014/main" id="{8BCB23FE-6789-4E54-BAFF-7AA33B1DC051}"/>
              </a:ext>
            </a:extLst>
          </p:cNvPr>
          <p:cNvSpPr>
            <a:spLocks xmlns:a="http://schemas.openxmlformats.org/drawingml/2006/main" noGrp="1"/>
          </p:cNvSpPr>
          <p:nvPr/>
        </p:nvSpPr>
        <p:spPr>
          <a:xfrm xmlns:a="http://schemas.openxmlformats.org/drawingml/2006/main">
            <a:off x="7559040" y="2733675"/>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إلى</a:t>
            </a:r>
          </a:p>
        </p:txBody>
      </p:sp>
      <p:sp>
        <p:nvSpPr>
          <p:cNvPr id="22" name="">
            <a:extLst xmlns:a="http://schemas.openxmlformats.org/drawingml/2006/main">
              <a:ext uri="{FF2B5EF4-FFF2-40B4-BE49-F238E27FC236}">
                <a16:creationId xmlns:a16="http://schemas.microsoft.com/office/drawing/2014/main" id="{BC34A040-6E72-4433-B324-735CFD04CDDF}"/>
              </a:ext>
            </a:extLst>
          </p:cNvPr>
          <p:cNvSpPr>
            <a:spLocks xmlns:a="http://schemas.openxmlformats.org/drawingml/2006/main" noGrp="1"/>
          </p:cNvSpPr>
          <p:nvPr/>
        </p:nvSpPr>
        <p:spPr>
          <a:xfrm xmlns:a="http://schemas.openxmlformats.org/drawingml/2006/main">
            <a:off x="6834188" y="2733675"/>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مصادر</a:t>
            </a:r>
          </a:p>
        </p:txBody>
      </p:sp>
      <p:sp>
        <p:nvSpPr>
          <p:cNvPr id="23" name="">
            <a:extLst xmlns:a="http://schemas.openxmlformats.org/drawingml/2006/main">
              <a:ext uri="{FF2B5EF4-FFF2-40B4-BE49-F238E27FC236}">
                <a16:creationId xmlns:a16="http://schemas.microsoft.com/office/drawing/2014/main" id="{DA3673B5-76EA-4698-AC03-19221B74BF11}"/>
              </a:ext>
            </a:extLst>
          </p:cNvPr>
          <p:cNvSpPr>
            <a:spLocks xmlns:a="http://schemas.openxmlformats.org/drawingml/2006/main" noGrp="1"/>
          </p:cNvSpPr>
          <p:nvPr/>
        </p:nvSpPr>
        <p:spPr>
          <a:xfrm xmlns:a="http://schemas.openxmlformats.org/drawingml/2006/main">
            <a:off x="6090285" y="2733675"/>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الأرقام.</a:t>
            </a:r>
          </a:p>
        </p:txBody>
      </p:sp>
      <p:sp>
        <p:nvSpPr>
          <p:cNvPr id="24" name="">
            <a:extLst xmlns:a="http://schemas.openxmlformats.org/drawingml/2006/main">
              <a:ext uri="{FF2B5EF4-FFF2-40B4-BE49-F238E27FC236}">
                <a16:creationId xmlns:a16="http://schemas.microsoft.com/office/drawing/2014/main" id="{56D21DF7-8DC3-4A69-BBFB-F4B286B4D335}"/>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BB607AD9-2D3E-4758-B709-CB4A8F409199}"/>
              </a:ext>
            </a:extLst>
          </p:cNvPr>
          <p:cNvSpPr>
            <a:spLocks xmlns:a="http://schemas.openxmlformats.org/drawingml/2006/main" noGrp="1"/>
          </p:cNvSpPr>
          <p:nvPr/>
        </p:nvSpPr>
        <p:spPr>
          <a:xfrm xmlns:a="http://schemas.openxmlformats.org/drawingml/2006/main">
            <a:off x="10182225" y="365760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طابق</a:t>
            </a:r>
          </a:p>
        </p:txBody>
      </p:sp>
      <p:sp>
        <p:nvSpPr>
          <p:cNvPr id="26" name="">
            <a:extLst xmlns:a="http://schemas.openxmlformats.org/drawingml/2006/main">
              <a:ext uri="{FF2B5EF4-FFF2-40B4-BE49-F238E27FC236}">
                <a16:creationId xmlns:a16="http://schemas.microsoft.com/office/drawing/2014/main" id="{F9E078F6-7983-4BEF-8B76-834B299BFEAF}"/>
              </a:ext>
            </a:extLst>
          </p:cNvPr>
          <p:cNvSpPr>
            <a:spLocks xmlns:a="http://schemas.openxmlformats.org/drawingml/2006/main" noGrp="1"/>
          </p:cNvSpPr>
          <p:nvPr/>
        </p:nvSpPr>
        <p:spPr>
          <a:xfrm xmlns:a="http://schemas.openxmlformats.org/drawingml/2006/main">
            <a:off x="9209723" y="3657600"/>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الالتزامات</a:t>
            </a:r>
          </a:p>
        </p:txBody>
      </p:sp>
      <p:sp>
        <p:nvSpPr>
          <p:cNvPr id="27" name="">
            <a:extLst xmlns:a="http://schemas.openxmlformats.org/drawingml/2006/main">
              <a:ext uri="{FF2B5EF4-FFF2-40B4-BE49-F238E27FC236}">
                <a16:creationId xmlns:a16="http://schemas.microsoft.com/office/drawing/2014/main" id="{FF27E054-B29C-4306-8F5E-7B7009992396}"/>
              </a:ext>
            </a:extLst>
          </p:cNvPr>
          <p:cNvSpPr>
            <a:spLocks xmlns:a="http://schemas.openxmlformats.org/drawingml/2006/main" noGrp="1"/>
          </p:cNvSpPr>
          <p:nvPr/>
        </p:nvSpPr>
        <p:spPr>
          <a:xfrm xmlns:a="http://schemas.openxmlformats.org/drawingml/2006/main">
            <a:off x="8351520" y="365760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والدفعات</a:t>
            </a:r>
          </a:p>
        </p:txBody>
      </p:sp>
      <p:sp>
        <p:nvSpPr>
          <p:cNvPr id="28" name="">
            <a:extLst xmlns:a="http://schemas.openxmlformats.org/drawingml/2006/main">
              <a:ext uri="{FF2B5EF4-FFF2-40B4-BE49-F238E27FC236}">
                <a16:creationId xmlns:a16="http://schemas.microsoft.com/office/drawing/2014/main" id="{72FFA854-2D2C-47F4-91F2-9FD3AEA16D7D}"/>
              </a:ext>
            </a:extLst>
          </p:cNvPr>
          <p:cNvSpPr>
            <a:spLocks xmlns:a="http://schemas.openxmlformats.org/drawingml/2006/main" noGrp="1"/>
          </p:cNvSpPr>
          <p:nvPr/>
        </p:nvSpPr>
        <p:spPr>
          <a:xfrm xmlns:a="http://schemas.openxmlformats.org/drawingml/2006/main">
            <a:off x="7950518" y="36576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29" name="">
            <a:extLst xmlns:a="http://schemas.openxmlformats.org/drawingml/2006/main">
              <a:ext uri="{FF2B5EF4-FFF2-40B4-BE49-F238E27FC236}">
                <a16:creationId xmlns:a16="http://schemas.microsoft.com/office/drawing/2014/main" id="{36968306-C3CA-4E19-8C35-5CF7AFF20FEA}"/>
              </a:ext>
            </a:extLst>
          </p:cNvPr>
          <p:cNvSpPr>
            <a:spLocks xmlns:a="http://schemas.openxmlformats.org/drawingml/2006/main" noGrp="1"/>
          </p:cNvSpPr>
          <p:nvPr/>
        </p:nvSpPr>
        <p:spPr>
          <a:xfrm xmlns:a="http://schemas.openxmlformats.org/drawingml/2006/main">
            <a:off x="7320915" y="36576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إغلاق</a:t>
            </a:r>
          </a:p>
        </p:txBody>
      </p:sp>
      <p:sp>
        <p:nvSpPr>
          <p:cNvPr id="30" name="">
            <a:extLst xmlns:a="http://schemas.openxmlformats.org/drawingml/2006/main">
              <a:ext uri="{FF2B5EF4-FFF2-40B4-BE49-F238E27FC236}">
                <a16:creationId xmlns:a16="http://schemas.microsoft.com/office/drawing/2014/main" id="{DAE0D65D-1A74-438B-B28C-D62129B2C35E}"/>
              </a:ext>
            </a:extLst>
          </p:cNvPr>
          <p:cNvSpPr>
            <a:spLocks xmlns:a="http://schemas.openxmlformats.org/drawingml/2006/main" noGrp="1"/>
          </p:cNvSpPr>
          <p:nvPr/>
        </p:nvSpPr>
        <p:spPr>
          <a:xfrm xmlns:a="http://schemas.openxmlformats.org/drawingml/2006/main">
            <a:off x="6672263" y="365760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الفترة.</a:t>
            </a:r>
          </a:p>
        </p:txBody>
      </p:sp>
      <p:sp>
        <p:nvSpPr>
          <p:cNvPr id="31" name="">
            <a:extLst xmlns:a="http://schemas.openxmlformats.org/drawingml/2006/main">
              <a:ext uri="{FF2B5EF4-FFF2-40B4-BE49-F238E27FC236}">
                <a16:creationId xmlns:a16="http://schemas.microsoft.com/office/drawing/2014/main" id="{688D0E1F-C84B-46CC-B512-FC130F283F18}"/>
              </a:ext>
            </a:extLst>
          </p:cNvPr>
          <p:cNvSpPr>
            <a:spLocks xmlns:a="http://schemas.openxmlformats.org/drawingml/2006/main" noGrp="1"/>
          </p:cNvSpPr>
          <p:nvPr/>
        </p:nvSpPr>
        <p:spPr>
          <a:xfrm xmlns:a="http://schemas.openxmlformats.org/drawingml/2006/main">
            <a:off x="3857625" y="1924050"/>
            <a:ext cx="10477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المشتريات</a:t>
            </a:r>
          </a:p>
        </p:txBody>
      </p:sp>
      <p:sp>
        <p:nvSpPr>
          <p:cNvPr id="32" name="">
            <a:extLst xmlns:a="http://schemas.openxmlformats.org/drawingml/2006/main">
              <a:ext uri="{FF2B5EF4-FFF2-40B4-BE49-F238E27FC236}">
                <a16:creationId xmlns:a16="http://schemas.microsoft.com/office/drawing/2014/main" id="{F09F5C4A-0D87-4AC3-AF65-2041F6DC098E}"/>
              </a:ext>
            </a:extLst>
          </p:cNvPr>
          <p:cNvSpPr>
            <a:spLocks xmlns:a="http://schemas.openxmlformats.org/drawingml/2006/main" noGrp="1"/>
          </p:cNvSpPr>
          <p:nvPr/>
        </p:nvSpPr>
        <p:spPr>
          <a:xfrm xmlns:a="http://schemas.openxmlformats.org/drawingml/2006/main">
            <a:off x="3254693" y="1924050"/>
            <a:ext cx="5143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أعلى</a:t>
            </a:r>
          </a:p>
        </p:txBody>
      </p:sp>
      <p:sp>
        <p:nvSpPr>
          <p:cNvPr id="33" name="">
            <a:extLst xmlns:a="http://schemas.openxmlformats.org/drawingml/2006/main">
              <a:ext uri="{FF2B5EF4-FFF2-40B4-BE49-F238E27FC236}">
                <a16:creationId xmlns:a16="http://schemas.microsoft.com/office/drawing/2014/main" id="{37A4B2C3-F927-4530-81E0-39391273D54D}"/>
              </a:ext>
            </a:extLst>
          </p:cNvPr>
          <p:cNvSpPr>
            <a:spLocks xmlns:a="http://schemas.openxmlformats.org/drawingml/2006/main" noGrp="1"/>
          </p:cNvSpPr>
          <p:nvPr/>
        </p:nvSpPr>
        <p:spPr>
          <a:xfrm xmlns:a="http://schemas.openxmlformats.org/drawingml/2006/main">
            <a:off x="2823210" y="1924050"/>
            <a:ext cx="3429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من</a:t>
            </a:r>
          </a:p>
        </p:txBody>
      </p:sp>
      <p:sp>
        <p:nvSpPr>
          <p:cNvPr id="34" name="">
            <a:extLst xmlns:a="http://schemas.openxmlformats.org/drawingml/2006/main">
              <a:ext uri="{FF2B5EF4-FFF2-40B4-BE49-F238E27FC236}">
                <a16:creationId xmlns:a16="http://schemas.microsoft.com/office/drawing/2014/main" id="{025632D1-21DA-4566-BD05-A2A451BF51E1}"/>
              </a:ext>
            </a:extLst>
          </p:cNvPr>
          <p:cNvSpPr>
            <a:spLocks xmlns:a="http://schemas.openxmlformats.org/drawingml/2006/main" noGrp="1"/>
          </p:cNvSpPr>
          <p:nvPr/>
        </p:nvSpPr>
        <p:spPr>
          <a:xfrm xmlns:a="http://schemas.openxmlformats.org/drawingml/2006/main">
            <a:off x="1829752" y="1924050"/>
            <a:ext cx="9048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المدفوع؟</a:t>
            </a:r>
          </a:p>
        </p:txBody>
      </p:sp>
      <p:sp>
        <p:nvSpPr>
          <p:cNvPr id="35" name="">
            <a:extLst xmlns:a="http://schemas.openxmlformats.org/drawingml/2006/main">
              <a:ext uri="{FF2B5EF4-FFF2-40B4-BE49-F238E27FC236}">
                <a16:creationId xmlns:a16="http://schemas.microsoft.com/office/drawing/2014/main" id="{6828E472-ADAE-4C5F-83DC-8CB17B846BA6}"/>
              </a:ext>
            </a:extLst>
          </p:cNvPr>
          <p:cNvSpPr>
            <a:spLocks xmlns:a="http://schemas.openxmlformats.org/drawingml/2006/main" noGrp="1"/>
          </p:cNvSpPr>
          <p:nvPr/>
        </p:nvSpPr>
        <p:spPr>
          <a:xfrm xmlns:a="http://schemas.openxmlformats.org/drawingml/2006/main">
            <a:off x="4438650" y="30099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يمكن</a:t>
            </a:r>
          </a:p>
        </p:txBody>
      </p:sp>
      <p:sp>
        <p:nvSpPr>
          <p:cNvPr id="36" name="">
            <a:extLst xmlns:a="http://schemas.openxmlformats.org/drawingml/2006/main">
              <a:ext uri="{FF2B5EF4-FFF2-40B4-BE49-F238E27FC236}">
                <a16:creationId xmlns:a16="http://schemas.microsoft.com/office/drawing/2014/main" id="{9E53AAC6-F559-46EA-9389-3C1385EE1BF3}"/>
              </a:ext>
            </a:extLst>
          </p:cNvPr>
          <p:cNvSpPr>
            <a:spLocks xmlns:a="http://schemas.openxmlformats.org/drawingml/2006/main" noGrp="1"/>
          </p:cNvSpPr>
          <p:nvPr/>
        </p:nvSpPr>
        <p:spPr>
          <a:xfrm xmlns:a="http://schemas.openxmlformats.org/drawingml/2006/main">
            <a:off x="4113848" y="3009900"/>
            <a:ext cx="247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أن</a:t>
            </a:r>
          </a:p>
        </p:txBody>
      </p:sp>
      <p:sp>
        <p:nvSpPr>
          <p:cNvPr id="37" name="">
            <a:extLst xmlns:a="http://schemas.openxmlformats.org/drawingml/2006/main">
              <a:ext uri="{FF2B5EF4-FFF2-40B4-BE49-F238E27FC236}">
                <a16:creationId xmlns:a16="http://schemas.microsoft.com/office/drawing/2014/main" id="{4AFE8CA3-DBE3-4544-9761-8232C6DC373D}"/>
              </a:ext>
            </a:extLst>
          </p:cNvPr>
          <p:cNvSpPr>
            <a:spLocks xmlns:a="http://schemas.openxmlformats.org/drawingml/2006/main" noGrp="1"/>
          </p:cNvSpPr>
          <p:nvPr/>
        </p:nvSpPr>
        <p:spPr>
          <a:xfrm xmlns:a="http://schemas.openxmlformats.org/drawingml/2006/main">
            <a:off x="3579495" y="300990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يوجد</a:t>
            </a:r>
          </a:p>
        </p:txBody>
      </p:sp>
      <p:sp>
        <p:nvSpPr>
          <p:cNvPr id="38" name="">
            <a:extLst xmlns:a="http://schemas.openxmlformats.org/drawingml/2006/main">
              <a:ext uri="{FF2B5EF4-FFF2-40B4-BE49-F238E27FC236}">
                <a16:creationId xmlns:a16="http://schemas.microsoft.com/office/drawing/2014/main" id="{D4252420-D84C-494F-8185-3CF06CAC310D}"/>
              </a:ext>
            </a:extLst>
          </p:cNvPr>
          <p:cNvSpPr>
            <a:spLocks xmlns:a="http://schemas.openxmlformats.org/drawingml/2006/main" noGrp="1"/>
          </p:cNvSpPr>
          <p:nvPr/>
        </p:nvSpPr>
        <p:spPr>
          <a:xfrm xmlns:a="http://schemas.openxmlformats.org/drawingml/2006/main">
            <a:off x="3007042"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التزام</a:t>
            </a:r>
          </a:p>
        </p:txBody>
      </p:sp>
      <p:sp>
        <p:nvSpPr>
          <p:cNvPr id="39" name="">
            <a:extLst xmlns:a="http://schemas.openxmlformats.org/drawingml/2006/main">
              <a:ext uri="{FF2B5EF4-FFF2-40B4-BE49-F238E27FC236}">
                <a16:creationId xmlns:a16="http://schemas.microsoft.com/office/drawing/2014/main" id="{DC413408-C726-440F-B56E-17A080B870AF}"/>
              </a:ext>
            </a:extLst>
          </p:cNvPr>
          <p:cNvSpPr>
            <a:spLocks xmlns:a="http://schemas.openxmlformats.org/drawingml/2006/main" noGrp="1"/>
          </p:cNvSpPr>
          <p:nvPr/>
        </p:nvSpPr>
        <p:spPr>
          <a:xfrm xmlns:a="http://schemas.openxmlformats.org/drawingml/2006/main">
            <a:off x="2586990" y="3009900"/>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قائم</a:t>
            </a:r>
          </a:p>
        </p:txBody>
      </p:sp>
      <p:sp>
        <p:nvSpPr>
          <p:cNvPr id="40" name="">
            <a:extLst xmlns:a="http://schemas.openxmlformats.org/drawingml/2006/main">
              <a:ext uri="{FF2B5EF4-FFF2-40B4-BE49-F238E27FC236}">
                <a16:creationId xmlns:a16="http://schemas.microsoft.com/office/drawing/2014/main" id="{E4FFEE3D-4332-4933-BA39-9969B7E6E1D8}"/>
              </a:ext>
            </a:extLst>
          </p:cNvPr>
          <p:cNvSpPr>
            <a:spLocks xmlns:a="http://schemas.openxmlformats.org/drawingml/2006/main" noGrp="1"/>
          </p:cNvSpPr>
          <p:nvPr/>
        </p:nvSpPr>
        <p:spPr>
          <a:xfrm xmlns:a="http://schemas.openxmlformats.org/drawingml/2006/main">
            <a:off x="1643062" y="3009900"/>
            <a:ext cx="866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للموردين.</a:t>
            </a:r>
          </a:p>
        </p:txBody>
      </p:sp>
      <p:sp>
        <p:nvSpPr>
          <p:cNvPr id="41" name="">
            <a:extLst xmlns:a="http://schemas.openxmlformats.org/drawingml/2006/main">
              <a:ext uri="{FF2B5EF4-FFF2-40B4-BE49-F238E27FC236}">
                <a16:creationId xmlns:a16="http://schemas.microsoft.com/office/drawing/2014/main" id="{11A2A512-F3E8-4BBF-B8CF-DA064F8B72B0}"/>
              </a:ext>
            </a:extLst>
          </p:cNvPr>
          <p:cNvSpPr>
            <a:spLocks xmlns:a="http://schemas.openxmlformats.org/drawingml/2006/main" noGrp="1"/>
          </p:cNvSpPr>
          <p:nvPr/>
        </p:nvSpPr>
        <p:spPr>
          <a:xfrm xmlns:a="http://schemas.openxmlformats.org/drawingml/2006/main">
            <a:off x="1070610"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القيمة</a:t>
            </a:r>
          </a:p>
        </p:txBody>
      </p:sp>
      <p:sp>
        <p:nvSpPr>
          <p:cNvPr id="42" name="">
            <a:extLst xmlns:a="http://schemas.openxmlformats.org/drawingml/2006/main">
              <a:ext uri="{FF2B5EF4-FFF2-40B4-BE49-F238E27FC236}">
                <a16:creationId xmlns:a16="http://schemas.microsoft.com/office/drawing/2014/main" id="{8C31F6BC-8254-4CB0-B21D-95EBD60DDEC1}"/>
              </a:ext>
            </a:extLst>
          </p:cNvPr>
          <p:cNvSpPr>
            <a:spLocks xmlns:a="http://schemas.openxmlformats.org/drawingml/2006/main" noGrp="1"/>
          </p:cNvSpPr>
          <p:nvPr/>
        </p:nvSpPr>
        <p:spPr>
          <a:xfrm xmlns:a="http://schemas.openxmlformats.org/drawingml/2006/main">
            <a:off x="4210050" y="3382804"/>
            <a:ext cx="695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المسجلة</a:t>
            </a:r>
          </a:p>
        </p:txBody>
      </p:sp>
      <p:sp>
        <p:nvSpPr>
          <p:cNvPr id="43" name="">
            <a:extLst xmlns:a="http://schemas.openxmlformats.org/drawingml/2006/main">
              <a:ext uri="{FF2B5EF4-FFF2-40B4-BE49-F238E27FC236}">
                <a16:creationId xmlns:a16="http://schemas.microsoft.com/office/drawing/2014/main" id="{BBBA86DC-EF9F-4B8E-A22F-81399EDFE844}"/>
              </a:ext>
            </a:extLst>
          </p:cNvPr>
          <p:cNvSpPr>
            <a:spLocks xmlns:a="http://schemas.openxmlformats.org/drawingml/2006/main" noGrp="1"/>
          </p:cNvSpPr>
          <p:nvPr/>
        </p:nvSpPr>
        <p:spPr>
          <a:xfrm xmlns:a="http://schemas.openxmlformats.org/drawingml/2006/main">
            <a:off x="3237548" y="3382804"/>
            <a:ext cx="895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للمشتريات</a:t>
            </a:r>
          </a:p>
        </p:txBody>
      </p:sp>
      <p:sp>
        <p:nvSpPr>
          <p:cNvPr id="44" name="">
            <a:extLst xmlns:a="http://schemas.openxmlformats.org/drawingml/2006/main">
              <a:ext uri="{FF2B5EF4-FFF2-40B4-BE49-F238E27FC236}">
                <a16:creationId xmlns:a16="http://schemas.microsoft.com/office/drawing/2014/main" id="{B27559F4-2769-4CE7-8E62-82E5653B4A0E}"/>
              </a:ext>
            </a:extLst>
          </p:cNvPr>
          <p:cNvSpPr>
            <a:spLocks xmlns:a="http://schemas.openxmlformats.org/drawingml/2006/main" noGrp="1"/>
          </p:cNvSpPr>
          <p:nvPr/>
        </p:nvSpPr>
        <p:spPr>
          <a:xfrm xmlns:a="http://schemas.openxmlformats.org/drawingml/2006/main">
            <a:off x="2960370" y="3382804"/>
            <a:ext cx="200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45" name="">
            <a:extLst xmlns:a="http://schemas.openxmlformats.org/drawingml/2006/main">
              <a:ext uri="{FF2B5EF4-FFF2-40B4-BE49-F238E27FC236}">
                <a16:creationId xmlns:a16="http://schemas.microsoft.com/office/drawing/2014/main" id="{BFB8C567-35BC-4D81-9C7A-68C6E96606CF}"/>
              </a:ext>
            </a:extLst>
          </p:cNvPr>
          <p:cNvSpPr>
            <a:spLocks xmlns:a="http://schemas.openxmlformats.org/drawingml/2006/main" noGrp="1"/>
          </p:cNvSpPr>
          <p:nvPr/>
        </p:nvSpPr>
        <p:spPr>
          <a:xfrm xmlns:a="http://schemas.openxmlformats.org/drawingml/2006/main">
            <a:off x="2445067" y="3382804"/>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تعني</a:t>
            </a:r>
          </a:p>
        </p:txBody>
      </p:sp>
      <p:sp>
        <p:nvSpPr>
          <p:cNvPr id="46" name="">
            <a:extLst xmlns:a="http://schemas.openxmlformats.org/drawingml/2006/main">
              <a:ext uri="{FF2B5EF4-FFF2-40B4-BE49-F238E27FC236}">
                <a16:creationId xmlns:a16="http://schemas.microsoft.com/office/drawing/2014/main" id="{35880DE7-2ED7-45E8-8EC3-36744917C108}"/>
              </a:ext>
            </a:extLst>
          </p:cNvPr>
          <p:cNvSpPr>
            <a:spLocks xmlns:a="http://schemas.openxmlformats.org/drawingml/2006/main" noGrp="1"/>
          </p:cNvSpPr>
          <p:nvPr/>
        </p:nvSpPr>
        <p:spPr>
          <a:xfrm xmlns:a="http://schemas.openxmlformats.org/drawingml/2006/main">
            <a:off x="2120265" y="3382804"/>
            <a:ext cx="247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أن</a:t>
            </a:r>
          </a:p>
        </p:txBody>
      </p:sp>
      <p:sp>
        <p:nvSpPr>
          <p:cNvPr id="47" name="">
            <a:extLst xmlns:a="http://schemas.openxmlformats.org/drawingml/2006/main">
              <a:ext uri="{FF2B5EF4-FFF2-40B4-BE49-F238E27FC236}">
                <a16:creationId xmlns:a16="http://schemas.microsoft.com/office/drawing/2014/main" id="{1237C906-53C9-491A-BDDD-3E72FB56F8D0}"/>
              </a:ext>
            </a:extLst>
          </p:cNvPr>
          <p:cNvSpPr>
            <a:spLocks xmlns:a="http://schemas.openxmlformats.org/drawingml/2006/main" noGrp="1"/>
          </p:cNvSpPr>
          <p:nvPr/>
        </p:nvSpPr>
        <p:spPr>
          <a:xfrm xmlns:a="http://schemas.openxmlformats.org/drawingml/2006/main">
            <a:off x="1452562" y="3382804"/>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الخزنة</a:t>
            </a:r>
          </a:p>
        </p:txBody>
      </p:sp>
      <p:sp>
        <p:nvSpPr>
          <p:cNvPr id="48" name="">
            <a:extLst xmlns:a="http://schemas.openxmlformats.org/drawingml/2006/main">
              <a:ext uri="{FF2B5EF4-FFF2-40B4-BE49-F238E27FC236}">
                <a16:creationId xmlns:a16="http://schemas.microsoft.com/office/drawing/2014/main" id="{73B28675-4876-4BB7-BE64-976A0EFC3903}"/>
              </a:ext>
            </a:extLst>
          </p:cNvPr>
          <p:cNvSpPr>
            <a:spLocks xmlns:a="http://schemas.openxmlformats.org/drawingml/2006/main" noGrp="1"/>
          </p:cNvSpPr>
          <p:nvPr/>
        </p:nvSpPr>
        <p:spPr>
          <a:xfrm xmlns:a="http://schemas.openxmlformats.org/drawingml/2006/main">
            <a:off x="870585"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دفعت</a:t>
            </a:r>
          </a:p>
        </p:txBody>
      </p:sp>
      <p:sp>
        <p:nvSpPr>
          <p:cNvPr id="49" name="">
            <a:extLst xmlns:a="http://schemas.openxmlformats.org/drawingml/2006/main">
              <a:ext uri="{FF2B5EF4-FFF2-40B4-BE49-F238E27FC236}">
                <a16:creationId xmlns:a16="http://schemas.microsoft.com/office/drawing/2014/main" id="{AD54C32A-D12C-49A6-8A76-AFB3CE09C406}"/>
              </a:ext>
            </a:extLst>
          </p:cNvPr>
          <p:cNvSpPr>
            <a:spLocks xmlns:a="http://schemas.openxmlformats.org/drawingml/2006/main" noGrp="1"/>
          </p:cNvSpPr>
          <p:nvPr/>
        </p:nvSpPr>
        <p:spPr>
          <a:xfrm xmlns:a="http://schemas.openxmlformats.org/drawingml/2006/main">
            <a:off x="4400550" y="3755707"/>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المبلغ</a:t>
            </a:r>
          </a:p>
        </p:txBody>
      </p:sp>
      <p:sp>
        <p:nvSpPr>
          <p:cNvPr id="50" name="">
            <a:extLst xmlns:a="http://schemas.openxmlformats.org/drawingml/2006/main">
              <a:ext uri="{FF2B5EF4-FFF2-40B4-BE49-F238E27FC236}">
                <a16:creationId xmlns:a16="http://schemas.microsoft.com/office/drawing/2014/main" id="{0CBFADCA-2561-4943-A97B-628E82102432}"/>
              </a:ext>
            </a:extLst>
          </p:cNvPr>
          <p:cNvSpPr>
            <a:spLocks xmlns:a="http://schemas.openxmlformats.org/drawingml/2006/main" noGrp="1"/>
          </p:cNvSpPr>
          <p:nvPr/>
        </p:nvSpPr>
        <p:spPr>
          <a:xfrm xmlns:a="http://schemas.openxmlformats.org/drawingml/2006/main">
            <a:off x="3942398" y="3755707"/>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كله.</a:t>
            </a:r>
          </a:p>
        </p:txBody>
      </p:sp>
    </p:spTree>
    <p:extLst>
      <p:ext uri="{BB962C8B-B14F-4D97-AF65-F5344CB8AC3E}">
        <p14:creationId xmlns:p14="http://schemas.microsoft.com/office/powerpoint/2010/main" val="296378650"/>
      </p:ext>
    </p:extLst>
  </p:cSld>
</p:sld>
</file>

<file path=ppt/slides/slide29.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56D3E87E-3DE2-48B9-BEEE-E0B50E9F4711}"/>
              </a:ext>
            </a:extLst>
          </p:cNvPr>
          <p:cNvSpPr>
            <a:spLocks xmlns:a="http://schemas.openxmlformats.org/drawingml/2006/main" noGrp="1"/>
          </p:cNvSpPr>
          <p:nvPr/>
        </p:nvSpPr>
        <p:spPr>
          <a:xfrm xmlns:a="http://schemas.openxmlformats.org/drawingml/2006/main">
            <a:off x="11172825"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متابعة</a:t>
            </a:r>
          </a:p>
        </p:txBody>
      </p:sp>
      <p:sp>
        <p:nvSpPr>
          <p:cNvPr id="2" name="">
            <a:extLst xmlns:a="http://schemas.openxmlformats.org/drawingml/2006/main">
              <a:ext uri="{FF2B5EF4-FFF2-40B4-BE49-F238E27FC236}">
                <a16:creationId xmlns:a16="http://schemas.microsoft.com/office/drawing/2014/main" id="{51E504B5-FF23-424D-BA1D-1D5F9A1088D3}"/>
              </a:ext>
            </a:extLst>
          </p:cNvPr>
          <p:cNvSpPr>
            <a:spLocks xmlns:a="http://schemas.openxmlformats.org/drawingml/2006/main" noGrp="1"/>
          </p:cNvSpPr>
          <p:nvPr/>
        </p:nvSpPr>
        <p:spPr>
          <a:xfrm xmlns:a="http://schemas.openxmlformats.org/drawingml/2006/main">
            <a:off x="10559415" y="333375"/>
            <a:ext cx="5619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المشروع</a:t>
            </a:r>
          </a:p>
        </p:txBody>
      </p:sp>
      <p:sp>
        <p:nvSpPr>
          <p:cNvPr id="3" name="">
            <a:extLst xmlns:a="http://schemas.openxmlformats.org/drawingml/2006/main">
              <a:ext uri="{FF2B5EF4-FFF2-40B4-BE49-F238E27FC236}">
                <a16:creationId xmlns:a16="http://schemas.microsoft.com/office/drawing/2014/main" id="{2AB706CB-E47C-406B-914F-321E31233A89}"/>
              </a:ext>
            </a:extLst>
          </p:cNvPr>
          <p:cNvSpPr>
            <a:spLocks xmlns:a="http://schemas.openxmlformats.org/drawingml/2006/main" noGrp="1"/>
          </p:cNvSpPr>
          <p:nvPr/>
        </p:nvSpPr>
        <p:spPr>
          <a:xfrm xmlns:a="http://schemas.openxmlformats.org/drawingml/2006/main">
            <a:off x="10734675" y="781050"/>
            <a:ext cx="838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موقف</a:t>
            </a:r>
          </a:p>
        </p:txBody>
      </p:sp>
      <p:sp>
        <p:nvSpPr>
          <p:cNvPr id="4" name="">
            <a:extLst xmlns:a="http://schemas.openxmlformats.org/drawingml/2006/main">
              <a:ext uri="{FF2B5EF4-FFF2-40B4-BE49-F238E27FC236}">
                <a16:creationId xmlns:a16="http://schemas.microsoft.com/office/drawing/2014/main" id="{DBDE1EBC-E34F-44C3-83E3-726EA992CBD7}"/>
              </a:ext>
            </a:extLst>
          </p:cNvPr>
          <p:cNvSpPr>
            <a:spLocks xmlns:a="http://schemas.openxmlformats.org/drawingml/2006/main" noGrp="1"/>
          </p:cNvSpPr>
          <p:nvPr/>
        </p:nvSpPr>
        <p:spPr>
          <a:xfrm xmlns:a="http://schemas.openxmlformats.org/drawingml/2006/main">
            <a:off x="9909810" y="781050"/>
            <a:ext cx="7048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تكلفة</a:t>
            </a:r>
          </a:p>
        </p:txBody>
      </p:sp>
      <p:sp>
        <p:nvSpPr>
          <p:cNvPr id="5" name="">
            <a:extLst xmlns:a="http://schemas.openxmlformats.org/drawingml/2006/main">
              <a:ext uri="{FF2B5EF4-FFF2-40B4-BE49-F238E27FC236}">
                <a16:creationId xmlns:a16="http://schemas.microsoft.com/office/drawing/2014/main" id="{A8486B89-0DB5-44FA-85CA-AAEAAA1B8DB8}"/>
              </a:ext>
            </a:extLst>
          </p:cNvPr>
          <p:cNvSpPr>
            <a:spLocks xmlns:a="http://schemas.openxmlformats.org/drawingml/2006/main" noGrp="1"/>
          </p:cNvSpPr>
          <p:nvPr/>
        </p:nvSpPr>
        <p:spPr>
          <a:xfrm xmlns:a="http://schemas.openxmlformats.org/drawingml/2006/main">
            <a:off x="8570595" y="781050"/>
            <a:ext cx="1219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المشروع</a:t>
            </a:r>
          </a:p>
        </p:txBody>
      </p:sp>
      <p:sp>
        <p:nvSpPr>
          <p:cNvPr id="6" name="">
            <a:extLst xmlns:a="http://schemas.openxmlformats.org/drawingml/2006/main">
              <a:ext uri="{FF2B5EF4-FFF2-40B4-BE49-F238E27FC236}">
                <a16:creationId xmlns:a16="http://schemas.microsoft.com/office/drawing/2014/main" id="{6431426B-7F7C-4F08-A677-47970E53D647}"/>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29</a:t>
            </a:r>
          </a:p>
        </p:txBody>
      </p:sp>
      <p:sp>
        <p:nvSpPr>
          <p:cNvPr id="7" name="">
            <a:extLst xmlns:a="http://schemas.openxmlformats.org/drawingml/2006/main">
              <a:ext uri="{FF2B5EF4-FFF2-40B4-BE49-F238E27FC236}">
                <a16:creationId xmlns:a16="http://schemas.microsoft.com/office/drawing/2014/main" id="{51A7E951-CF73-47F8-BA67-3F806BD61BC6}"/>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0F9FC18F-BE3C-4688-B236-41000182845B}"/>
              </a:ext>
            </a:extLst>
          </p:cNvPr>
          <p:cNvSpPr>
            <a:spLocks xmlns:a="http://schemas.openxmlformats.org/drawingml/2006/main" noGrp="1"/>
          </p:cNvSpPr>
          <p:nvPr/>
        </p:nvSpPr>
        <p:spPr>
          <a:xfrm xmlns:a="http://schemas.openxmlformats.org/drawingml/2006/main">
            <a:off x="10229850" y="180975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اختر</a:t>
            </a:r>
          </a:p>
        </p:txBody>
      </p:sp>
      <p:sp>
        <p:nvSpPr>
          <p:cNvPr id="9" name="">
            <a:extLst xmlns:a="http://schemas.openxmlformats.org/drawingml/2006/main">
              <a:ext uri="{FF2B5EF4-FFF2-40B4-BE49-F238E27FC236}">
                <a16:creationId xmlns:a16="http://schemas.microsoft.com/office/drawing/2014/main" id="{E5974007-3B06-46B8-BC55-9B6DB5912B13}"/>
              </a:ext>
            </a:extLst>
          </p:cNvPr>
          <p:cNvSpPr>
            <a:spLocks xmlns:a="http://schemas.openxmlformats.org/drawingml/2006/main" noGrp="1"/>
          </p:cNvSpPr>
          <p:nvPr/>
        </p:nvSpPr>
        <p:spPr>
          <a:xfrm xmlns:a="http://schemas.openxmlformats.org/drawingml/2006/main">
            <a:off x="9371648" y="180975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10" name="">
            <a:extLst xmlns:a="http://schemas.openxmlformats.org/drawingml/2006/main">
              <a:ext uri="{FF2B5EF4-FFF2-40B4-BE49-F238E27FC236}">
                <a16:creationId xmlns:a16="http://schemas.microsoft.com/office/drawing/2014/main" id="{AF45A9B2-BB84-4036-9C35-B25334C13F48}"/>
              </a:ext>
            </a:extLst>
          </p:cNvPr>
          <p:cNvSpPr>
            <a:spLocks xmlns:a="http://schemas.openxmlformats.org/drawingml/2006/main" noGrp="1"/>
          </p:cNvSpPr>
          <p:nvPr/>
        </p:nvSpPr>
        <p:spPr>
          <a:xfrm xmlns:a="http://schemas.openxmlformats.org/drawingml/2006/main">
            <a:off x="8799195"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وافتح</a:t>
            </a:r>
          </a:p>
        </p:txBody>
      </p:sp>
      <p:sp>
        <p:nvSpPr>
          <p:cNvPr id="11" name="">
            <a:extLst xmlns:a="http://schemas.openxmlformats.org/drawingml/2006/main">
              <a:ext uri="{FF2B5EF4-FFF2-40B4-BE49-F238E27FC236}">
                <a16:creationId xmlns:a16="http://schemas.microsoft.com/office/drawing/2014/main" id="{0D55FF93-CC90-49C8-80B2-7389110BF7C5}"/>
              </a:ext>
            </a:extLst>
          </p:cNvPr>
          <p:cNvSpPr>
            <a:spLocks xmlns:a="http://schemas.openxmlformats.org/drawingml/2006/main" noGrp="1"/>
          </p:cNvSpPr>
          <p:nvPr/>
        </p:nvSpPr>
        <p:spPr>
          <a:xfrm xmlns:a="http://schemas.openxmlformats.org/drawingml/2006/main">
            <a:off x="8074343" y="180975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مصادر</a:t>
            </a:r>
          </a:p>
        </p:txBody>
      </p:sp>
      <p:sp>
        <p:nvSpPr>
          <p:cNvPr id="12" name="">
            <a:extLst xmlns:a="http://schemas.openxmlformats.org/drawingml/2006/main">
              <a:ext uri="{FF2B5EF4-FFF2-40B4-BE49-F238E27FC236}">
                <a16:creationId xmlns:a16="http://schemas.microsoft.com/office/drawing/2014/main" id="{7E801E79-D60D-4621-9893-1B423263B606}"/>
              </a:ext>
            </a:extLst>
          </p:cNvPr>
          <p:cNvSpPr>
            <a:spLocks xmlns:a="http://schemas.openxmlformats.org/drawingml/2006/main" noGrp="1"/>
          </p:cNvSpPr>
          <p:nvPr/>
        </p:nvSpPr>
        <p:spPr>
          <a:xfrm xmlns:a="http://schemas.openxmlformats.org/drawingml/2006/main">
            <a:off x="7454265" y="180975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الوارد</a:t>
            </a:r>
          </a:p>
        </p:txBody>
      </p:sp>
      <p:sp>
        <p:nvSpPr>
          <p:cNvPr id="13" name="">
            <a:extLst xmlns:a="http://schemas.openxmlformats.org/drawingml/2006/main">
              <a:ext uri="{FF2B5EF4-FFF2-40B4-BE49-F238E27FC236}">
                <a16:creationId xmlns:a16="http://schemas.microsoft.com/office/drawing/2014/main" id="{ECA01EF8-6E73-4BE9-9C15-03668D046924}"/>
              </a:ext>
            </a:extLst>
          </p:cNvPr>
          <p:cNvSpPr>
            <a:spLocks xmlns:a="http://schemas.openxmlformats.org/drawingml/2006/main" noGrp="1"/>
          </p:cNvSpPr>
          <p:nvPr/>
        </p:nvSpPr>
        <p:spPr>
          <a:xfrm xmlns:a="http://schemas.openxmlformats.org/drawingml/2006/main">
            <a:off x="6643688" y="1809750"/>
            <a:ext cx="733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والتكلفة.</a:t>
            </a:r>
          </a:p>
        </p:txBody>
      </p:sp>
      <p:sp>
        <p:nvSpPr>
          <p:cNvPr id="14" name="">
            <a:extLst xmlns:a="http://schemas.openxmlformats.org/drawingml/2006/main">
              <a:ext uri="{FF2B5EF4-FFF2-40B4-BE49-F238E27FC236}">
                <a16:creationId xmlns:a16="http://schemas.microsoft.com/office/drawing/2014/main" id="{09D33AC3-BCFE-45F4-A1EB-B050FC11E75D}"/>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795D9DC2-CAEC-49C0-87AA-22B2D0E3637F}"/>
              </a:ext>
            </a:extLst>
          </p:cNvPr>
          <p:cNvSpPr>
            <a:spLocks xmlns:a="http://schemas.openxmlformats.org/drawingml/2006/main" noGrp="1"/>
          </p:cNvSpPr>
          <p:nvPr/>
        </p:nvSpPr>
        <p:spPr>
          <a:xfrm xmlns:a="http://schemas.openxmlformats.org/drawingml/2006/main">
            <a:off x="10220325" y="2733675"/>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قارن</a:t>
            </a:r>
          </a:p>
        </p:txBody>
      </p:sp>
      <p:sp>
        <p:nvSpPr>
          <p:cNvPr id="16" name="">
            <a:extLst xmlns:a="http://schemas.openxmlformats.org/drawingml/2006/main">
              <a:ext uri="{FF2B5EF4-FFF2-40B4-BE49-F238E27FC236}">
                <a16:creationId xmlns:a16="http://schemas.microsoft.com/office/drawing/2014/main" id="{D86B2EE8-E38B-4A4F-99BE-9B67E892C992}"/>
              </a:ext>
            </a:extLst>
          </p:cNvPr>
          <p:cNvSpPr>
            <a:spLocks xmlns:a="http://schemas.openxmlformats.org/drawingml/2006/main" noGrp="1"/>
          </p:cNvSpPr>
          <p:nvPr/>
        </p:nvSpPr>
        <p:spPr>
          <a:xfrm xmlns:a="http://schemas.openxmlformats.org/drawingml/2006/main">
            <a:off x="9609773" y="2733675"/>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العقود</a:t>
            </a:r>
          </a:p>
        </p:txBody>
      </p:sp>
      <p:sp>
        <p:nvSpPr>
          <p:cNvPr id="17" name="">
            <a:extLst xmlns:a="http://schemas.openxmlformats.org/drawingml/2006/main">
              <a:ext uri="{FF2B5EF4-FFF2-40B4-BE49-F238E27FC236}">
                <a16:creationId xmlns:a16="http://schemas.microsoft.com/office/drawing/2014/main" id="{97FB3247-E701-4FDE-B72B-D5959AF36698}"/>
              </a:ext>
            </a:extLst>
          </p:cNvPr>
          <p:cNvSpPr>
            <a:spLocks xmlns:a="http://schemas.openxmlformats.org/drawingml/2006/main" noGrp="1"/>
          </p:cNvSpPr>
          <p:nvPr/>
        </p:nvSpPr>
        <p:spPr>
          <a:xfrm xmlns:a="http://schemas.openxmlformats.org/drawingml/2006/main">
            <a:off x="8742045" y="2733675"/>
            <a:ext cx="790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والأعمال</a:t>
            </a:r>
          </a:p>
        </p:txBody>
      </p:sp>
      <p:sp>
        <p:nvSpPr>
          <p:cNvPr id="18" name="">
            <a:extLst xmlns:a="http://schemas.openxmlformats.org/drawingml/2006/main">
              <a:ext uri="{FF2B5EF4-FFF2-40B4-BE49-F238E27FC236}">
                <a16:creationId xmlns:a16="http://schemas.microsoft.com/office/drawing/2014/main" id="{E0FE8331-B0A0-4F54-9230-7BFD25949996}"/>
              </a:ext>
            </a:extLst>
          </p:cNvPr>
          <p:cNvSpPr>
            <a:spLocks xmlns:a="http://schemas.openxmlformats.org/drawingml/2006/main" noGrp="1"/>
          </p:cNvSpPr>
          <p:nvPr/>
        </p:nvSpPr>
        <p:spPr>
          <a:xfrm xmlns:a="http://schemas.openxmlformats.org/drawingml/2006/main">
            <a:off x="7636193" y="2733675"/>
            <a:ext cx="1028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والمدفوعات</a:t>
            </a:r>
          </a:p>
        </p:txBody>
      </p:sp>
      <p:sp>
        <p:nvSpPr>
          <p:cNvPr id="19" name="">
            <a:extLst xmlns:a="http://schemas.openxmlformats.org/drawingml/2006/main">
              <a:ext uri="{FF2B5EF4-FFF2-40B4-BE49-F238E27FC236}">
                <a16:creationId xmlns:a16="http://schemas.microsoft.com/office/drawing/2014/main" id="{0F8EFC9C-6725-4EE7-BF9B-14378A9C8B95}"/>
              </a:ext>
            </a:extLst>
          </p:cNvPr>
          <p:cNvSpPr>
            <a:spLocks xmlns:a="http://schemas.openxmlformats.org/drawingml/2006/main" noGrp="1"/>
          </p:cNvSpPr>
          <p:nvPr/>
        </p:nvSpPr>
        <p:spPr>
          <a:xfrm xmlns:a="http://schemas.openxmlformats.org/drawingml/2006/main">
            <a:off x="7244715" y="2733675"/>
            <a:ext cx="3143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كلًا</a:t>
            </a:r>
          </a:p>
        </p:txBody>
      </p:sp>
      <p:sp>
        <p:nvSpPr>
          <p:cNvPr id="20" name="">
            <a:extLst xmlns:a="http://schemas.openxmlformats.org/drawingml/2006/main">
              <a:ext uri="{FF2B5EF4-FFF2-40B4-BE49-F238E27FC236}">
                <a16:creationId xmlns:a16="http://schemas.microsoft.com/office/drawing/2014/main" id="{3747542E-9EFD-4014-B294-C63A5BCB41C5}"/>
              </a:ext>
            </a:extLst>
          </p:cNvPr>
          <p:cNvSpPr>
            <a:spLocks xmlns:a="http://schemas.openxmlformats.org/drawingml/2006/main" noGrp="1"/>
          </p:cNvSpPr>
          <p:nvPr/>
        </p:nvSpPr>
        <p:spPr>
          <a:xfrm xmlns:a="http://schemas.openxmlformats.org/drawingml/2006/main">
            <a:off x="6577013" y="2733675"/>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بمعناه.</a:t>
            </a:r>
          </a:p>
        </p:txBody>
      </p:sp>
      <p:sp>
        <p:nvSpPr>
          <p:cNvPr id="21" name="">
            <a:extLst xmlns:a="http://schemas.openxmlformats.org/drawingml/2006/main">
              <a:ext uri="{FF2B5EF4-FFF2-40B4-BE49-F238E27FC236}">
                <a16:creationId xmlns:a16="http://schemas.microsoft.com/office/drawing/2014/main" id="{4EEDF60E-697E-4AA9-8F82-D07E314F6A35}"/>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310EDC7D-507E-4F6B-BC5A-FB1F03736AA1}"/>
              </a:ext>
            </a:extLst>
          </p:cNvPr>
          <p:cNvSpPr>
            <a:spLocks xmlns:a="http://schemas.openxmlformats.org/drawingml/2006/main" noGrp="1"/>
          </p:cNvSpPr>
          <p:nvPr/>
        </p:nvSpPr>
        <p:spPr>
          <a:xfrm xmlns:a="http://schemas.openxmlformats.org/drawingml/2006/main">
            <a:off x="10172700" y="36576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ارجع</a:t>
            </a:r>
          </a:p>
        </p:txBody>
      </p:sp>
      <p:sp>
        <p:nvSpPr>
          <p:cNvPr id="23" name="">
            <a:extLst xmlns:a="http://schemas.openxmlformats.org/drawingml/2006/main">
              <a:ext uri="{FF2B5EF4-FFF2-40B4-BE49-F238E27FC236}">
                <a16:creationId xmlns:a16="http://schemas.microsoft.com/office/drawing/2014/main" id="{AB80AE55-DCC6-4C1B-A174-57566C77577B}"/>
              </a:ext>
            </a:extLst>
          </p:cNvPr>
          <p:cNvSpPr>
            <a:spLocks xmlns:a="http://schemas.openxmlformats.org/drawingml/2006/main" noGrp="1"/>
          </p:cNvSpPr>
          <p:nvPr/>
        </p:nvSpPr>
        <p:spPr>
          <a:xfrm xmlns:a="http://schemas.openxmlformats.org/drawingml/2006/main">
            <a:off x="9771698" y="365760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إلى</a:t>
            </a:r>
          </a:p>
        </p:txBody>
      </p:sp>
      <p:sp>
        <p:nvSpPr>
          <p:cNvPr id="24" name="">
            <a:extLst xmlns:a="http://schemas.openxmlformats.org/drawingml/2006/main">
              <a:ext uri="{FF2B5EF4-FFF2-40B4-BE49-F238E27FC236}">
                <a16:creationId xmlns:a16="http://schemas.microsoft.com/office/drawing/2014/main" id="{084BF129-B309-4B11-B28E-3A1644A83885}"/>
              </a:ext>
            </a:extLst>
          </p:cNvPr>
          <p:cNvSpPr>
            <a:spLocks xmlns:a="http://schemas.openxmlformats.org/drawingml/2006/main" noGrp="1"/>
          </p:cNvSpPr>
          <p:nvPr/>
        </p:nvSpPr>
        <p:spPr>
          <a:xfrm xmlns:a="http://schemas.openxmlformats.org/drawingml/2006/main">
            <a:off x="8751570" y="3657600"/>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المستخلص</a:t>
            </a:r>
          </a:p>
        </p:txBody>
      </p:sp>
      <p:sp>
        <p:nvSpPr>
          <p:cNvPr id="25" name="">
            <a:extLst xmlns:a="http://schemas.openxmlformats.org/drawingml/2006/main">
              <a:ext uri="{FF2B5EF4-FFF2-40B4-BE49-F238E27FC236}">
                <a16:creationId xmlns:a16="http://schemas.microsoft.com/office/drawing/2014/main" id="{DD62CDE4-8B27-4246-866E-3CFF6060551D}"/>
              </a:ext>
            </a:extLst>
          </p:cNvPr>
          <p:cNvSpPr>
            <a:spLocks xmlns:a="http://schemas.openxmlformats.org/drawingml/2006/main" noGrp="1"/>
          </p:cNvSpPr>
          <p:nvPr/>
        </p:nvSpPr>
        <p:spPr>
          <a:xfrm xmlns:a="http://schemas.openxmlformats.org/drawingml/2006/main">
            <a:off x="8445818" y="3657600"/>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26" name="">
            <a:extLst xmlns:a="http://schemas.openxmlformats.org/drawingml/2006/main">
              <a:ext uri="{FF2B5EF4-FFF2-40B4-BE49-F238E27FC236}">
                <a16:creationId xmlns:a16="http://schemas.microsoft.com/office/drawing/2014/main" id="{9CF49E74-7695-4703-A8A2-30F3571E539B}"/>
              </a:ext>
            </a:extLst>
          </p:cNvPr>
          <p:cNvSpPr>
            <a:spLocks xmlns:a="http://schemas.openxmlformats.org/drawingml/2006/main" noGrp="1"/>
          </p:cNvSpPr>
          <p:nvPr/>
        </p:nvSpPr>
        <p:spPr>
          <a:xfrm xmlns:a="http://schemas.openxmlformats.org/drawingml/2006/main">
            <a:off x="7663815" y="365760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الخامات</a:t>
            </a:r>
          </a:p>
        </p:txBody>
      </p:sp>
      <p:sp>
        <p:nvSpPr>
          <p:cNvPr id="27" name="">
            <a:extLst xmlns:a="http://schemas.openxmlformats.org/drawingml/2006/main">
              <a:ext uri="{FF2B5EF4-FFF2-40B4-BE49-F238E27FC236}">
                <a16:creationId xmlns:a16="http://schemas.microsoft.com/office/drawing/2014/main" id="{8C7B46AD-9732-46AD-8F27-F696FD12A2B3}"/>
              </a:ext>
            </a:extLst>
          </p:cNvPr>
          <p:cNvSpPr>
            <a:spLocks xmlns:a="http://schemas.openxmlformats.org/drawingml/2006/main" noGrp="1"/>
          </p:cNvSpPr>
          <p:nvPr/>
        </p:nvSpPr>
        <p:spPr>
          <a:xfrm xmlns:a="http://schemas.openxmlformats.org/drawingml/2006/main">
            <a:off x="7243763" y="3657600"/>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عند</a:t>
            </a:r>
          </a:p>
        </p:txBody>
      </p:sp>
      <p:sp>
        <p:nvSpPr>
          <p:cNvPr id="28" name="">
            <a:extLst xmlns:a="http://schemas.openxmlformats.org/drawingml/2006/main">
              <a:ext uri="{FF2B5EF4-FFF2-40B4-BE49-F238E27FC236}">
                <a16:creationId xmlns:a16="http://schemas.microsoft.com/office/drawing/2014/main" id="{FFA79B8D-3503-41DF-BFA6-11D19C660387}"/>
              </a:ext>
            </a:extLst>
          </p:cNvPr>
          <p:cNvSpPr>
            <a:spLocks xmlns:a="http://schemas.openxmlformats.org/drawingml/2006/main" noGrp="1"/>
          </p:cNvSpPr>
          <p:nvPr/>
        </p:nvSpPr>
        <p:spPr>
          <a:xfrm xmlns:a="http://schemas.openxmlformats.org/drawingml/2006/main">
            <a:off x="6614160" y="36576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ظهور</a:t>
            </a:r>
          </a:p>
        </p:txBody>
      </p:sp>
      <p:sp>
        <p:nvSpPr>
          <p:cNvPr id="29" name="">
            <a:extLst xmlns:a="http://schemas.openxmlformats.org/drawingml/2006/main">
              <a:ext uri="{FF2B5EF4-FFF2-40B4-BE49-F238E27FC236}">
                <a16:creationId xmlns:a16="http://schemas.microsoft.com/office/drawing/2014/main" id="{982244CD-5635-4171-B24E-B15E404EB793}"/>
              </a:ext>
            </a:extLst>
          </p:cNvPr>
          <p:cNvSpPr>
            <a:spLocks xmlns:a="http://schemas.openxmlformats.org/drawingml/2006/main" noGrp="1"/>
          </p:cNvSpPr>
          <p:nvPr/>
        </p:nvSpPr>
        <p:spPr>
          <a:xfrm xmlns:a="http://schemas.openxmlformats.org/drawingml/2006/main">
            <a:off x="6060758" y="3657600"/>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فرق.</a:t>
            </a:r>
          </a:p>
        </p:txBody>
      </p:sp>
      <p:sp>
        <p:nvSpPr>
          <p:cNvPr id="30" name="">
            <a:extLst xmlns:a="http://schemas.openxmlformats.org/drawingml/2006/main">
              <a:ext uri="{FF2B5EF4-FFF2-40B4-BE49-F238E27FC236}">
                <a16:creationId xmlns:a16="http://schemas.microsoft.com/office/drawing/2014/main" id="{05B6F93F-52BA-4330-BB34-E1FAF5E3CF67}"/>
              </a:ext>
            </a:extLst>
          </p:cNvPr>
          <p:cNvSpPr>
            <a:spLocks xmlns:a="http://schemas.openxmlformats.org/drawingml/2006/main" noGrp="1"/>
          </p:cNvSpPr>
          <p:nvPr/>
        </p:nvSpPr>
        <p:spPr>
          <a:xfrm xmlns:a="http://schemas.openxmlformats.org/drawingml/2006/main">
            <a:off x="4572000" y="1924050"/>
            <a:ext cx="3333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هل</a:t>
            </a:r>
          </a:p>
        </p:txBody>
      </p:sp>
      <p:sp>
        <p:nvSpPr>
          <p:cNvPr id="31" name="">
            <a:extLst xmlns:a="http://schemas.openxmlformats.org/drawingml/2006/main">
              <a:ext uri="{FF2B5EF4-FFF2-40B4-BE49-F238E27FC236}">
                <a16:creationId xmlns:a16="http://schemas.microsoft.com/office/drawing/2014/main" id="{C842FACD-E634-4937-9B3C-0AC903C33A51}"/>
              </a:ext>
            </a:extLst>
          </p:cNvPr>
          <p:cNvSpPr>
            <a:spLocks xmlns:a="http://schemas.openxmlformats.org/drawingml/2006/main" noGrp="1"/>
          </p:cNvSpPr>
          <p:nvPr/>
        </p:nvSpPr>
        <p:spPr>
          <a:xfrm xmlns:a="http://schemas.openxmlformats.org/drawingml/2006/main">
            <a:off x="3816668" y="1924050"/>
            <a:ext cx="6667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الفارق</a:t>
            </a:r>
          </a:p>
        </p:txBody>
      </p:sp>
      <p:sp>
        <p:nvSpPr>
          <p:cNvPr id="32" name="">
            <a:extLst xmlns:a="http://schemas.openxmlformats.org/drawingml/2006/main">
              <a:ext uri="{FF2B5EF4-FFF2-40B4-BE49-F238E27FC236}">
                <a16:creationId xmlns:a16="http://schemas.microsoft.com/office/drawing/2014/main" id="{D202A767-141D-474C-A285-4F62DF6F376B}"/>
              </a:ext>
            </a:extLst>
          </p:cNvPr>
          <p:cNvSpPr>
            <a:spLocks xmlns:a="http://schemas.openxmlformats.org/drawingml/2006/main" noGrp="1"/>
          </p:cNvSpPr>
          <p:nvPr/>
        </p:nvSpPr>
        <p:spPr>
          <a:xfrm xmlns:a="http://schemas.openxmlformats.org/drawingml/2006/main">
            <a:off x="3223260" y="1924050"/>
            <a:ext cx="5048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توقع</a:t>
            </a:r>
          </a:p>
        </p:txBody>
      </p:sp>
      <p:sp>
        <p:nvSpPr>
          <p:cNvPr id="33" name="">
            <a:extLst xmlns:a="http://schemas.openxmlformats.org/drawingml/2006/main">
              <a:ext uri="{FF2B5EF4-FFF2-40B4-BE49-F238E27FC236}">
                <a16:creationId xmlns:a16="http://schemas.microsoft.com/office/drawing/2014/main" id="{CF2AC224-BA44-4262-9EAF-2007DAA98A1E}"/>
              </a:ext>
            </a:extLst>
          </p:cNvPr>
          <p:cNvSpPr>
            <a:spLocks xmlns:a="http://schemas.openxmlformats.org/drawingml/2006/main" noGrp="1"/>
          </p:cNvSpPr>
          <p:nvPr/>
        </p:nvSpPr>
        <p:spPr>
          <a:xfrm xmlns:a="http://schemas.openxmlformats.org/drawingml/2006/main">
            <a:off x="2515552" y="1924050"/>
            <a:ext cx="6191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لنهاية</a:t>
            </a:r>
          </a:p>
        </p:txBody>
      </p:sp>
      <p:sp>
        <p:nvSpPr>
          <p:cNvPr id="34" name="">
            <a:extLst xmlns:a="http://schemas.openxmlformats.org/drawingml/2006/main">
              <a:ext uri="{FF2B5EF4-FFF2-40B4-BE49-F238E27FC236}">
                <a16:creationId xmlns:a16="http://schemas.microsoft.com/office/drawing/2014/main" id="{AB79F071-C2FC-4AD4-B8B6-B2628E504475}"/>
              </a:ext>
            </a:extLst>
          </p:cNvPr>
          <p:cNvSpPr>
            <a:spLocks xmlns:a="http://schemas.openxmlformats.org/drawingml/2006/main" noGrp="1"/>
          </p:cNvSpPr>
          <p:nvPr/>
        </p:nvSpPr>
        <p:spPr>
          <a:xfrm xmlns:a="http://schemas.openxmlformats.org/drawingml/2006/main">
            <a:off x="1407795" y="1924050"/>
            <a:ext cx="10191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المشروع؟</a:t>
            </a:r>
          </a:p>
        </p:txBody>
      </p:sp>
      <p:sp>
        <p:nvSpPr>
          <p:cNvPr id="35" name="">
            <a:extLst xmlns:a="http://schemas.openxmlformats.org/drawingml/2006/main">
              <a:ext uri="{FF2B5EF4-FFF2-40B4-BE49-F238E27FC236}">
                <a16:creationId xmlns:a16="http://schemas.microsoft.com/office/drawing/2014/main" id="{135258A1-7E1E-4272-BF49-B422BFCB6E35}"/>
              </a:ext>
            </a:extLst>
          </p:cNvPr>
          <p:cNvSpPr>
            <a:spLocks xmlns:a="http://schemas.openxmlformats.org/drawingml/2006/main" noGrp="1"/>
          </p:cNvSpPr>
          <p:nvPr/>
        </p:nvSpPr>
        <p:spPr>
          <a:xfrm xmlns:a="http://schemas.openxmlformats.org/drawingml/2006/main">
            <a:off x="4333875" y="300990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الفارق</a:t>
            </a:r>
          </a:p>
        </p:txBody>
      </p:sp>
      <p:sp>
        <p:nvSpPr>
          <p:cNvPr id="36" name="">
            <a:extLst xmlns:a="http://schemas.openxmlformats.org/drawingml/2006/main">
              <a:ext uri="{FF2B5EF4-FFF2-40B4-BE49-F238E27FC236}">
                <a16:creationId xmlns:a16="http://schemas.microsoft.com/office/drawing/2014/main" id="{979087B2-7BFF-4F29-9194-8F0D66DC6805}"/>
              </a:ext>
            </a:extLst>
          </p:cNvPr>
          <p:cNvSpPr>
            <a:spLocks xmlns:a="http://schemas.openxmlformats.org/drawingml/2006/main" noGrp="1"/>
          </p:cNvSpPr>
          <p:nvPr/>
        </p:nvSpPr>
        <p:spPr>
          <a:xfrm xmlns:a="http://schemas.openxmlformats.org/drawingml/2006/main">
            <a:off x="3713798" y="30099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يعكس</a:t>
            </a:r>
          </a:p>
        </p:txBody>
      </p:sp>
      <p:sp>
        <p:nvSpPr>
          <p:cNvPr id="37" name="">
            <a:extLst xmlns:a="http://schemas.openxmlformats.org/drawingml/2006/main">
              <a:ext uri="{FF2B5EF4-FFF2-40B4-BE49-F238E27FC236}">
                <a16:creationId xmlns:a16="http://schemas.microsoft.com/office/drawing/2014/main" id="{8351110D-D72F-43D5-8852-34B874F63E89}"/>
              </a:ext>
            </a:extLst>
          </p:cNvPr>
          <p:cNvSpPr>
            <a:spLocks xmlns:a="http://schemas.openxmlformats.org/drawingml/2006/main" noGrp="1"/>
          </p:cNvSpPr>
          <p:nvPr/>
        </p:nvSpPr>
        <p:spPr>
          <a:xfrm xmlns:a="http://schemas.openxmlformats.org/drawingml/2006/main">
            <a:off x="2979420" y="30099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البيانات</a:t>
            </a:r>
          </a:p>
        </p:txBody>
      </p:sp>
      <p:sp>
        <p:nvSpPr>
          <p:cNvPr id="38" name="">
            <a:extLst xmlns:a="http://schemas.openxmlformats.org/drawingml/2006/main">
              <a:ext uri="{FF2B5EF4-FFF2-40B4-BE49-F238E27FC236}">
                <a16:creationId xmlns:a16="http://schemas.microsoft.com/office/drawing/2014/main" id="{681B7A00-FBEA-487D-BE98-2B4C252B5452}"/>
              </a:ext>
            </a:extLst>
          </p:cNvPr>
          <p:cNvSpPr>
            <a:spLocks xmlns:a="http://schemas.openxmlformats.org/drawingml/2006/main" noGrp="1"/>
          </p:cNvSpPr>
          <p:nvPr/>
        </p:nvSpPr>
        <p:spPr>
          <a:xfrm xmlns:a="http://schemas.openxmlformats.org/drawingml/2006/main">
            <a:off x="2140267" y="3009900"/>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المسجلة.</a:t>
            </a:r>
          </a:p>
        </p:txBody>
      </p:sp>
      <p:sp>
        <p:nvSpPr>
          <p:cNvPr id="39" name="">
            <a:extLst xmlns:a="http://schemas.openxmlformats.org/drawingml/2006/main">
              <a:ext uri="{FF2B5EF4-FFF2-40B4-BE49-F238E27FC236}">
                <a16:creationId xmlns:a16="http://schemas.microsoft.com/office/drawing/2014/main" id="{247F074F-C6BE-4FE7-B478-1A404E352E08}"/>
              </a:ext>
            </a:extLst>
          </p:cNvPr>
          <p:cNvSpPr>
            <a:spLocks xmlns:a="http://schemas.openxmlformats.org/drawingml/2006/main" noGrp="1"/>
          </p:cNvSpPr>
          <p:nvPr/>
        </p:nvSpPr>
        <p:spPr>
          <a:xfrm xmlns:a="http://schemas.openxmlformats.org/drawingml/2006/main">
            <a:off x="1644015" y="3009900"/>
            <a:ext cx="419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توقع</a:t>
            </a:r>
          </a:p>
        </p:txBody>
      </p:sp>
      <p:sp>
        <p:nvSpPr>
          <p:cNvPr id="40" name="">
            <a:extLst xmlns:a="http://schemas.openxmlformats.org/drawingml/2006/main">
              <a:ext uri="{FF2B5EF4-FFF2-40B4-BE49-F238E27FC236}">
                <a16:creationId xmlns:a16="http://schemas.microsoft.com/office/drawing/2014/main" id="{0D399FAE-8DF5-4E31-9C2C-9A30CF2FF90D}"/>
              </a:ext>
            </a:extLst>
          </p:cNvPr>
          <p:cNvSpPr>
            <a:spLocks xmlns:a="http://schemas.openxmlformats.org/drawingml/2006/main" noGrp="1"/>
          </p:cNvSpPr>
          <p:nvPr/>
        </p:nvSpPr>
        <p:spPr>
          <a:xfrm xmlns:a="http://schemas.openxmlformats.org/drawingml/2006/main">
            <a:off x="1119187" y="30099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نهاية</a:t>
            </a:r>
          </a:p>
        </p:txBody>
      </p:sp>
      <p:sp>
        <p:nvSpPr>
          <p:cNvPr id="41" name="">
            <a:extLst xmlns:a="http://schemas.openxmlformats.org/drawingml/2006/main">
              <a:ext uri="{FF2B5EF4-FFF2-40B4-BE49-F238E27FC236}">
                <a16:creationId xmlns:a16="http://schemas.microsoft.com/office/drawing/2014/main" id="{76147C82-20D7-4ABE-8FBE-06E527D09F7E}"/>
              </a:ext>
            </a:extLst>
          </p:cNvPr>
          <p:cNvSpPr>
            <a:spLocks xmlns:a="http://schemas.openxmlformats.org/drawingml/2006/main" noGrp="1"/>
          </p:cNvSpPr>
          <p:nvPr/>
        </p:nvSpPr>
        <p:spPr>
          <a:xfrm xmlns:a="http://schemas.openxmlformats.org/drawingml/2006/main">
            <a:off x="4124325" y="3382804"/>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42" name="">
            <a:extLst xmlns:a="http://schemas.openxmlformats.org/drawingml/2006/main">
              <a:ext uri="{FF2B5EF4-FFF2-40B4-BE49-F238E27FC236}">
                <a16:creationId xmlns:a16="http://schemas.microsoft.com/office/drawing/2014/main" id="{FC87DE6B-E0E0-4499-86C1-6474D8909129}"/>
              </a:ext>
            </a:extLst>
          </p:cNvPr>
          <p:cNvSpPr>
            <a:spLocks xmlns:a="http://schemas.openxmlformats.org/drawingml/2006/main" noGrp="1"/>
          </p:cNvSpPr>
          <p:nvPr/>
        </p:nvSpPr>
        <p:spPr>
          <a:xfrm xmlns:a="http://schemas.openxmlformats.org/drawingml/2006/main">
            <a:off x="3523298" y="3382804"/>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يحتاج</a:t>
            </a:r>
          </a:p>
        </p:txBody>
      </p:sp>
      <p:sp>
        <p:nvSpPr>
          <p:cNvPr id="43" name="">
            <a:extLst xmlns:a="http://schemas.openxmlformats.org/drawingml/2006/main">
              <a:ext uri="{FF2B5EF4-FFF2-40B4-BE49-F238E27FC236}">
                <a16:creationId xmlns:a16="http://schemas.microsoft.com/office/drawing/2014/main" id="{E0588DA4-39B7-4D9C-99C4-825723B8E8DB}"/>
              </a:ext>
            </a:extLst>
          </p:cNvPr>
          <p:cNvSpPr>
            <a:spLocks xmlns:a="http://schemas.openxmlformats.org/drawingml/2006/main" noGrp="1"/>
          </p:cNvSpPr>
          <p:nvPr/>
        </p:nvSpPr>
        <p:spPr>
          <a:xfrm xmlns:a="http://schemas.openxmlformats.org/drawingml/2006/main">
            <a:off x="2998470" y="3382804"/>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تكلفة</a:t>
            </a:r>
          </a:p>
        </p:txBody>
      </p:sp>
      <p:sp>
        <p:nvSpPr>
          <p:cNvPr id="44" name="">
            <a:extLst xmlns:a="http://schemas.openxmlformats.org/drawingml/2006/main">
              <a:ext uri="{FF2B5EF4-FFF2-40B4-BE49-F238E27FC236}">
                <a16:creationId xmlns:a16="http://schemas.microsoft.com/office/drawing/2014/main" id="{BF2F6459-709F-440F-B1FB-8A0896725C0D}"/>
              </a:ext>
            </a:extLst>
          </p:cNvPr>
          <p:cNvSpPr>
            <a:spLocks xmlns:a="http://schemas.openxmlformats.org/drawingml/2006/main" noGrp="1"/>
          </p:cNvSpPr>
          <p:nvPr/>
        </p:nvSpPr>
        <p:spPr>
          <a:xfrm xmlns:a="http://schemas.openxmlformats.org/drawingml/2006/main">
            <a:off x="2406967" y="3382804"/>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متبقية</a:t>
            </a:r>
          </a:p>
        </p:txBody>
      </p:sp>
      <p:sp>
        <p:nvSpPr>
          <p:cNvPr id="45" name="">
            <a:extLst xmlns:a="http://schemas.openxmlformats.org/drawingml/2006/main">
              <a:ext uri="{FF2B5EF4-FFF2-40B4-BE49-F238E27FC236}">
                <a16:creationId xmlns:a16="http://schemas.microsoft.com/office/drawing/2014/main" id="{6C80173F-7895-400F-AECC-62EE28A519C6}"/>
              </a:ext>
            </a:extLst>
          </p:cNvPr>
          <p:cNvSpPr>
            <a:spLocks xmlns:a="http://schemas.openxmlformats.org/drawingml/2006/main" noGrp="1"/>
          </p:cNvSpPr>
          <p:nvPr/>
        </p:nvSpPr>
        <p:spPr>
          <a:xfrm xmlns:a="http://schemas.openxmlformats.org/drawingml/2006/main">
            <a:off x="1777365" y="3382804"/>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وخطة</a:t>
            </a:r>
          </a:p>
        </p:txBody>
      </p:sp>
      <p:sp>
        <p:nvSpPr>
          <p:cNvPr id="46" name="">
            <a:extLst xmlns:a="http://schemas.openxmlformats.org/drawingml/2006/main">
              <a:ext uri="{FF2B5EF4-FFF2-40B4-BE49-F238E27FC236}">
                <a16:creationId xmlns:a16="http://schemas.microsoft.com/office/drawing/2014/main" id="{9D62FDAE-A232-40C8-ADE2-9EC48BDB93C3}"/>
              </a:ext>
            </a:extLst>
          </p:cNvPr>
          <p:cNvSpPr>
            <a:spLocks xmlns:a="http://schemas.openxmlformats.org/drawingml/2006/main" noGrp="1"/>
          </p:cNvSpPr>
          <p:nvPr/>
        </p:nvSpPr>
        <p:spPr>
          <a:xfrm xmlns:a="http://schemas.openxmlformats.org/drawingml/2006/main">
            <a:off x="1023937"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تحصيل</a:t>
            </a:r>
          </a:p>
        </p:txBody>
      </p:sp>
      <p:sp>
        <p:nvSpPr>
          <p:cNvPr id="47" name="">
            <a:extLst xmlns:a="http://schemas.openxmlformats.org/drawingml/2006/main">
              <a:ext uri="{FF2B5EF4-FFF2-40B4-BE49-F238E27FC236}">
                <a16:creationId xmlns:a16="http://schemas.microsoft.com/office/drawing/2014/main" id="{74AFB750-2DC6-4C5D-BD72-BEA1DAA67A7C}"/>
              </a:ext>
            </a:extLst>
          </p:cNvPr>
          <p:cNvSpPr>
            <a:spLocks xmlns:a="http://schemas.openxmlformats.org/drawingml/2006/main" noGrp="1"/>
          </p:cNvSpPr>
          <p:nvPr/>
        </p:nvSpPr>
        <p:spPr>
          <a:xfrm xmlns:a="http://schemas.openxmlformats.org/drawingml/2006/main">
            <a:off x="4019550" y="3755707"/>
            <a:ext cx="885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وفرضيات</a:t>
            </a:r>
          </a:p>
        </p:txBody>
      </p:sp>
      <p:sp>
        <p:nvSpPr>
          <p:cNvPr id="48" name="">
            <a:extLst xmlns:a="http://schemas.openxmlformats.org/drawingml/2006/main">
              <a:ext uri="{FF2B5EF4-FFF2-40B4-BE49-F238E27FC236}">
                <a16:creationId xmlns:a16="http://schemas.microsoft.com/office/drawing/2014/main" id="{F874FC43-0EA8-43A9-8E27-D842EDE0FE74}"/>
              </a:ext>
            </a:extLst>
          </p:cNvPr>
          <p:cNvSpPr>
            <a:spLocks xmlns:a="http://schemas.openxmlformats.org/drawingml/2006/main" noGrp="1"/>
          </p:cNvSpPr>
          <p:nvPr/>
        </p:nvSpPr>
        <p:spPr>
          <a:xfrm xmlns:a="http://schemas.openxmlformats.org/drawingml/2006/main">
            <a:off x="3189923" y="3755707"/>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واضحة.</a:t>
            </a:r>
          </a:p>
        </p:txBody>
      </p:sp>
    </p:spTree>
    <p:extLst>
      <p:ext uri="{BB962C8B-B14F-4D97-AF65-F5344CB8AC3E}">
        <p14:creationId xmlns:p14="http://schemas.microsoft.com/office/powerpoint/2010/main" val="447766490"/>
      </p:ext>
    </p:extLst>
  </p:cSld>
</p:sld>
</file>

<file path=ppt/slides/slide30.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7E854FB-6682-4D29-B294-596944F2D594}"/>
              </a:ext>
            </a:extLst>
          </p:cNvPr>
          <p:cNvSpPr>
            <a:spLocks xmlns:a="http://schemas.openxmlformats.org/drawingml/2006/main" noGrp="1"/>
          </p:cNvSpPr>
          <p:nvPr/>
        </p:nvSpPr>
        <p:spPr>
          <a:xfrm xmlns:a="http://schemas.openxmlformats.org/drawingml/2006/main">
            <a:off x="10953750" y="333375"/>
            <a:ext cx="6191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المستندات</a:t>
            </a:r>
          </a:p>
        </p:txBody>
      </p:sp>
      <p:sp>
        <p:nvSpPr>
          <p:cNvPr id="2" name="">
            <a:extLst xmlns:a="http://schemas.openxmlformats.org/drawingml/2006/main">
              <a:ext uri="{FF2B5EF4-FFF2-40B4-BE49-F238E27FC236}">
                <a16:creationId xmlns:a16="http://schemas.microsoft.com/office/drawing/2014/main" id="{C59AF8D7-4864-45EF-976D-B640C6AAEF25}"/>
              </a:ext>
            </a:extLst>
          </p:cNvPr>
          <p:cNvSpPr>
            <a:spLocks xmlns:a="http://schemas.openxmlformats.org/drawingml/2006/main" noGrp="1"/>
          </p:cNvSpPr>
          <p:nvPr/>
        </p:nvSpPr>
        <p:spPr>
          <a:xfrm xmlns:a="http://schemas.openxmlformats.org/drawingml/2006/main">
            <a:off x="10382250" y="781050"/>
            <a:ext cx="11906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المرفقات</a:t>
            </a:r>
          </a:p>
        </p:txBody>
      </p:sp>
      <p:sp>
        <p:nvSpPr>
          <p:cNvPr id="3" name="">
            <a:extLst xmlns:a="http://schemas.openxmlformats.org/drawingml/2006/main">
              <a:ext uri="{FF2B5EF4-FFF2-40B4-BE49-F238E27FC236}">
                <a16:creationId xmlns:a16="http://schemas.microsoft.com/office/drawing/2014/main" id="{D8D31A73-52CE-4C70-A881-F29B104C72D5}"/>
              </a:ext>
            </a:extLst>
          </p:cNvPr>
          <p:cNvSpPr>
            <a:spLocks xmlns:a="http://schemas.openxmlformats.org/drawingml/2006/main" noGrp="1"/>
          </p:cNvSpPr>
          <p:nvPr/>
        </p:nvSpPr>
        <p:spPr>
          <a:xfrm xmlns:a="http://schemas.openxmlformats.org/drawingml/2006/main">
            <a:off x="9081135" y="781050"/>
            <a:ext cx="11811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والمذكرة</a:t>
            </a:r>
          </a:p>
        </p:txBody>
      </p:sp>
      <p:sp>
        <p:nvSpPr>
          <p:cNvPr id="4" name="">
            <a:extLst xmlns:a="http://schemas.openxmlformats.org/drawingml/2006/main">
              <a:ext uri="{FF2B5EF4-FFF2-40B4-BE49-F238E27FC236}">
                <a16:creationId xmlns:a16="http://schemas.microsoft.com/office/drawing/2014/main" id="{596FD072-B06B-4294-995B-E1F2D8A8982E}"/>
              </a:ext>
            </a:extLst>
          </p:cNvPr>
          <p:cNvSpPr>
            <a:spLocks xmlns:a="http://schemas.openxmlformats.org/drawingml/2006/main" noGrp="1"/>
          </p:cNvSpPr>
          <p:nvPr/>
        </p:nvSpPr>
        <p:spPr>
          <a:xfrm xmlns:a="http://schemas.openxmlformats.org/drawingml/2006/main">
            <a:off x="8094345" y="781050"/>
            <a:ext cx="8667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المالية</a:t>
            </a:r>
          </a:p>
        </p:txBody>
      </p:sp>
      <p:sp>
        <p:nvSpPr>
          <p:cNvPr id="5" name="">
            <a:extLst xmlns:a="http://schemas.openxmlformats.org/drawingml/2006/main">
              <a:ext uri="{FF2B5EF4-FFF2-40B4-BE49-F238E27FC236}">
                <a16:creationId xmlns:a16="http://schemas.microsoft.com/office/drawing/2014/main" id="{CA289076-7F1F-4822-A70D-AA2D695B8EAE}"/>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207CDBD4-F345-4E90-8A7C-12DF482D7A57}"/>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DF7B91B-720F-4EF4-A357-DD0F914D1A0F}"/>
              </a:ext>
            </a:extLst>
          </p:cNvPr>
          <p:cNvSpPr>
            <a:spLocks xmlns:a="http://schemas.openxmlformats.org/drawingml/2006/main" noGrp="1"/>
          </p:cNvSpPr>
          <p:nvPr/>
        </p:nvSpPr>
        <p:spPr>
          <a:xfrm xmlns:a="http://schemas.openxmlformats.org/drawingml/2006/main">
            <a:off x="10134600" y="1809750"/>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أضف</a:t>
            </a:r>
          </a:p>
        </p:txBody>
      </p:sp>
      <p:sp>
        <p:nvSpPr>
          <p:cNvPr id="8" name="">
            <a:extLst xmlns:a="http://schemas.openxmlformats.org/drawingml/2006/main">
              <a:ext uri="{FF2B5EF4-FFF2-40B4-BE49-F238E27FC236}">
                <a16:creationId xmlns:a16="http://schemas.microsoft.com/office/drawing/2014/main" id="{E3C7EF9B-5446-46B4-8499-9A5E3FB4A176}"/>
              </a:ext>
            </a:extLst>
          </p:cNvPr>
          <p:cNvSpPr>
            <a:spLocks xmlns:a="http://schemas.openxmlformats.org/drawingml/2006/main" noGrp="1"/>
          </p:cNvSpPr>
          <p:nvPr/>
        </p:nvSpPr>
        <p:spPr>
          <a:xfrm xmlns:a="http://schemas.openxmlformats.org/drawingml/2006/main">
            <a:off x="9438323" y="180975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المستند</a:t>
            </a:r>
          </a:p>
        </p:txBody>
      </p:sp>
      <p:sp>
        <p:nvSpPr>
          <p:cNvPr id="9" name="">
            <a:extLst xmlns:a="http://schemas.openxmlformats.org/drawingml/2006/main">
              <a:ext uri="{FF2B5EF4-FFF2-40B4-BE49-F238E27FC236}">
                <a16:creationId xmlns:a16="http://schemas.microsoft.com/office/drawing/2014/main" id="{35B7E224-E02A-474A-ADDC-1E038FB7E8BC}"/>
              </a:ext>
            </a:extLst>
          </p:cNvPr>
          <p:cNvSpPr>
            <a:spLocks xmlns:a="http://schemas.openxmlformats.org/drawingml/2006/main" noGrp="1"/>
          </p:cNvSpPr>
          <p:nvPr/>
        </p:nvSpPr>
        <p:spPr>
          <a:xfrm xmlns:a="http://schemas.openxmlformats.org/drawingml/2006/main">
            <a:off x="9065895" y="180975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10" name="">
            <a:extLst xmlns:a="http://schemas.openxmlformats.org/drawingml/2006/main">
              <a:ext uri="{FF2B5EF4-FFF2-40B4-BE49-F238E27FC236}">
                <a16:creationId xmlns:a16="http://schemas.microsoft.com/office/drawing/2014/main" id="{167E301E-8E33-4F22-B690-884D29E17DC4}"/>
              </a:ext>
            </a:extLst>
          </p:cNvPr>
          <p:cNvSpPr>
            <a:spLocks xmlns:a="http://schemas.openxmlformats.org/drawingml/2006/main" noGrp="1"/>
          </p:cNvSpPr>
          <p:nvPr/>
        </p:nvSpPr>
        <p:spPr>
          <a:xfrm xmlns:a="http://schemas.openxmlformats.org/drawingml/2006/main">
            <a:off x="8417243" y="180975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نموذج</a:t>
            </a:r>
          </a:p>
        </p:txBody>
      </p:sp>
      <p:sp>
        <p:nvSpPr>
          <p:cNvPr id="11" name="">
            <a:extLst xmlns:a="http://schemas.openxmlformats.org/drawingml/2006/main">
              <a:ext uri="{FF2B5EF4-FFF2-40B4-BE49-F238E27FC236}">
                <a16:creationId xmlns:a16="http://schemas.microsoft.com/office/drawing/2014/main" id="{ECF3DDDE-C53B-4F27-9C1E-3D1D3F0BC7A0}"/>
              </a:ext>
            </a:extLst>
          </p:cNvPr>
          <p:cNvSpPr>
            <a:spLocks xmlns:a="http://schemas.openxmlformats.org/drawingml/2006/main" noGrp="1"/>
          </p:cNvSpPr>
          <p:nvPr/>
        </p:nvSpPr>
        <p:spPr>
          <a:xfrm xmlns:a="http://schemas.openxmlformats.org/drawingml/2006/main">
            <a:off x="7759065" y="180975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العملية</a:t>
            </a:r>
          </a:p>
        </p:txBody>
      </p:sp>
      <p:sp>
        <p:nvSpPr>
          <p:cNvPr id="12" name="">
            <a:extLst xmlns:a="http://schemas.openxmlformats.org/drawingml/2006/main">
              <a:ext uri="{FF2B5EF4-FFF2-40B4-BE49-F238E27FC236}">
                <a16:creationId xmlns:a16="http://schemas.microsoft.com/office/drawing/2014/main" id="{46A33A5F-282A-4D1F-88C6-C532DFCC347A}"/>
              </a:ext>
            </a:extLst>
          </p:cNvPr>
          <p:cNvSpPr>
            <a:spLocks xmlns:a="http://schemas.openxmlformats.org/drawingml/2006/main" noGrp="1"/>
          </p:cNvSpPr>
          <p:nvPr/>
        </p:nvSpPr>
        <p:spPr>
          <a:xfrm xmlns:a="http://schemas.openxmlformats.org/drawingml/2006/main">
            <a:off x="7300913"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التي</a:t>
            </a:r>
          </a:p>
        </p:txBody>
      </p:sp>
      <p:sp>
        <p:nvSpPr>
          <p:cNvPr id="13" name="">
            <a:extLst xmlns:a="http://schemas.openxmlformats.org/drawingml/2006/main">
              <a:ext uri="{FF2B5EF4-FFF2-40B4-BE49-F238E27FC236}">
                <a16:creationId xmlns:a16="http://schemas.microsoft.com/office/drawing/2014/main" id="{2AD20884-A13F-4E5B-A282-D708D53FE3B1}"/>
              </a:ext>
            </a:extLst>
          </p:cNvPr>
          <p:cNvSpPr>
            <a:spLocks xmlns:a="http://schemas.openxmlformats.org/drawingml/2006/main" noGrp="1"/>
          </p:cNvSpPr>
          <p:nvPr/>
        </p:nvSpPr>
        <p:spPr>
          <a:xfrm xmlns:a="http://schemas.openxmlformats.org/drawingml/2006/main">
            <a:off x="6576060" y="180975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تخصه.</a:t>
            </a:r>
          </a:p>
        </p:txBody>
      </p:sp>
      <p:sp>
        <p:nvSpPr>
          <p:cNvPr id="14" name="">
            <a:extLst xmlns:a="http://schemas.openxmlformats.org/drawingml/2006/main">
              <a:ext uri="{FF2B5EF4-FFF2-40B4-BE49-F238E27FC236}">
                <a16:creationId xmlns:a16="http://schemas.microsoft.com/office/drawing/2014/main" id="{796B1F64-0E09-49C6-BC90-36847E15D8B9}"/>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46FFAD8E-94D5-4B79-A0AD-877268D005CA}"/>
              </a:ext>
            </a:extLst>
          </p:cNvPr>
          <p:cNvSpPr>
            <a:spLocks xmlns:a="http://schemas.openxmlformats.org/drawingml/2006/main" noGrp="1"/>
          </p:cNvSpPr>
          <p:nvPr/>
        </p:nvSpPr>
        <p:spPr>
          <a:xfrm xmlns:a="http://schemas.openxmlformats.org/drawingml/2006/main">
            <a:off x="10039350" y="2733675"/>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استخدم</a:t>
            </a:r>
          </a:p>
        </p:txBody>
      </p:sp>
      <p:sp>
        <p:nvSpPr>
          <p:cNvPr id="16" name="">
            <a:extLst xmlns:a="http://schemas.openxmlformats.org/drawingml/2006/main">
              <a:ext uri="{FF2B5EF4-FFF2-40B4-BE49-F238E27FC236}">
                <a16:creationId xmlns:a16="http://schemas.microsoft.com/office/drawing/2014/main" id="{887C10F4-FAB0-4366-B752-2A7485DE8BB1}"/>
              </a:ext>
            </a:extLst>
          </p:cNvPr>
          <p:cNvSpPr>
            <a:spLocks xmlns:a="http://schemas.openxmlformats.org/drawingml/2006/main" noGrp="1"/>
          </p:cNvSpPr>
          <p:nvPr/>
        </p:nvSpPr>
        <p:spPr>
          <a:xfrm xmlns:a="http://schemas.openxmlformats.org/drawingml/2006/main">
            <a:off x="9381173" y="2733675"/>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صفحة</a:t>
            </a:r>
          </a:p>
        </p:txBody>
      </p:sp>
      <p:sp>
        <p:nvSpPr>
          <p:cNvPr id="17" name="">
            <a:extLst xmlns:a="http://schemas.openxmlformats.org/drawingml/2006/main">
              <a:ext uri="{FF2B5EF4-FFF2-40B4-BE49-F238E27FC236}">
                <a16:creationId xmlns:a16="http://schemas.microsoft.com/office/drawing/2014/main" id="{4BD56FE3-989E-45E7-A82A-50AA54A1EBB2}"/>
              </a:ext>
            </a:extLst>
          </p:cNvPr>
          <p:cNvSpPr>
            <a:spLocks xmlns:a="http://schemas.openxmlformats.org/drawingml/2006/main" noGrp="1"/>
          </p:cNvSpPr>
          <p:nvPr/>
        </p:nvSpPr>
        <p:spPr>
          <a:xfrm xmlns:a="http://schemas.openxmlformats.org/drawingml/2006/main">
            <a:off x="8532495" y="2733675"/>
            <a:ext cx="771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المرفقات</a:t>
            </a:r>
          </a:p>
        </p:txBody>
      </p:sp>
      <p:sp>
        <p:nvSpPr>
          <p:cNvPr id="18" name="">
            <a:extLst xmlns:a="http://schemas.openxmlformats.org/drawingml/2006/main">
              <a:ext uri="{FF2B5EF4-FFF2-40B4-BE49-F238E27FC236}">
                <a16:creationId xmlns:a16="http://schemas.microsoft.com/office/drawing/2014/main" id="{0ECC5ED1-9A78-499B-9B3E-BA4F3F577212}"/>
              </a:ext>
            </a:extLst>
          </p:cNvPr>
          <p:cNvSpPr>
            <a:spLocks xmlns:a="http://schemas.openxmlformats.org/drawingml/2006/main" noGrp="1"/>
          </p:cNvSpPr>
          <p:nvPr/>
        </p:nvSpPr>
        <p:spPr>
          <a:xfrm xmlns:a="http://schemas.openxmlformats.org/drawingml/2006/main">
            <a:off x="7902893"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للبحث</a:t>
            </a:r>
          </a:p>
        </p:txBody>
      </p:sp>
      <p:sp>
        <p:nvSpPr>
          <p:cNvPr id="19" name="">
            <a:extLst xmlns:a="http://schemas.openxmlformats.org/drawingml/2006/main">
              <a:ext uri="{FF2B5EF4-FFF2-40B4-BE49-F238E27FC236}">
                <a16:creationId xmlns:a16="http://schemas.microsoft.com/office/drawing/2014/main" id="{44BCB743-4E04-4ECC-8135-93E783AD63B4}"/>
              </a:ext>
            </a:extLst>
          </p:cNvPr>
          <p:cNvSpPr>
            <a:spLocks xmlns:a="http://schemas.openxmlformats.org/drawingml/2006/main" noGrp="1"/>
          </p:cNvSpPr>
          <p:nvPr/>
        </p:nvSpPr>
        <p:spPr>
          <a:xfrm xmlns:a="http://schemas.openxmlformats.org/drawingml/2006/main">
            <a:off x="7235190" y="2733675"/>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بالملف</a:t>
            </a:r>
          </a:p>
        </p:txBody>
      </p:sp>
      <p:sp>
        <p:nvSpPr>
          <p:cNvPr id="20" name="">
            <a:extLst xmlns:a="http://schemas.openxmlformats.org/drawingml/2006/main">
              <a:ext uri="{FF2B5EF4-FFF2-40B4-BE49-F238E27FC236}">
                <a16:creationId xmlns:a16="http://schemas.microsoft.com/office/drawing/2014/main" id="{C25E4FB7-6B7B-4932-9CF4-3D993DE48FE7}"/>
              </a:ext>
            </a:extLst>
          </p:cNvPr>
          <p:cNvSpPr>
            <a:spLocks xmlns:a="http://schemas.openxmlformats.org/drawingml/2006/main" noGrp="1"/>
          </p:cNvSpPr>
          <p:nvPr/>
        </p:nvSpPr>
        <p:spPr>
          <a:xfrm xmlns:a="http://schemas.openxmlformats.org/drawingml/2006/main">
            <a:off x="6929438" y="2733675"/>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21" name="">
            <a:extLst xmlns:a="http://schemas.openxmlformats.org/drawingml/2006/main">
              <a:ext uri="{FF2B5EF4-FFF2-40B4-BE49-F238E27FC236}">
                <a16:creationId xmlns:a16="http://schemas.microsoft.com/office/drawing/2014/main" id="{7A626302-EEB0-41C3-B101-25093C8C8D6F}"/>
              </a:ext>
            </a:extLst>
          </p:cNvPr>
          <p:cNvSpPr>
            <a:spLocks xmlns:a="http://schemas.openxmlformats.org/drawingml/2006/main" noGrp="1"/>
          </p:cNvSpPr>
          <p:nvPr/>
        </p:nvSpPr>
        <p:spPr>
          <a:xfrm xmlns:a="http://schemas.openxmlformats.org/drawingml/2006/main">
            <a:off x="6280785" y="2733675"/>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السجل</a:t>
            </a:r>
          </a:p>
        </p:txBody>
      </p:sp>
      <p:sp>
        <p:nvSpPr>
          <p:cNvPr id="22" name="">
            <a:extLst xmlns:a="http://schemas.openxmlformats.org/drawingml/2006/main">
              <a:ext uri="{FF2B5EF4-FFF2-40B4-BE49-F238E27FC236}">
                <a16:creationId xmlns:a16="http://schemas.microsoft.com/office/drawing/2014/main" id="{A1951895-18A5-4C8B-A307-3BA5731428D7}"/>
              </a:ext>
            </a:extLst>
          </p:cNvPr>
          <p:cNvSpPr>
            <a:spLocks xmlns:a="http://schemas.openxmlformats.org/drawingml/2006/main" noGrp="1"/>
          </p:cNvSpPr>
          <p:nvPr/>
        </p:nvSpPr>
        <p:spPr>
          <a:xfrm xmlns:a="http://schemas.openxmlformats.org/drawingml/2006/main">
            <a:off x="10029825" y="3106579"/>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والقسم.</a:t>
            </a:r>
          </a:p>
        </p:txBody>
      </p:sp>
      <p:sp>
        <p:nvSpPr>
          <p:cNvPr id="23" name="">
            <a:extLst xmlns:a="http://schemas.openxmlformats.org/drawingml/2006/main">
              <a:ext uri="{FF2B5EF4-FFF2-40B4-BE49-F238E27FC236}">
                <a16:creationId xmlns:a16="http://schemas.microsoft.com/office/drawing/2014/main" id="{00AA6E8C-3376-47B6-9ADB-8A75CF684247}"/>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6D231A9F-9E19-4468-856C-889B3341F6B2}"/>
              </a:ext>
            </a:extLst>
          </p:cNvPr>
          <p:cNvSpPr>
            <a:spLocks xmlns:a="http://schemas.openxmlformats.org/drawingml/2006/main" noGrp="1"/>
          </p:cNvSpPr>
          <p:nvPr/>
        </p:nvSpPr>
        <p:spPr>
          <a:xfrm xmlns:a="http://schemas.openxmlformats.org/drawingml/2006/main">
            <a:off x="10287000" y="36576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25" name="">
            <a:extLst xmlns:a="http://schemas.openxmlformats.org/drawingml/2006/main">
              <a:ext uri="{FF2B5EF4-FFF2-40B4-BE49-F238E27FC236}">
                <a16:creationId xmlns:a16="http://schemas.microsoft.com/office/drawing/2014/main" id="{C185DFB4-3942-4156-A79D-23CA89B87D70}"/>
              </a:ext>
            </a:extLst>
          </p:cNvPr>
          <p:cNvSpPr>
            <a:spLocks xmlns:a="http://schemas.openxmlformats.org/drawingml/2006/main" noGrp="1"/>
          </p:cNvSpPr>
          <p:nvPr/>
        </p:nvSpPr>
        <p:spPr>
          <a:xfrm xmlns:a="http://schemas.openxmlformats.org/drawingml/2006/main">
            <a:off x="9638348" y="365760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السجل</a:t>
            </a:r>
          </a:p>
        </p:txBody>
      </p:sp>
      <p:sp>
        <p:nvSpPr>
          <p:cNvPr id="26" name="">
            <a:extLst xmlns:a="http://schemas.openxmlformats.org/drawingml/2006/main">
              <a:ext uri="{FF2B5EF4-FFF2-40B4-BE49-F238E27FC236}">
                <a16:creationId xmlns:a16="http://schemas.microsoft.com/office/drawing/2014/main" id="{9B555C83-9695-49E2-8211-2F1131D72848}"/>
              </a:ext>
            </a:extLst>
          </p:cNvPr>
          <p:cNvSpPr>
            <a:spLocks xmlns:a="http://schemas.openxmlformats.org/drawingml/2006/main" noGrp="1"/>
          </p:cNvSpPr>
          <p:nvPr/>
        </p:nvSpPr>
        <p:spPr>
          <a:xfrm xmlns:a="http://schemas.openxmlformats.org/drawingml/2006/main">
            <a:off x="8894445" y="365760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المرتبط</a:t>
            </a:r>
          </a:p>
        </p:txBody>
      </p:sp>
      <p:sp>
        <p:nvSpPr>
          <p:cNvPr id="27" name="">
            <a:extLst xmlns:a="http://schemas.openxmlformats.org/drawingml/2006/main">
              <a:ext uri="{FF2B5EF4-FFF2-40B4-BE49-F238E27FC236}">
                <a16:creationId xmlns:a16="http://schemas.microsoft.com/office/drawing/2014/main" id="{24FC4E75-B62A-4482-9C08-C0689BA319F6}"/>
              </a:ext>
            </a:extLst>
          </p:cNvPr>
          <p:cNvSpPr>
            <a:spLocks xmlns:a="http://schemas.openxmlformats.org/drawingml/2006/main" noGrp="1"/>
          </p:cNvSpPr>
          <p:nvPr/>
        </p:nvSpPr>
        <p:spPr>
          <a:xfrm xmlns:a="http://schemas.openxmlformats.org/drawingml/2006/main">
            <a:off x="8445818" y="3657600"/>
            <a:ext cx="371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لفهم</a:t>
            </a:r>
          </a:p>
        </p:txBody>
      </p:sp>
      <p:sp>
        <p:nvSpPr>
          <p:cNvPr id="28" name="">
            <a:extLst xmlns:a="http://schemas.openxmlformats.org/drawingml/2006/main">
              <a:ext uri="{FF2B5EF4-FFF2-40B4-BE49-F238E27FC236}">
                <a16:creationId xmlns:a16="http://schemas.microsoft.com/office/drawing/2014/main" id="{79E43A1F-0E20-4629-9A0D-4789B59E24AC}"/>
              </a:ext>
            </a:extLst>
          </p:cNvPr>
          <p:cNvSpPr>
            <a:spLocks xmlns:a="http://schemas.openxmlformats.org/drawingml/2006/main" noGrp="1"/>
          </p:cNvSpPr>
          <p:nvPr/>
        </p:nvSpPr>
        <p:spPr>
          <a:xfrm xmlns:a="http://schemas.openxmlformats.org/drawingml/2006/main">
            <a:off x="7920990" y="36576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سبب</a:t>
            </a:r>
          </a:p>
        </p:txBody>
      </p:sp>
      <p:sp>
        <p:nvSpPr>
          <p:cNvPr id="29" name="">
            <a:extLst xmlns:a="http://schemas.openxmlformats.org/drawingml/2006/main">
              <a:ext uri="{FF2B5EF4-FFF2-40B4-BE49-F238E27FC236}">
                <a16:creationId xmlns:a16="http://schemas.microsoft.com/office/drawing/2014/main" id="{8FB1DAF9-E876-4468-841D-1FA247DBFBB5}"/>
              </a:ext>
            </a:extLst>
          </p:cNvPr>
          <p:cNvSpPr>
            <a:spLocks xmlns:a="http://schemas.openxmlformats.org/drawingml/2006/main" noGrp="1"/>
          </p:cNvSpPr>
          <p:nvPr/>
        </p:nvSpPr>
        <p:spPr>
          <a:xfrm xmlns:a="http://schemas.openxmlformats.org/drawingml/2006/main">
            <a:off x="7224713" y="365760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المستند</a:t>
            </a:r>
          </a:p>
        </p:txBody>
      </p:sp>
      <p:sp>
        <p:nvSpPr>
          <p:cNvPr id="30" name="">
            <a:extLst xmlns:a="http://schemas.openxmlformats.org/drawingml/2006/main">
              <a:ext uri="{FF2B5EF4-FFF2-40B4-BE49-F238E27FC236}">
                <a16:creationId xmlns:a16="http://schemas.microsoft.com/office/drawing/2014/main" id="{9C28267B-1B9C-41BE-8AD9-1309F06ABCA2}"/>
              </a:ext>
            </a:extLst>
          </p:cNvPr>
          <p:cNvSpPr>
            <a:spLocks xmlns:a="http://schemas.openxmlformats.org/drawingml/2006/main" noGrp="1"/>
          </p:cNvSpPr>
          <p:nvPr/>
        </p:nvSpPr>
        <p:spPr>
          <a:xfrm xmlns:a="http://schemas.openxmlformats.org/drawingml/2006/main">
            <a:off x="6585585" y="365760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وأثره.</a:t>
            </a:r>
          </a:p>
        </p:txBody>
      </p:sp>
      <p:sp>
        <p:nvSpPr>
          <p:cNvPr id="31" name="">
            <a:extLst xmlns:a="http://schemas.openxmlformats.org/drawingml/2006/main">
              <a:ext uri="{FF2B5EF4-FFF2-40B4-BE49-F238E27FC236}">
                <a16:creationId xmlns:a16="http://schemas.microsoft.com/office/drawing/2014/main" id="{5B64B988-2B90-4615-990E-F81943359441}"/>
              </a:ext>
            </a:extLst>
          </p:cNvPr>
          <p:cNvSpPr>
            <a:spLocks xmlns:a="http://schemas.openxmlformats.org/drawingml/2006/main" noGrp="1"/>
          </p:cNvSpPr>
          <p:nvPr/>
        </p:nvSpPr>
        <p:spPr>
          <a:xfrm xmlns:a="http://schemas.openxmlformats.org/drawingml/2006/main">
            <a:off x="4600575" y="1924050"/>
            <a:ext cx="304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كل</a:t>
            </a:r>
          </a:p>
        </p:txBody>
      </p:sp>
      <p:sp>
        <p:nvSpPr>
          <p:cNvPr id="32" name="">
            <a:extLst xmlns:a="http://schemas.openxmlformats.org/drawingml/2006/main">
              <a:ext uri="{FF2B5EF4-FFF2-40B4-BE49-F238E27FC236}">
                <a16:creationId xmlns:a16="http://schemas.microsoft.com/office/drawing/2014/main" id="{551B0D5B-1055-43B2-8CC4-1876B1C23655}"/>
              </a:ext>
            </a:extLst>
          </p:cNvPr>
          <p:cNvSpPr>
            <a:spLocks xmlns:a="http://schemas.openxmlformats.org/drawingml/2006/main" noGrp="1"/>
          </p:cNvSpPr>
          <p:nvPr/>
        </p:nvSpPr>
        <p:spPr>
          <a:xfrm xmlns:a="http://schemas.openxmlformats.org/drawingml/2006/main">
            <a:off x="3892868" y="1924050"/>
            <a:ext cx="6191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مذكرة</a:t>
            </a:r>
          </a:p>
        </p:txBody>
      </p:sp>
      <p:sp>
        <p:nvSpPr>
          <p:cNvPr id="33" name="">
            <a:extLst xmlns:a="http://schemas.openxmlformats.org/drawingml/2006/main">
              <a:ext uri="{FF2B5EF4-FFF2-40B4-BE49-F238E27FC236}">
                <a16:creationId xmlns:a16="http://schemas.microsoft.com/office/drawing/2014/main" id="{F71D0D45-C679-49C0-8B5A-048182901F24}"/>
              </a:ext>
            </a:extLst>
          </p:cNvPr>
          <p:cNvSpPr>
            <a:spLocks xmlns:a="http://schemas.openxmlformats.org/drawingml/2006/main" noGrp="1"/>
          </p:cNvSpPr>
          <p:nvPr/>
        </p:nvSpPr>
        <p:spPr>
          <a:xfrm xmlns:a="http://schemas.openxmlformats.org/drawingml/2006/main">
            <a:off x="3347085" y="1924050"/>
            <a:ext cx="4572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تغيّر</a:t>
            </a:r>
          </a:p>
        </p:txBody>
      </p:sp>
      <p:sp>
        <p:nvSpPr>
          <p:cNvPr id="34" name="">
            <a:extLst xmlns:a="http://schemas.openxmlformats.org/drawingml/2006/main">
              <a:ext uri="{FF2B5EF4-FFF2-40B4-BE49-F238E27FC236}">
                <a16:creationId xmlns:a16="http://schemas.microsoft.com/office/drawing/2014/main" id="{3D5D6764-A96E-4263-89F6-978A8C49BB47}"/>
              </a:ext>
            </a:extLst>
          </p:cNvPr>
          <p:cNvSpPr>
            <a:spLocks xmlns:a="http://schemas.openxmlformats.org/drawingml/2006/main" noGrp="1"/>
          </p:cNvSpPr>
          <p:nvPr/>
        </p:nvSpPr>
        <p:spPr>
          <a:xfrm xmlns:a="http://schemas.openxmlformats.org/drawingml/2006/main">
            <a:off x="2782252" y="1924050"/>
            <a:ext cx="4762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قيمة</a:t>
            </a:r>
          </a:p>
        </p:txBody>
      </p:sp>
      <p:sp>
        <p:nvSpPr>
          <p:cNvPr id="35" name="">
            <a:extLst xmlns:a="http://schemas.openxmlformats.org/drawingml/2006/main">
              <a:ext uri="{FF2B5EF4-FFF2-40B4-BE49-F238E27FC236}">
                <a16:creationId xmlns:a16="http://schemas.microsoft.com/office/drawing/2014/main" id="{9CF6E30E-9617-4036-8285-C1A72CDF66A4}"/>
              </a:ext>
            </a:extLst>
          </p:cNvPr>
          <p:cNvSpPr>
            <a:spLocks xmlns:a="http://schemas.openxmlformats.org/drawingml/2006/main" noGrp="1"/>
          </p:cNvSpPr>
          <p:nvPr/>
        </p:nvSpPr>
        <p:spPr>
          <a:xfrm xmlns:a="http://schemas.openxmlformats.org/drawingml/2006/main">
            <a:off x="2093595" y="1924050"/>
            <a:ext cx="6000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العقد؟</a:t>
            </a:r>
          </a:p>
        </p:txBody>
      </p:sp>
      <p:sp>
        <p:nvSpPr>
          <p:cNvPr id="36" name="">
            <a:extLst xmlns:a="http://schemas.openxmlformats.org/drawingml/2006/main">
              <a:ext uri="{FF2B5EF4-FFF2-40B4-BE49-F238E27FC236}">
                <a16:creationId xmlns:a16="http://schemas.microsoft.com/office/drawing/2014/main" id="{FBB79813-6533-4961-987D-C62BA0165D7D}"/>
              </a:ext>
            </a:extLst>
          </p:cNvPr>
          <p:cNvSpPr>
            <a:spLocks xmlns:a="http://schemas.openxmlformats.org/drawingml/2006/main" noGrp="1"/>
          </p:cNvSpPr>
          <p:nvPr/>
        </p:nvSpPr>
        <p:spPr>
          <a:xfrm xmlns:a="http://schemas.openxmlformats.org/drawingml/2006/main">
            <a:off x="4629150" y="3009900"/>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37" name="">
            <a:extLst xmlns:a="http://schemas.openxmlformats.org/drawingml/2006/main">
              <a:ext uri="{FF2B5EF4-FFF2-40B4-BE49-F238E27FC236}">
                <a16:creationId xmlns:a16="http://schemas.microsoft.com/office/drawing/2014/main" id="{85A0EB93-5FD5-4459-8250-48027E90C94F}"/>
              </a:ext>
            </a:extLst>
          </p:cNvPr>
          <p:cNvSpPr>
            <a:spLocks xmlns:a="http://schemas.openxmlformats.org/drawingml/2006/main" noGrp="1"/>
          </p:cNvSpPr>
          <p:nvPr/>
        </p:nvSpPr>
        <p:spPr>
          <a:xfrm xmlns:a="http://schemas.openxmlformats.org/drawingml/2006/main">
            <a:off x="3599498" y="3009900"/>
            <a:ext cx="952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الملاحظات</a:t>
            </a:r>
          </a:p>
        </p:txBody>
      </p:sp>
      <p:sp>
        <p:nvSpPr>
          <p:cNvPr id="38" name="">
            <a:extLst xmlns:a="http://schemas.openxmlformats.org/drawingml/2006/main">
              <a:ext uri="{FF2B5EF4-FFF2-40B4-BE49-F238E27FC236}">
                <a16:creationId xmlns:a16="http://schemas.microsoft.com/office/drawing/2014/main" id="{50DA7447-9BFB-4750-AC12-65014667F414}"/>
              </a:ext>
            </a:extLst>
          </p:cNvPr>
          <p:cNvSpPr>
            <a:spLocks xmlns:a="http://schemas.openxmlformats.org/drawingml/2006/main" noGrp="1"/>
          </p:cNvSpPr>
          <p:nvPr/>
        </p:nvSpPr>
        <p:spPr>
          <a:xfrm xmlns:a="http://schemas.openxmlformats.org/drawingml/2006/main">
            <a:off x="2779395" y="3009900"/>
            <a:ext cx="7429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والملفات</a:t>
            </a:r>
          </a:p>
        </p:txBody>
      </p:sp>
      <p:sp>
        <p:nvSpPr>
          <p:cNvPr id="39" name="">
            <a:extLst xmlns:a="http://schemas.openxmlformats.org/drawingml/2006/main">
              <a:ext uri="{FF2B5EF4-FFF2-40B4-BE49-F238E27FC236}">
                <a16:creationId xmlns:a16="http://schemas.microsoft.com/office/drawing/2014/main" id="{58778D30-5688-462A-9D5B-E456E0763A0D}"/>
              </a:ext>
            </a:extLst>
          </p:cNvPr>
          <p:cNvSpPr>
            <a:spLocks xmlns:a="http://schemas.openxmlformats.org/drawingml/2006/main" noGrp="1"/>
          </p:cNvSpPr>
          <p:nvPr/>
        </p:nvSpPr>
        <p:spPr>
          <a:xfrm xmlns:a="http://schemas.openxmlformats.org/drawingml/2006/main">
            <a:off x="2178367" y="3009900"/>
            <a:ext cx="5238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العامة</a:t>
            </a:r>
          </a:p>
        </p:txBody>
      </p:sp>
      <p:sp>
        <p:nvSpPr>
          <p:cNvPr id="40" name="">
            <a:extLst xmlns:a="http://schemas.openxmlformats.org/drawingml/2006/main">
              <a:ext uri="{FF2B5EF4-FFF2-40B4-BE49-F238E27FC236}">
                <a16:creationId xmlns:a16="http://schemas.microsoft.com/office/drawing/2014/main" id="{88720064-90B7-4199-AEB6-A373D7DC9BD4}"/>
              </a:ext>
            </a:extLst>
          </p:cNvPr>
          <p:cNvSpPr>
            <a:spLocks xmlns:a="http://schemas.openxmlformats.org/drawingml/2006/main" noGrp="1"/>
          </p:cNvSpPr>
          <p:nvPr/>
        </p:nvSpPr>
        <p:spPr>
          <a:xfrm xmlns:a="http://schemas.openxmlformats.org/drawingml/2006/main">
            <a:off x="1653540" y="3009900"/>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توثّق</a:t>
            </a:r>
          </a:p>
        </p:txBody>
      </p:sp>
      <p:sp>
        <p:nvSpPr>
          <p:cNvPr id="41" name="">
            <a:extLst xmlns:a="http://schemas.openxmlformats.org/drawingml/2006/main">
              <a:ext uri="{FF2B5EF4-FFF2-40B4-BE49-F238E27FC236}">
                <a16:creationId xmlns:a16="http://schemas.microsoft.com/office/drawing/2014/main" id="{40DB4AF8-4DA4-4E91-946F-31602508FEC6}"/>
              </a:ext>
            </a:extLst>
          </p:cNvPr>
          <p:cNvSpPr>
            <a:spLocks xmlns:a="http://schemas.openxmlformats.org/drawingml/2006/main" noGrp="1"/>
          </p:cNvSpPr>
          <p:nvPr/>
        </p:nvSpPr>
        <p:spPr>
          <a:xfrm xmlns:a="http://schemas.openxmlformats.org/drawingml/2006/main">
            <a:off x="919162" y="30099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العملية.</a:t>
            </a:r>
          </a:p>
        </p:txBody>
      </p:sp>
      <p:sp>
        <p:nvSpPr>
          <p:cNvPr id="42" name="">
            <a:extLst xmlns:a="http://schemas.openxmlformats.org/drawingml/2006/main">
              <a:ext uri="{FF2B5EF4-FFF2-40B4-BE49-F238E27FC236}">
                <a16:creationId xmlns:a16="http://schemas.microsoft.com/office/drawing/2014/main" id="{E7BC3B59-2A8D-40BE-A67A-5BD678F34766}"/>
              </a:ext>
            </a:extLst>
          </p:cNvPr>
          <p:cNvSpPr>
            <a:spLocks xmlns:a="http://schemas.openxmlformats.org/drawingml/2006/main" noGrp="1"/>
          </p:cNvSpPr>
          <p:nvPr/>
        </p:nvSpPr>
        <p:spPr>
          <a:xfrm xmlns:a="http://schemas.openxmlformats.org/drawingml/2006/main">
            <a:off x="4352925" y="3382804"/>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مذكرة</a:t>
            </a:r>
          </a:p>
        </p:txBody>
      </p:sp>
      <p:sp>
        <p:nvSpPr>
          <p:cNvPr id="43" name="">
            <a:extLst xmlns:a="http://schemas.openxmlformats.org/drawingml/2006/main">
              <a:ext uri="{FF2B5EF4-FFF2-40B4-BE49-F238E27FC236}">
                <a16:creationId xmlns:a16="http://schemas.microsoft.com/office/drawing/2014/main" id="{EB0545D5-3ADC-446D-B447-13055D81D81B}"/>
              </a:ext>
            </a:extLst>
          </p:cNvPr>
          <p:cNvSpPr>
            <a:spLocks xmlns:a="http://schemas.openxmlformats.org/drawingml/2006/main" noGrp="1"/>
          </p:cNvSpPr>
          <p:nvPr/>
        </p:nvSpPr>
        <p:spPr>
          <a:xfrm xmlns:a="http://schemas.openxmlformats.org/drawingml/2006/main">
            <a:off x="3799523"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الرفع</a:t>
            </a:r>
          </a:p>
        </p:txBody>
      </p:sp>
      <p:sp>
        <p:nvSpPr>
          <p:cNvPr id="44" name="">
            <a:extLst xmlns:a="http://schemas.openxmlformats.org/drawingml/2006/main">
              <a:ext uri="{FF2B5EF4-FFF2-40B4-BE49-F238E27FC236}">
                <a16:creationId xmlns:a16="http://schemas.microsoft.com/office/drawing/2014/main" id="{56702B50-73F3-47A2-8F0F-97DA5D9CAC8A}"/>
              </a:ext>
            </a:extLst>
          </p:cNvPr>
          <p:cNvSpPr>
            <a:spLocks xmlns:a="http://schemas.openxmlformats.org/drawingml/2006/main" noGrp="1"/>
          </p:cNvSpPr>
          <p:nvPr/>
        </p:nvSpPr>
        <p:spPr>
          <a:xfrm xmlns:a="http://schemas.openxmlformats.org/drawingml/2006/main">
            <a:off x="2960370" y="3382804"/>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والخفض</a:t>
            </a:r>
          </a:p>
        </p:txBody>
      </p:sp>
      <p:sp>
        <p:nvSpPr>
          <p:cNvPr id="45" name="">
            <a:extLst xmlns:a="http://schemas.openxmlformats.org/drawingml/2006/main">
              <a:ext uri="{FF2B5EF4-FFF2-40B4-BE49-F238E27FC236}">
                <a16:creationId xmlns:a16="http://schemas.microsoft.com/office/drawing/2014/main" id="{A9DFF4BE-AE78-4029-BA8E-81F1BA0F7D9C}"/>
              </a:ext>
            </a:extLst>
          </p:cNvPr>
          <p:cNvSpPr>
            <a:spLocks xmlns:a="http://schemas.openxmlformats.org/drawingml/2006/main" noGrp="1"/>
          </p:cNvSpPr>
          <p:nvPr/>
        </p:nvSpPr>
        <p:spPr>
          <a:xfrm xmlns:a="http://schemas.openxmlformats.org/drawingml/2006/main">
            <a:off x="2340292" y="3382804"/>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المالية</a:t>
            </a:r>
          </a:p>
        </p:txBody>
      </p:sp>
      <p:sp>
        <p:nvSpPr>
          <p:cNvPr id="46" name="">
            <a:extLst xmlns:a="http://schemas.openxmlformats.org/drawingml/2006/main">
              <a:ext uri="{FF2B5EF4-FFF2-40B4-BE49-F238E27FC236}">
                <a16:creationId xmlns:a16="http://schemas.microsoft.com/office/drawing/2014/main" id="{599E261B-337F-464A-8FF3-F15AE8AFF63D}"/>
              </a:ext>
            </a:extLst>
          </p:cNvPr>
          <p:cNvSpPr>
            <a:spLocks xmlns:a="http://schemas.openxmlformats.org/drawingml/2006/main" noGrp="1"/>
          </p:cNvSpPr>
          <p:nvPr/>
        </p:nvSpPr>
        <p:spPr>
          <a:xfrm xmlns:a="http://schemas.openxmlformats.org/drawingml/2006/main">
            <a:off x="1986915" y="3382804"/>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لها</a:t>
            </a:r>
          </a:p>
        </p:txBody>
      </p:sp>
      <p:sp>
        <p:nvSpPr>
          <p:cNvPr id="47" name="">
            <a:extLst xmlns:a="http://schemas.openxmlformats.org/drawingml/2006/main">
              <a:ext uri="{FF2B5EF4-FFF2-40B4-BE49-F238E27FC236}">
                <a16:creationId xmlns:a16="http://schemas.microsoft.com/office/drawing/2014/main" id="{E823FD49-D7AB-414E-A8A7-5F91CCFE73C4}"/>
              </a:ext>
            </a:extLst>
          </p:cNvPr>
          <p:cNvSpPr>
            <a:spLocks xmlns:a="http://schemas.openxmlformats.org/drawingml/2006/main" noGrp="1"/>
          </p:cNvSpPr>
          <p:nvPr/>
        </p:nvSpPr>
        <p:spPr>
          <a:xfrm xmlns:a="http://schemas.openxmlformats.org/drawingml/2006/main">
            <a:off x="1404937" y="3382804"/>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حقول</a:t>
            </a:r>
          </a:p>
        </p:txBody>
      </p:sp>
      <p:sp>
        <p:nvSpPr>
          <p:cNvPr id="48" name="">
            <a:extLst xmlns:a="http://schemas.openxmlformats.org/drawingml/2006/main">
              <a:ext uri="{FF2B5EF4-FFF2-40B4-BE49-F238E27FC236}">
                <a16:creationId xmlns:a16="http://schemas.microsoft.com/office/drawing/2014/main" id="{811F5E28-30DB-430A-BD27-1E91AAE08AED}"/>
              </a:ext>
            </a:extLst>
          </p:cNvPr>
          <p:cNvSpPr>
            <a:spLocks xmlns:a="http://schemas.openxmlformats.org/drawingml/2006/main" noGrp="1"/>
          </p:cNvSpPr>
          <p:nvPr/>
        </p:nvSpPr>
        <p:spPr>
          <a:xfrm xmlns:a="http://schemas.openxmlformats.org/drawingml/2006/main">
            <a:off x="727710" y="3382804"/>
            <a:ext cx="6000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ومسار</a:t>
            </a:r>
          </a:p>
        </p:txBody>
      </p:sp>
      <p:sp>
        <p:nvSpPr>
          <p:cNvPr id="49" name="">
            <a:extLst xmlns:a="http://schemas.openxmlformats.org/drawingml/2006/main">
              <a:ext uri="{FF2B5EF4-FFF2-40B4-BE49-F238E27FC236}">
                <a16:creationId xmlns:a16="http://schemas.microsoft.com/office/drawing/2014/main" id="{CA02558C-4567-4F3B-B2CE-33906181D1DA}"/>
              </a:ext>
            </a:extLst>
          </p:cNvPr>
          <p:cNvSpPr>
            <a:spLocks xmlns:a="http://schemas.openxmlformats.org/drawingml/2006/main" noGrp="1"/>
          </p:cNvSpPr>
          <p:nvPr/>
        </p:nvSpPr>
        <p:spPr>
          <a:xfrm xmlns:a="http://schemas.openxmlformats.org/drawingml/2006/main">
            <a:off x="4229100" y="3755707"/>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الختامي</a:t>
            </a:r>
          </a:p>
        </p:txBody>
      </p:sp>
      <p:sp>
        <p:nvSpPr>
          <p:cNvPr id="50" name="">
            <a:extLst xmlns:a="http://schemas.openxmlformats.org/drawingml/2006/main">
              <a:ext uri="{FF2B5EF4-FFF2-40B4-BE49-F238E27FC236}">
                <a16:creationId xmlns:a16="http://schemas.microsoft.com/office/drawing/2014/main" id="{D7449D6E-3032-4717-B1A1-CF2F0C9E6907}"/>
              </a:ext>
            </a:extLst>
          </p:cNvPr>
          <p:cNvSpPr>
            <a:spLocks xmlns:a="http://schemas.openxmlformats.org/drawingml/2006/main" noGrp="1"/>
          </p:cNvSpPr>
          <p:nvPr/>
        </p:nvSpPr>
        <p:spPr>
          <a:xfrm xmlns:a="http://schemas.openxmlformats.org/drawingml/2006/main">
            <a:off x="3504248" y="3755707"/>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المحدد.</a:t>
            </a:r>
          </a:p>
        </p:txBody>
      </p:sp>
    </p:spTree>
    <p:extLst>
      <p:ext uri="{BB962C8B-B14F-4D97-AF65-F5344CB8AC3E}">
        <p14:creationId xmlns:p14="http://schemas.microsoft.com/office/powerpoint/2010/main" val="1088429975"/>
      </p:ext>
    </p:extLst>
  </p:cSld>
</p:sld>
</file>

<file path=ppt/slides/slide31.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A8C382F-5C58-4B1F-9B16-F6ED5F327616}"/>
              </a:ext>
            </a:extLst>
          </p:cNvPr>
          <p:cNvSpPr>
            <a:spLocks xmlns:a="http://schemas.openxmlformats.org/drawingml/2006/main" noGrp="1"/>
          </p:cNvSpPr>
          <p:nvPr/>
        </p:nvSpPr>
        <p:spPr>
          <a:xfrm xmlns:a="http://schemas.openxmlformats.org/drawingml/2006/main">
            <a:off x="11172825"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متابعة</a:t>
            </a:r>
          </a:p>
        </p:txBody>
      </p:sp>
      <p:sp>
        <p:nvSpPr>
          <p:cNvPr id="2" name="">
            <a:extLst xmlns:a="http://schemas.openxmlformats.org/drawingml/2006/main">
              <a:ext uri="{FF2B5EF4-FFF2-40B4-BE49-F238E27FC236}">
                <a16:creationId xmlns:a16="http://schemas.microsoft.com/office/drawing/2014/main" id="{9170D8EE-BF7E-48AE-AF33-0F1F7DC25C84}"/>
              </a:ext>
            </a:extLst>
          </p:cNvPr>
          <p:cNvSpPr>
            <a:spLocks xmlns:a="http://schemas.openxmlformats.org/drawingml/2006/main" noGrp="1"/>
          </p:cNvSpPr>
          <p:nvPr/>
        </p:nvSpPr>
        <p:spPr>
          <a:xfrm xmlns:a="http://schemas.openxmlformats.org/drawingml/2006/main">
            <a:off x="10768965" y="333375"/>
            <a:ext cx="3524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العمل</a:t>
            </a:r>
          </a:p>
        </p:txBody>
      </p:sp>
      <p:sp>
        <p:nvSpPr>
          <p:cNvPr id="3" name="">
            <a:extLst xmlns:a="http://schemas.openxmlformats.org/drawingml/2006/main">
              <a:ext uri="{FF2B5EF4-FFF2-40B4-BE49-F238E27FC236}">
                <a16:creationId xmlns:a16="http://schemas.microsoft.com/office/drawing/2014/main" id="{AE8B1BF8-62FB-4714-9D28-46D36560CE75}"/>
              </a:ext>
            </a:extLst>
          </p:cNvPr>
          <p:cNvSpPr>
            <a:spLocks xmlns:a="http://schemas.openxmlformats.org/drawingml/2006/main" noGrp="1"/>
          </p:cNvSpPr>
          <p:nvPr/>
        </p:nvSpPr>
        <p:spPr>
          <a:xfrm xmlns:a="http://schemas.openxmlformats.org/drawingml/2006/main">
            <a:off x="10229850" y="781050"/>
            <a:ext cx="13430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الإجراءات</a:t>
            </a:r>
          </a:p>
        </p:txBody>
      </p:sp>
      <p:sp>
        <p:nvSpPr>
          <p:cNvPr id="4" name="">
            <a:extLst xmlns:a="http://schemas.openxmlformats.org/drawingml/2006/main">
              <a:ext uri="{FF2B5EF4-FFF2-40B4-BE49-F238E27FC236}">
                <a16:creationId xmlns:a16="http://schemas.microsoft.com/office/drawing/2014/main" id="{F1B96F73-8A78-4F15-A576-A21D18E89197}"/>
              </a:ext>
            </a:extLst>
          </p:cNvPr>
          <p:cNvSpPr>
            <a:spLocks xmlns:a="http://schemas.openxmlformats.org/drawingml/2006/main" noGrp="1"/>
          </p:cNvSpPr>
          <p:nvPr/>
        </p:nvSpPr>
        <p:spPr>
          <a:xfrm xmlns:a="http://schemas.openxmlformats.org/drawingml/2006/main">
            <a:off x="8585835" y="781050"/>
            <a:ext cx="15240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والإشعارات</a:t>
            </a:r>
          </a:p>
        </p:txBody>
      </p:sp>
      <p:sp>
        <p:nvSpPr>
          <p:cNvPr id="5" name="">
            <a:extLst xmlns:a="http://schemas.openxmlformats.org/drawingml/2006/main">
              <a:ext uri="{FF2B5EF4-FFF2-40B4-BE49-F238E27FC236}">
                <a16:creationId xmlns:a16="http://schemas.microsoft.com/office/drawing/2014/main" id="{5453B5EE-9EFD-4EBF-9880-B7EEEEB12433}"/>
              </a:ext>
            </a:extLst>
          </p:cNvPr>
          <p:cNvSpPr>
            <a:spLocks xmlns:a="http://schemas.openxmlformats.org/drawingml/2006/main" noGrp="1"/>
          </p:cNvSpPr>
          <p:nvPr/>
        </p:nvSpPr>
        <p:spPr>
          <a:xfrm xmlns:a="http://schemas.openxmlformats.org/drawingml/2006/main">
            <a:off x="7589520"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وسجل</a:t>
            </a:r>
          </a:p>
        </p:txBody>
      </p:sp>
      <p:sp>
        <p:nvSpPr>
          <p:cNvPr id="6" name="">
            <a:extLst xmlns:a="http://schemas.openxmlformats.org/drawingml/2006/main">
              <a:ext uri="{FF2B5EF4-FFF2-40B4-BE49-F238E27FC236}">
                <a16:creationId xmlns:a16="http://schemas.microsoft.com/office/drawing/2014/main" id="{849EAB81-EEA9-4B61-A058-38D02B5DC645}"/>
              </a:ext>
            </a:extLst>
          </p:cNvPr>
          <p:cNvSpPr>
            <a:spLocks xmlns:a="http://schemas.openxmlformats.org/drawingml/2006/main" noGrp="1"/>
          </p:cNvSpPr>
          <p:nvPr/>
        </p:nvSpPr>
        <p:spPr>
          <a:xfrm xmlns:a="http://schemas.openxmlformats.org/drawingml/2006/main">
            <a:off x="6574155" y="781050"/>
            <a:ext cx="89535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النشاط</a:t>
            </a:r>
          </a:p>
        </p:txBody>
      </p:sp>
      <p:sp>
        <p:nvSpPr>
          <p:cNvPr id="7" name="">
            <a:extLst xmlns:a="http://schemas.openxmlformats.org/drawingml/2006/main">
              <a:ext uri="{FF2B5EF4-FFF2-40B4-BE49-F238E27FC236}">
                <a16:creationId xmlns:a16="http://schemas.microsoft.com/office/drawing/2014/main" id="{7AC2CB44-FBD9-4EF1-995C-7D1A0F0A62CB}"/>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31</a:t>
            </a:r>
          </a:p>
        </p:txBody>
      </p:sp>
      <p:sp>
        <p:nvSpPr>
          <p:cNvPr id="8" name="">
            <a:extLst xmlns:a="http://schemas.openxmlformats.org/drawingml/2006/main">
              <a:ext uri="{FF2B5EF4-FFF2-40B4-BE49-F238E27FC236}">
                <a16:creationId xmlns:a16="http://schemas.microsoft.com/office/drawing/2014/main" id="{FC1306BC-7F13-439A-96A0-FE95239A3778}"/>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CEDD6FB4-5149-4A84-B69E-DFC5BB8BC3D9}"/>
              </a:ext>
            </a:extLst>
          </p:cNvPr>
          <p:cNvSpPr>
            <a:spLocks xmlns:a="http://schemas.openxmlformats.org/drawingml/2006/main" noGrp="1"/>
          </p:cNvSpPr>
          <p:nvPr/>
        </p:nvSpPr>
        <p:spPr>
          <a:xfrm xmlns:a="http://schemas.openxmlformats.org/drawingml/2006/main">
            <a:off x="10287000" y="180975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افتح</a:t>
            </a:r>
          </a:p>
        </p:txBody>
      </p:sp>
      <p:sp>
        <p:nvSpPr>
          <p:cNvPr id="10" name="">
            <a:extLst xmlns:a="http://schemas.openxmlformats.org/drawingml/2006/main">
              <a:ext uri="{FF2B5EF4-FFF2-40B4-BE49-F238E27FC236}">
                <a16:creationId xmlns:a16="http://schemas.microsoft.com/office/drawing/2014/main" id="{AC1D1290-8C47-4AEF-81BC-5FD63CAA8592}"/>
              </a:ext>
            </a:extLst>
          </p:cNvPr>
          <p:cNvSpPr>
            <a:spLocks xmlns:a="http://schemas.openxmlformats.org/drawingml/2006/main" noGrp="1"/>
          </p:cNvSpPr>
          <p:nvPr/>
        </p:nvSpPr>
        <p:spPr>
          <a:xfrm xmlns:a="http://schemas.openxmlformats.org/drawingml/2006/main">
            <a:off x="9695498" y="1809750"/>
            <a:ext cx="514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التنبيه</a:t>
            </a:r>
          </a:p>
        </p:txBody>
      </p:sp>
      <p:sp>
        <p:nvSpPr>
          <p:cNvPr id="11" name="">
            <a:extLst xmlns:a="http://schemas.openxmlformats.org/drawingml/2006/main">
              <a:ext uri="{FF2B5EF4-FFF2-40B4-BE49-F238E27FC236}">
                <a16:creationId xmlns:a16="http://schemas.microsoft.com/office/drawing/2014/main" id="{D61B0F7C-FF09-4F86-89BD-6D854F16E213}"/>
              </a:ext>
            </a:extLst>
          </p:cNvPr>
          <p:cNvSpPr>
            <a:spLocks xmlns:a="http://schemas.openxmlformats.org/drawingml/2006/main" noGrp="1"/>
          </p:cNvSpPr>
          <p:nvPr/>
        </p:nvSpPr>
        <p:spPr>
          <a:xfrm xmlns:a="http://schemas.openxmlformats.org/drawingml/2006/main">
            <a:off x="9142095" y="1809750"/>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واقرأ</a:t>
            </a:r>
          </a:p>
        </p:txBody>
      </p:sp>
      <p:sp>
        <p:nvSpPr>
          <p:cNvPr id="12" name="">
            <a:extLst xmlns:a="http://schemas.openxmlformats.org/drawingml/2006/main">
              <a:ext uri="{FF2B5EF4-FFF2-40B4-BE49-F238E27FC236}">
                <a16:creationId xmlns:a16="http://schemas.microsoft.com/office/drawing/2014/main" id="{5FFF8DFA-5A75-4F34-9260-F33A046C0A10}"/>
              </a:ext>
            </a:extLst>
          </p:cNvPr>
          <p:cNvSpPr>
            <a:spLocks xmlns:a="http://schemas.openxmlformats.org/drawingml/2006/main" noGrp="1"/>
          </p:cNvSpPr>
          <p:nvPr/>
        </p:nvSpPr>
        <p:spPr>
          <a:xfrm xmlns:a="http://schemas.openxmlformats.org/drawingml/2006/main">
            <a:off x="8398193" y="1809750"/>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ملخصه</a:t>
            </a:r>
          </a:p>
        </p:txBody>
      </p:sp>
      <p:sp>
        <p:nvSpPr>
          <p:cNvPr id="13" name="">
            <a:extLst xmlns:a="http://schemas.openxmlformats.org/drawingml/2006/main">
              <a:ext uri="{FF2B5EF4-FFF2-40B4-BE49-F238E27FC236}">
                <a16:creationId xmlns:a16="http://schemas.microsoft.com/office/drawing/2014/main" id="{A4821BEF-3D4A-4286-8687-48BD53F83736}"/>
              </a:ext>
            </a:extLst>
          </p:cNvPr>
          <p:cNvSpPr>
            <a:spLocks xmlns:a="http://schemas.openxmlformats.org/drawingml/2006/main" noGrp="1"/>
          </p:cNvSpPr>
          <p:nvPr/>
        </p:nvSpPr>
        <p:spPr>
          <a:xfrm xmlns:a="http://schemas.openxmlformats.org/drawingml/2006/main">
            <a:off x="8111490" y="1809750"/>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14" name="">
            <a:extLst xmlns:a="http://schemas.openxmlformats.org/drawingml/2006/main">
              <a:ext uri="{FF2B5EF4-FFF2-40B4-BE49-F238E27FC236}">
                <a16:creationId xmlns:a16="http://schemas.microsoft.com/office/drawing/2014/main" id="{FEE8F875-8E10-49B9-8EDA-3C08DC600433}"/>
              </a:ext>
            </a:extLst>
          </p:cNvPr>
          <p:cNvSpPr>
            <a:spLocks xmlns:a="http://schemas.openxmlformats.org/drawingml/2006/main" noGrp="1"/>
          </p:cNvSpPr>
          <p:nvPr/>
        </p:nvSpPr>
        <p:spPr>
          <a:xfrm xmlns:a="http://schemas.openxmlformats.org/drawingml/2006/main">
            <a:off x="7577138" y="1809750"/>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رابط</a:t>
            </a:r>
          </a:p>
        </p:txBody>
      </p:sp>
      <p:sp>
        <p:nvSpPr>
          <p:cNvPr id="15" name="">
            <a:extLst xmlns:a="http://schemas.openxmlformats.org/drawingml/2006/main">
              <a:ext uri="{FF2B5EF4-FFF2-40B4-BE49-F238E27FC236}">
                <a16:creationId xmlns:a16="http://schemas.microsoft.com/office/drawing/2014/main" id="{DA55E764-4C07-4872-82DE-3EB6FAF0F1B8}"/>
              </a:ext>
            </a:extLst>
          </p:cNvPr>
          <p:cNvSpPr>
            <a:spLocks xmlns:a="http://schemas.openxmlformats.org/drawingml/2006/main" noGrp="1"/>
          </p:cNvSpPr>
          <p:nvPr/>
        </p:nvSpPr>
        <p:spPr>
          <a:xfrm xmlns:a="http://schemas.openxmlformats.org/drawingml/2006/main">
            <a:off x="6928485" y="180975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السجل</a:t>
            </a:r>
          </a:p>
        </p:txBody>
      </p:sp>
      <p:sp>
        <p:nvSpPr>
          <p:cNvPr id="16" name="">
            <a:extLst xmlns:a="http://schemas.openxmlformats.org/drawingml/2006/main">
              <a:ext uri="{FF2B5EF4-FFF2-40B4-BE49-F238E27FC236}">
                <a16:creationId xmlns:a16="http://schemas.microsoft.com/office/drawing/2014/main" id="{FB1CC732-BDEC-4690-9A24-4EA872EE6C46}"/>
              </a:ext>
            </a:extLst>
          </p:cNvPr>
          <p:cNvSpPr>
            <a:spLocks xmlns:a="http://schemas.openxmlformats.org/drawingml/2006/main" noGrp="1"/>
          </p:cNvSpPr>
          <p:nvPr/>
        </p:nvSpPr>
        <p:spPr>
          <a:xfrm xmlns:a="http://schemas.openxmlformats.org/drawingml/2006/main">
            <a:off x="6098858" y="1809750"/>
            <a:ext cx="7524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الأصلي.</a:t>
            </a:r>
          </a:p>
        </p:txBody>
      </p:sp>
      <p:sp>
        <p:nvSpPr>
          <p:cNvPr id="17" name="">
            <a:extLst xmlns:a="http://schemas.openxmlformats.org/drawingml/2006/main">
              <a:ext uri="{FF2B5EF4-FFF2-40B4-BE49-F238E27FC236}">
                <a16:creationId xmlns:a16="http://schemas.microsoft.com/office/drawing/2014/main" id="{8529AE34-88E2-42FF-A5A0-BEE7990F5A48}"/>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579001DA-A1DD-416B-8B62-5FEB5D28625F}"/>
              </a:ext>
            </a:extLst>
          </p:cNvPr>
          <p:cNvSpPr>
            <a:spLocks xmlns:a="http://schemas.openxmlformats.org/drawingml/2006/main" noGrp="1"/>
          </p:cNvSpPr>
          <p:nvPr/>
        </p:nvSpPr>
        <p:spPr>
          <a:xfrm xmlns:a="http://schemas.openxmlformats.org/drawingml/2006/main">
            <a:off x="10039350" y="2733675"/>
            <a:ext cx="6286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استخدم</a:t>
            </a:r>
          </a:p>
        </p:txBody>
      </p:sp>
      <p:sp>
        <p:nvSpPr>
          <p:cNvPr id="19" name="">
            <a:extLst xmlns:a="http://schemas.openxmlformats.org/drawingml/2006/main">
              <a:ext uri="{FF2B5EF4-FFF2-40B4-BE49-F238E27FC236}">
                <a16:creationId xmlns:a16="http://schemas.microsoft.com/office/drawing/2014/main" id="{34483906-ABF0-4273-81C8-431D9FBD927E}"/>
              </a:ext>
            </a:extLst>
          </p:cNvPr>
          <p:cNvSpPr>
            <a:spLocks xmlns:a="http://schemas.openxmlformats.org/drawingml/2006/main" noGrp="1"/>
          </p:cNvSpPr>
          <p:nvPr/>
        </p:nvSpPr>
        <p:spPr>
          <a:xfrm xmlns:a="http://schemas.openxmlformats.org/drawingml/2006/main">
            <a:off x="9409748"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البحث</a:t>
            </a:r>
          </a:p>
        </p:txBody>
      </p:sp>
      <p:sp>
        <p:nvSpPr>
          <p:cNvPr id="20" name="">
            <a:extLst xmlns:a="http://schemas.openxmlformats.org/drawingml/2006/main">
              <a:ext uri="{FF2B5EF4-FFF2-40B4-BE49-F238E27FC236}">
                <a16:creationId xmlns:a16="http://schemas.microsoft.com/office/drawing/2014/main" id="{1266EAA8-8608-4352-8BD1-07F670DA8082}"/>
              </a:ext>
            </a:extLst>
          </p:cNvPr>
          <p:cNvSpPr>
            <a:spLocks xmlns:a="http://schemas.openxmlformats.org/drawingml/2006/main" noGrp="1"/>
          </p:cNvSpPr>
          <p:nvPr/>
        </p:nvSpPr>
        <p:spPr>
          <a:xfrm xmlns:a="http://schemas.openxmlformats.org/drawingml/2006/main">
            <a:off x="8761095" y="2733675"/>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والقسم</a:t>
            </a:r>
          </a:p>
        </p:txBody>
      </p:sp>
      <p:sp>
        <p:nvSpPr>
          <p:cNvPr id="21" name="">
            <a:extLst xmlns:a="http://schemas.openxmlformats.org/drawingml/2006/main">
              <a:ext uri="{FF2B5EF4-FFF2-40B4-BE49-F238E27FC236}">
                <a16:creationId xmlns:a16="http://schemas.microsoft.com/office/drawing/2014/main" id="{A16FC359-B0C9-4B1D-9F05-39D8F2B52B35}"/>
              </a:ext>
            </a:extLst>
          </p:cNvPr>
          <p:cNvSpPr>
            <a:spLocks xmlns:a="http://schemas.openxmlformats.org/drawingml/2006/main" noGrp="1"/>
          </p:cNvSpPr>
          <p:nvPr/>
        </p:nvSpPr>
        <p:spPr>
          <a:xfrm xmlns:a="http://schemas.openxmlformats.org/drawingml/2006/main">
            <a:off x="7740968" y="2733675"/>
            <a:ext cx="942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والصفحات</a:t>
            </a:r>
          </a:p>
        </p:txBody>
      </p:sp>
      <p:sp>
        <p:nvSpPr>
          <p:cNvPr id="22" name="">
            <a:extLst xmlns:a="http://schemas.openxmlformats.org/drawingml/2006/main">
              <a:ext uri="{FF2B5EF4-FFF2-40B4-BE49-F238E27FC236}">
                <a16:creationId xmlns:a16="http://schemas.microsoft.com/office/drawing/2014/main" id="{B363AE55-3280-48AF-BE88-0F2603AA3BD8}"/>
              </a:ext>
            </a:extLst>
          </p:cNvPr>
          <p:cNvSpPr>
            <a:spLocks xmlns:a="http://schemas.openxmlformats.org/drawingml/2006/main" noGrp="1"/>
          </p:cNvSpPr>
          <p:nvPr/>
        </p:nvSpPr>
        <p:spPr>
          <a:xfrm xmlns:a="http://schemas.openxmlformats.org/drawingml/2006/main">
            <a:off x="7111365" y="2733675"/>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لتحديد</a:t>
            </a:r>
          </a:p>
        </p:txBody>
      </p:sp>
      <p:sp>
        <p:nvSpPr>
          <p:cNvPr id="23" name="">
            <a:extLst xmlns:a="http://schemas.openxmlformats.org/drawingml/2006/main">
              <a:ext uri="{FF2B5EF4-FFF2-40B4-BE49-F238E27FC236}">
                <a16:creationId xmlns:a16="http://schemas.microsoft.com/office/drawing/2014/main" id="{ACD11304-6B24-4709-A9FD-8A5B56EBA9AF}"/>
              </a:ext>
            </a:extLst>
          </p:cNvPr>
          <p:cNvSpPr>
            <a:spLocks xmlns:a="http://schemas.openxmlformats.org/drawingml/2006/main" noGrp="1"/>
          </p:cNvSpPr>
          <p:nvPr/>
        </p:nvSpPr>
        <p:spPr>
          <a:xfrm xmlns:a="http://schemas.openxmlformats.org/drawingml/2006/main">
            <a:off x="6453188" y="2733675"/>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الحالة.</a:t>
            </a:r>
          </a:p>
        </p:txBody>
      </p:sp>
      <p:sp>
        <p:nvSpPr>
          <p:cNvPr id="24" name="">
            <a:extLst xmlns:a="http://schemas.openxmlformats.org/drawingml/2006/main">
              <a:ext uri="{FF2B5EF4-FFF2-40B4-BE49-F238E27FC236}">
                <a16:creationId xmlns:a16="http://schemas.microsoft.com/office/drawing/2014/main" id="{A78F54AB-8002-4899-A06C-0EACD2E330DB}"/>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4423D294-2399-41B8-9E80-DB85EEA49206}"/>
              </a:ext>
            </a:extLst>
          </p:cNvPr>
          <p:cNvSpPr>
            <a:spLocks xmlns:a="http://schemas.openxmlformats.org/drawingml/2006/main" noGrp="1"/>
          </p:cNvSpPr>
          <p:nvPr/>
        </p:nvSpPr>
        <p:spPr>
          <a:xfrm xmlns:a="http://schemas.openxmlformats.org/drawingml/2006/main">
            <a:off x="10115550" y="3657600"/>
            <a:ext cx="5524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يراجع</a:t>
            </a:r>
          </a:p>
        </p:txBody>
      </p:sp>
      <p:sp>
        <p:nvSpPr>
          <p:cNvPr id="26" name="">
            <a:extLst xmlns:a="http://schemas.openxmlformats.org/drawingml/2006/main">
              <a:ext uri="{FF2B5EF4-FFF2-40B4-BE49-F238E27FC236}">
                <a16:creationId xmlns:a16="http://schemas.microsoft.com/office/drawing/2014/main" id="{215111B4-B345-450C-9F5B-AD91655F485D}"/>
              </a:ext>
            </a:extLst>
          </p:cNvPr>
          <p:cNvSpPr>
            <a:spLocks xmlns:a="http://schemas.openxmlformats.org/drawingml/2006/main" noGrp="1"/>
          </p:cNvSpPr>
          <p:nvPr/>
        </p:nvSpPr>
        <p:spPr>
          <a:xfrm xmlns:a="http://schemas.openxmlformats.org/drawingml/2006/main">
            <a:off x="9495473" y="3657600"/>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المدير</a:t>
            </a:r>
          </a:p>
        </p:txBody>
      </p:sp>
      <p:sp>
        <p:nvSpPr>
          <p:cNvPr id="27" name="">
            <a:extLst xmlns:a="http://schemas.openxmlformats.org/drawingml/2006/main">
              <a:ext uri="{FF2B5EF4-FFF2-40B4-BE49-F238E27FC236}">
                <a16:creationId xmlns:a16="http://schemas.microsoft.com/office/drawing/2014/main" id="{19A8D83C-856B-4C9C-BB29-17DB48624383}"/>
              </a:ext>
            </a:extLst>
          </p:cNvPr>
          <p:cNvSpPr>
            <a:spLocks xmlns:a="http://schemas.openxmlformats.org/drawingml/2006/main" noGrp="1"/>
          </p:cNvSpPr>
          <p:nvPr/>
        </p:nvSpPr>
        <p:spPr>
          <a:xfrm xmlns:a="http://schemas.openxmlformats.org/drawingml/2006/main">
            <a:off x="8951595" y="36576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سجل</a:t>
            </a:r>
          </a:p>
        </p:txBody>
      </p:sp>
      <p:sp>
        <p:nvSpPr>
          <p:cNvPr id="28" name="">
            <a:extLst xmlns:a="http://schemas.openxmlformats.org/drawingml/2006/main">
              <a:ext uri="{FF2B5EF4-FFF2-40B4-BE49-F238E27FC236}">
                <a16:creationId xmlns:a16="http://schemas.microsoft.com/office/drawing/2014/main" id="{2BD286BD-B678-4D60-AABD-E45099F6EFD7}"/>
              </a:ext>
            </a:extLst>
          </p:cNvPr>
          <p:cNvSpPr>
            <a:spLocks xmlns:a="http://schemas.openxmlformats.org/drawingml/2006/main" noGrp="1"/>
          </p:cNvSpPr>
          <p:nvPr/>
        </p:nvSpPr>
        <p:spPr>
          <a:xfrm xmlns:a="http://schemas.openxmlformats.org/drawingml/2006/main">
            <a:off x="8302943" y="3657600"/>
            <a:ext cx="5715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النشاط</a:t>
            </a:r>
          </a:p>
        </p:txBody>
      </p:sp>
      <p:sp>
        <p:nvSpPr>
          <p:cNvPr id="29" name="">
            <a:extLst xmlns:a="http://schemas.openxmlformats.org/drawingml/2006/main">
              <a:ext uri="{FF2B5EF4-FFF2-40B4-BE49-F238E27FC236}">
                <a16:creationId xmlns:a16="http://schemas.microsoft.com/office/drawing/2014/main" id="{794536A3-D70C-4087-9161-26F9ACFFEF22}"/>
              </a:ext>
            </a:extLst>
          </p:cNvPr>
          <p:cNvSpPr>
            <a:spLocks xmlns:a="http://schemas.openxmlformats.org/drawingml/2006/main" noGrp="1"/>
          </p:cNvSpPr>
          <p:nvPr/>
        </p:nvSpPr>
        <p:spPr>
          <a:xfrm xmlns:a="http://schemas.openxmlformats.org/drawingml/2006/main">
            <a:off x="7616190" y="36576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لمعرفة</a:t>
            </a:r>
          </a:p>
        </p:txBody>
      </p:sp>
      <p:sp>
        <p:nvSpPr>
          <p:cNvPr id="30" name="">
            <a:extLst xmlns:a="http://schemas.openxmlformats.org/drawingml/2006/main">
              <a:ext uri="{FF2B5EF4-FFF2-40B4-BE49-F238E27FC236}">
                <a16:creationId xmlns:a16="http://schemas.microsoft.com/office/drawing/2014/main" id="{91151EBB-5C8C-4E1B-BD93-109BFE896768}"/>
              </a:ext>
            </a:extLst>
          </p:cNvPr>
          <p:cNvSpPr>
            <a:spLocks xmlns:a="http://schemas.openxmlformats.org/drawingml/2006/main" noGrp="1"/>
          </p:cNvSpPr>
          <p:nvPr/>
        </p:nvSpPr>
        <p:spPr>
          <a:xfrm xmlns:a="http://schemas.openxmlformats.org/drawingml/2006/main">
            <a:off x="7053263" y="365760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المنفذ</a:t>
            </a:r>
          </a:p>
        </p:txBody>
      </p:sp>
      <p:sp>
        <p:nvSpPr>
          <p:cNvPr id="31" name="">
            <a:extLst xmlns:a="http://schemas.openxmlformats.org/drawingml/2006/main">
              <a:ext uri="{FF2B5EF4-FFF2-40B4-BE49-F238E27FC236}">
                <a16:creationId xmlns:a16="http://schemas.microsoft.com/office/drawing/2014/main" id="{138B8C63-9F34-4D05-92F2-FE261659E2DF}"/>
              </a:ext>
            </a:extLst>
          </p:cNvPr>
          <p:cNvSpPr>
            <a:spLocks xmlns:a="http://schemas.openxmlformats.org/drawingml/2006/main" noGrp="1"/>
          </p:cNvSpPr>
          <p:nvPr/>
        </p:nvSpPr>
        <p:spPr>
          <a:xfrm xmlns:a="http://schemas.openxmlformats.org/drawingml/2006/main">
            <a:off x="6214110" y="3657600"/>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والتغيير.</a:t>
            </a:r>
          </a:p>
        </p:txBody>
      </p:sp>
      <p:sp>
        <p:nvSpPr>
          <p:cNvPr id="32" name="">
            <a:extLst xmlns:a="http://schemas.openxmlformats.org/drawingml/2006/main">
              <a:ext uri="{FF2B5EF4-FFF2-40B4-BE49-F238E27FC236}">
                <a16:creationId xmlns:a16="http://schemas.microsoft.com/office/drawing/2014/main" id="{7BF43A73-0D4A-4799-8A49-9CCFF91036EB}"/>
              </a:ext>
            </a:extLst>
          </p:cNvPr>
          <p:cNvSpPr>
            <a:spLocks xmlns:a="http://schemas.openxmlformats.org/drawingml/2006/main" noGrp="1"/>
          </p:cNvSpPr>
          <p:nvPr/>
        </p:nvSpPr>
        <p:spPr>
          <a:xfrm xmlns:a="http://schemas.openxmlformats.org/drawingml/2006/main">
            <a:off x="4324350" y="1924050"/>
            <a:ext cx="5810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قراءة</a:t>
            </a:r>
          </a:p>
        </p:txBody>
      </p:sp>
      <p:sp>
        <p:nvSpPr>
          <p:cNvPr id="33" name="">
            <a:extLst xmlns:a="http://schemas.openxmlformats.org/drawingml/2006/main">
              <a:ext uri="{FF2B5EF4-FFF2-40B4-BE49-F238E27FC236}">
                <a16:creationId xmlns:a16="http://schemas.microsoft.com/office/drawing/2014/main" id="{3E2553A0-8295-457F-B106-56D3654D1336}"/>
              </a:ext>
            </a:extLst>
          </p:cNvPr>
          <p:cNvSpPr>
            <a:spLocks xmlns:a="http://schemas.openxmlformats.org/drawingml/2006/main" noGrp="1"/>
          </p:cNvSpPr>
          <p:nvPr/>
        </p:nvSpPr>
        <p:spPr>
          <a:xfrm xmlns:a="http://schemas.openxmlformats.org/drawingml/2006/main">
            <a:off x="3597593" y="1924050"/>
            <a:ext cx="6381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التنبيه</a:t>
            </a:r>
          </a:p>
        </p:txBody>
      </p:sp>
      <p:sp>
        <p:nvSpPr>
          <p:cNvPr id="34" name="">
            <a:extLst xmlns:a="http://schemas.openxmlformats.org/drawingml/2006/main">
              <a:ext uri="{FF2B5EF4-FFF2-40B4-BE49-F238E27FC236}">
                <a16:creationId xmlns:a16="http://schemas.microsoft.com/office/drawing/2014/main" id="{6D3D3738-3849-469C-AB00-FB7FE625C4F1}"/>
              </a:ext>
            </a:extLst>
          </p:cNvPr>
          <p:cNvSpPr>
            <a:spLocks xmlns:a="http://schemas.openxmlformats.org/drawingml/2006/main" noGrp="1"/>
          </p:cNvSpPr>
          <p:nvPr/>
        </p:nvSpPr>
        <p:spPr>
          <a:xfrm xmlns:a="http://schemas.openxmlformats.org/drawingml/2006/main">
            <a:off x="3042285" y="1924050"/>
            <a:ext cx="4667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تقفل</a:t>
            </a:r>
          </a:p>
        </p:txBody>
      </p:sp>
      <p:sp>
        <p:nvSpPr>
          <p:cNvPr id="35" name="">
            <a:extLst xmlns:a="http://schemas.openxmlformats.org/drawingml/2006/main">
              <a:ext uri="{FF2B5EF4-FFF2-40B4-BE49-F238E27FC236}">
                <a16:creationId xmlns:a16="http://schemas.microsoft.com/office/drawing/2014/main" id="{92F1A253-12A6-49F0-AFF1-E35845EDA43D}"/>
              </a:ext>
            </a:extLst>
          </p:cNvPr>
          <p:cNvSpPr>
            <a:spLocks xmlns:a="http://schemas.openxmlformats.org/drawingml/2006/main" noGrp="1"/>
          </p:cNvSpPr>
          <p:nvPr/>
        </p:nvSpPr>
        <p:spPr>
          <a:xfrm xmlns:a="http://schemas.openxmlformats.org/drawingml/2006/main">
            <a:off x="2048827" y="1924050"/>
            <a:ext cx="9048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المشكلة؟</a:t>
            </a:r>
          </a:p>
        </p:txBody>
      </p:sp>
      <p:sp>
        <p:nvSpPr>
          <p:cNvPr id="36" name="">
            <a:extLst xmlns:a="http://schemas.openxmlformats.org/drawingml/2006/main">
              <a:ext uri="{FF2B5EF4-FFF2-40B4-BE49-F238E27FC236}">
                <a16:creationId xmlns:a16="http://schemas.microsoft.com/office/drawing/2014/main" id="{083B39B7-E6CF-4BF5-84C7-A75A47DB9B3D}"/>
              </a:ext>
            </a:extLst>
          </p:cNvPr>
          <p:cNvSpPr>
            <a:spLocks xmlns:a="http://schemas.openxmlformats.org/drawingml/2006/main" noGrp="1"/>
          </p:cNvSpPr>
          <p:nvPr/>
        </p:nvSpPr>
        <p:spPr>
          <a:xfrm xmlns:a="http://schemas.openxmlformats.org/drawingml/2006/main">
            <a:off x="4572000" y="3009900"/>
            <a:ext cx="333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فتح</a:t>
            </a:r>
          </a:p>
        </p:txBody>
      </p:sp>
      <p:sp>
        <p:nvSpPr>
          <p:cNvPr id="37" name="">
            <a:extLst xmlns:a="http://schemas.openxmlformats.org/drawingml/2006/main">
              <a:ext uri="{FF2B5EF4-FFF2-40B4-BE49-F238E27FC236}">
                <a16:creationId xmlns:a16="http://schemas.microsoft.com/office/drawing/2014/main" id="{22C000C4-B51B-4B65-98BB-E3DB1EF31FB6}"/>
              </a:ext>
            </a:extLst>
          </p:cNvPr>
          <p:cNvSpPr>
            <a:spLocks xmlns:a="http://schemas.openxmlformats.org/drawingml/2006/main" noGrp="1"/>
          </p:cNvSpPr>
          <p:nvPr/>
        </p:nvSpPr>
        <p:spPr>
          <a:xfrm xmlns:a="http://schemas.openxmlformats.org/drawingml/2006/main">
            <a:off x="3818573" y="3009900"/>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الإشعار</a:t>
            </a:r>
          </a:p>
        </p:txBody>
      </p:sp>
      <p:sp>
        <p:nvSpPr>
          <p:cNvPr id="38" name="">
            <a:extLst xmlns:a="http://schemas.openxmlformats.org/drawingml/2006/main">
              <a:ext uri="{FF2B5EF4-FFF2-40B4-BE49-F238E27FC236}">
                <a16:creationId xmlns:a16="http://schemas.microsoft.com/office/drawing/2014/main" id="{88852619-B2FC-464C-ACE6-6C592EB8EA45}"/>
              </a:ext>
            </a:extLst>
          </p:cNvPr>
          <p:cNvSpPr>
            <a:spLocks xmlns:a="http://schemas.openxmlformats.org/drawingml/2006/main" noGrp="1"/>
          </p:cNvSpPr>
          <p:nvPr/>
        </p:nvSpPr>
        <p:spPr>
          <a:xfrm xmlns:a="http://schemas.openxmlformats.org/drawingml/2006/main">
            <a:off x="3541395" y="3009900"/>
            <a:ext cx="200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لا</a:t>
            </a:r>
          </a:p>
        </p:txBody>
      </p:sp>
      <p:sp>
        <p:nvSpPr>
          <p:cNvPr id="39" name="">
            <a:extLst xmlns:a="http://schemas.openxmlformats.org/drawingml/2006/main">
              <a:ext uri="{FF2B5EF4-FFF2-40B4-BE49-F238E27FC236}">
                <a16:creationId xmlns:a16="http://schemas.microsoft.com/office/drawing/2014/main" id="{BAB8D98B-FBE5-401D-B38B-487DD277F455}"/>
              </a:ext>
            </a:extLst>
          </p:cNvPr>
          <p:cNvSpPr>
            <a:spLocks xmlns:a="http://schemas.openxmlformats.org/drawingml/2006/main" noGrp="1"/>
          </p:cNvSpPr>
          <p:nvPr/>
        </p:nvSpPr>
        <p:spPr>
          <a:xfrm xmlns:a="http://schemas.openxmlformats.org/drawingml/2006/main">
            <a:off x="3121342" y="3009900"/>
            <a:ext cx="342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ينفذ</a:t>
            </a:r>
          </a:p>
        </p:txBody>
      </p:sp>
      <p:sp>
        <p:nvSpPr>
          <p:cNvPr id="40" name="">
            <a:extLst xmlns:a="http://schemas.openxmlformats.org/drawingml/2006/main">
              <a:ext uri="{FF2B5EF4-FFF2-40B4-BE49-F238E27FC236}">
                <a16:creationId xmlns:a16="http://schemas.microsoft.com/office/drawing/2014/main" id="{EBF73B28-38BC-492D-833E-AD325C871057}"/>
              </a:ext>
            </a:extLst>
          </p:cNvPr>
          <p:cNvSpPr>
            <a:spLocks xmlns:a="http://schemas.openxmlformats.org/drawingml/2006/main" noGrp="1"/>
          </p:cNvSpPr>
          <p:nvPr/>
        </p:nvSpPr>
        <p:spPr>
          <a:xfrm xmlns:a="http://schemas.openxmlformats.org/drawingml/2006/main">
            <a:off x="2434590" y="3009900"/>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اعتمادًا</a:t>
            </a:r>
          </a:p>
        </p:txBody>
      </p:sp>
      <p:sp>
        <p:nvSpPr>
          <p:cNvPr id="41" name="">
            <a:extLst xmlns:a="http://schemas.openxmlformats.org/drawingml/2006/main">
              <a:ext uri="{FF2B5EF4-FFF2-40B4-BE49-F238E27FC236}">
                <a16:creationId xmlns:a16="http://schemas.microsoft.com/office/drawing/2014/main" id="{CBB53B0F-ECDC-4142-A98F-A47C871A376C}"/>
              </a:ext>
            </a:extLst>
          </p:cNvPr>
          <p:cNvSpPr>
            <a:spLocks xmlns:a="http://schemas.openxmlformats.org/drawingml/2006/main" noGrp="1"/>
          </p:cNvSpPr>
          <p:nvPr/>
        </p:nvSpPr>
        <p:spPr>
          <a:xfrm xmlns:a="http://schemas.openxmlformats.org/drawingml/2006/main">
            <a:off x="2128837" y="3009900"/>
            <a:ext cx="228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أو</a:t>
            </a:r>
          </a:p>
        </p:txBody>
      </p:sp>
      <p:sp>
        <p:nvSpPr>
          <p:cNvPr id="42" name="">
            <a:extLst xmlns:a="http://schemas.openxmlformats.org/drawingml/2006/main">
              <a:ext uri="{FF2B5EF4-FFF2-40B4-BE49-F238E27FC236}">
                <a16:creationId xmlns:a16="http://schemas.microsoft.com/office/drawing/2014/main" id="{531B1AA3-86AE-450F-B9A0-0437C88AA518}"/>
              </a:ext>
            </a:extLst>
          </p:cNvPr>
          <p:cNvSpPr>
            <a:spLocks xmlns:a="http://schemas.openxmlformats.org/drawingml/2006/main" noGrp="1"/>
          </p:cNvSpPr>
          <p:nvPr/>
        </p:nvSpPr>
        <p:spPr>
          <a:xfrm xmlns:a="http://schemas.openxmlformats.org/drawingml/2006/main">
            <a:off x="1613535" y="3009900"/>
            <a:ext cx="438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يسدد</a:t>
            </a:r>
          </a:p>
        </p:txBody>
      </p:sp>
      <p:sp>
        <p:nvSpPr>
          <p:cNvPr id="43" name="">
            <a:extLst xmlns:a="http://schemas.openxmlformats.org/drawingml/2006/main">
              <a:ext uri="{FF2B5EF4-FFF2-40B4-BE49-F238E27FC236}">
                <a16:creationId xmlns:a16="http://schemas.microsoft.com/office/drawing/2014/main" id="{997E0200-ACF6-408A-93F9-AC0D45D42D71}"/>
              </a:ext>
            </a:extLst>
          </p:cNvPr>
          <p:cNvSpPr>
            <a:spLocks xmlns:a="http://schemas.openxmlformats.org/drawingml/2006/main" noGrp="1"/>
          </p:cNvSpPr>
          <p:nvPr/>
        </p:nvSpPr>
        <p:spPr>
          <a:xfrm xmlns:a="http://schemas.openxmlformats.org/drawingml/2006/main">
            <a:off x="1050607" y="3009900"/>
            <a:ext cx="485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دفعة.</a:t>
            </a:r>
          </a:p>
        </p:txBody>
      </p:sp>
      <p:sp>
        <p:nvSpPr>
          <p:cNvPr id="44" name="">
            <a:extLst xmlns:a="http://schemas.openxmlformats.org/drawingml/2006/main">
              <a:ext uri="{FF2B5EF4-FFF2-40B4-BE49-F238E27FC236}">
                <a16:creationId xmlns:a16="http://schemas.microsoft.com/office/drawing/2014/main" id="{1A061685-7EBA-4DEE-9826-932EB24BA460}"/>
              </a:ext>
            </a:extLst>
          </p:cNvPr>
          <p:cNvSpPr>
            <a:spLocks xmlns:a="http://schemas.openxmlformats.org/drawingml/2006/main" noGrp="1"/>
          </p:cNvSpPr>
          <p:nvPr/>
        </p:nvSpPr>
        <p:spPr>
          <a:xfrm xmlns:a="http://schemas.openxmlformats.org/drawingml/2006/main">
            <a:off x="4457700" y="3382804"/>
            <a:ext cx="4476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أكمل</a:t>
            </a:r>
          </a:p>
        </p:txBody>
      </p:sp>
      <p:sp>
        <p:nvSpPr>
          <p:cNvPr id="45" name="">
            <a:extLst xmlns:a="http://schemas.openxmlformats.org/drawingml/2006/main">
              <a:ext uri="{FF2B5EF4-FFF2-40B4-BE49-F238E27FC236}">
                <a16:creationId xmlns:a16="http://schemas.microsoft.com/office/drawing/2014/main" id="{D6C0826D-32BA-47C5-B52D-7D1D67EDF4B0}"/>
              </a:ext>
            </a:extLst>
          </p:cNvPr>
          <p:cNvSpPr>
            <a:spLocks xmlns:a="http://schemas.openxmlformats.org/drawingml/2006/main" noGrp="1"/>
          </p:cNvSpPr>
          <p:nvPr/>
        </p:nvSpPr>
        <p:spPr>
          <a:xfrm xmlns:a="http://schemas.openxmlformats.org/drawingml/2006/main">
            <a:off x="3704273"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الإجراء</a:t>
            </a:r>
          </a:p>
        </p:txBody>
      </p:sp>
      <p:sp>
        <p:nvSpPr>
          <p:cNvPr id="46" name="">
            <a:extLst xmlns:a="http://schemas.openxmlformats.org/drawingml/2006/main">
              <a:ext uri="{FF2B5EF4-FFF2-40B4-BE49-F238E27FC236}">
                <a16:creationId xmlns:a16="http://schemas.microsoft.com/office/drawing/2014/main" id="{8DFF9CC5-1ACA-4BC1-8B87-ABF6B9AEF85B}"/>
              </a:ext>
            </a:extLst>
          </p:cNvPr>
          <p:cNvSpPr>
            <a:spLocks xmlns:a="http://schemas.openxmlformats.org/drawingml/2006/main" noGrp="1"/>
          </p:cNvSpPr>
          <p:nvPr/>
        </p:nvSpPr>
        <p:spPr>
          <a:xfrm xmlns:a="http://schemas.openxmlformats.org/drawingml/2006/main">
            <a:off x="3331845" y="3382804"/>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47" name="">
            <a:extLst xmlns:a="http://schemas.openxmlformats.org/drawingml/2006/main">
              <a:ext uri="{FF2B5EF4-FFF2-40B4-BE49-F238E27FC236}">
                <a16:creationId xmlns:a16="http://schemas.microsoft.com/office/drawing/2014/main" id="{68F08F0D-6A02-43FF-AFB8-8EDE9385416E}"/>
              </a:ext>
            </a:extLst>
          </p:cNvPr>
          <p:cNvSpPr>
            <a:spLocks xmlns:a="http://schemas.openxmlformats.org/drawingml/2006/main" noGrp="1"/>
          </p:cNvSpPr>
          <p:nvPr/>
        </p:nvSpPr>
        <p:spPr>
          <a:xfrm xmlns:a="http://schemas.openxmlformats.org/drawingml/2006/main">
            <a:off x="2587942" y="3382804"/>
            <a:ext cx="666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مصدره</a:t>
            </a:r>
          </a:p>
        </p:txBody>
      </p:sp>
      <p:sp>
        <p:nvSpPr>
          <p:cNvPr id="48" name="">
            <a:extLst xmlns:a="http://schemas.openxmlformats.org/drawingml/2006/main">
              <a:ext uri="{FF2B5EF4-FFF2-40B4-BE49-F238E27FC236}">
                <a16:creationId xmlns:a16="http://schemas.microsoft.com/office/drawing/2014/main" id="{3435ABFE-A4F6-4988-AC27-F8B56DA81D1D}"/>
              </a:ext>
            </a:extLst>
          </p:cNvPr>
          <p:cNvSpPr>
            <a:spLocks xmlns:a="http://schemas.openxmlformats.org/drawingml/2006/main" noGrp="1"/>
          </p:cNvSpPr>
          <p:nvPr/>
        </p:nvSpPr>
        <p:spPr>
          <a:xfrm xmlns:a="http://schemas.openxmlformats.org/drawingml/2006/main">
            <a:off x="2301240" y="3382804"/>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49" name="">
            <a:extLst xmlns:a="http://schemas.openxmlformats.org/drawingml/2006/main">
              <a:ext uri="{FF2B5EF4-FFF2-40B4-BE49-F238E27FC236}">
                <a16:creationId xmlns:a16="http://schemas.microsoft.com/office/drawing/2014/main" id="{FC90F764-5A8A-4BC7-ABF8-B21F6EF73FE2}"/>
              </a:ext>
            </a:extLst>
          </p:cNvPr>
          <p:cNvSpPr>
            <a:spLocks xmlns:a="http://schemas.openxmlformats.org/drawingml/2006/main" noGrp="1"/>
          </p:cNvSpPr>
          <p:nvPr/>
        </p:nvSpPr>
        <p:spPr>
          <a:xfrm xmlns:a="http://schemas.openxmlformats.org/drawingml/2006/main">
            <a:off x="1728787" y="3382804"/>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50" name="">
            <a:extLst xmlns:a="http://schemas.openxmlformats.org/drawingml/2006/main">
              <a:ext uri="{FF2B5EF4-FFF2-40B4-BE49-F238E27FC236}">
                <a16:creationId xmlns:a16="http://schemas.microsoft.com/office/drawing/2014/main" id="{A3C20569-0047-44A8-8A4F-C491ECA98E01}"/>
              </a:ext>
            </a:extLst>
          </p:cNvPr>
          <p:cNvSpPr>
            <a:spLocks xmlns:a="http://schemas.openxmlformats.org/drawingml/2006/main" noGrp="1"/>
          </p:cNvSpPr>
          <p:nvPr/>
        </p:nvSpPr>
        <p:spPr>
          <a:xfrm xmlns:a="http://schemas.openxmlformats.org/drawingml/2006/main">
            <a:off x="1242060" y="3382804"/>
            <a:ext cx="4095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حالة</a:t>
            </a:r>
          </a:p>
        </p:txBody>
      </p:sp>
      <p:sp>
        <p:nvSpPr>
          <p:cNvPr id="51" name="">
            <a:extLst xmlns:a="http://schemas.openxmlformats.org/drawingml/2006/main">
              <a:ext uri="{FF2B5EF4-FFF2-40B4-BE49-F238E27FC236}">
                <a16:creationId xmlns:a16="http://schemas.microsoft.com/office/drawing/2014/main" id="{15BD5D6F-9BB9-44C7-BD36-A759E7071F6D}"/>
              </a:ext>
            </a:extLst>
          </p:cNvPr>
          <p:cNvSpPr>
            <a:spLocks xmlns:a="http://schemas.openxmlformats.org/drawingml/2006/main" noGrp="1"/>
          </p:cNvSpPr>
          <p:nvPr/>
        </p:nvSpPr>
        <p:spPr>
          <a:xfrm xmlns:a="http://schemas.openxmlformats.org/drawingml/2006/main">
            <a:off x="4267200" y="3755707"/>
            <a:ext cx="6381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السجل.</a:t>
            </a:r>
          </a:p>
        </p:txBody>
      </p:sp>
    </p:spTree>
    <p:extLst>
      <p:ext uri="{BB962C8B-B14F-4D97-AF65-F5344CB8AC3E}">
        <p14:creationId xmlns:p14="http://schemas.microsoft.com/office/powerpoint/2010/main" val="1403179027"/>
      </p:ext>
    </p:extLst>
  </p:cSld>
</p:sld>
</file>

<file path=ppt/slides/slide32.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04929E41-072A-4B13-B527-2E39F8ACE48C}"/>
              </a:ext>
            </a:extLst>
          </p:cNvPr>
          <p:cNvSpPr>
            <a:spLocks xmlns:a="http://schemas.openxmlformats.org/drawingml/2006/main" noGrp="1"/>
          </p:cNvSpPr>
          <p:nvPr/>
        </p:nvSpPr>
        <p:spPr>
          <a:xfrm xmlns:a="http://schemas.openxmlformats.org/drawingml/2006/main">
            <a:off x="11163300" y="333375"/>
            <a:ext cx="4095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الإدارة</a:t>
            </a:r>
          </a:p>
        </p:txBody>
      </p:sp>
      <p:sp>
        <p:nvSpPr>
          <p:cNvPr id="2" name="">
            <a:extLst xmlns:a="http://schemas.openxmlformats.org/drawingml/2006/main">
              <a:ext uri="{FF2B5EF4-FFF2-40B4-BE49-F238E27FC236}">
                <a16:creationId xmlns:a16="http://schemas.microsoft.com/office/drawing/2014/main" id="{36CF4776-4495-4058-9B14-1123C3E9C4F5}"/>
              </a:ext>
            </a:extLst>
          </p:cNvPr>
          <p:cNvSpPr>
            <a:spLocks xmlns:a="http://schemas.openxmlformats.org/drawingml/2006/main" noGrp="1"/>
          </p:cNvSpPr>
          <p:nvPr/>
        </p:nvSpPr>
        <p:spPr>
          <a:xfrm xmlns:a="http://schemas.openxmlformats.org/drawingml/2006/main">
            <a:off x="10464165" y="333375"/>
            <a:ext cx="64770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والحسابات</a:t>
            </a:r>
          </a:p>
        </p:txBody>
      </p:sp>
      <p:sp>
        <p:nvSpPr>
          <p:cNvPr id="3" name="">
            <a:extLst xmlns:a="http://schemas.openxmlformats.org/drawingml/2006/main">
              <a:ext uri="{FF2B5EF4-FFF2-40B4-BE49-F238E27FC236}">
                <a16:creationId xmlns:a16="http://schemas.microsoft.com/office/drawing/2014/main" id="{C9A5B93A-3274-423F-893B-AFA24718D5F6}"/>
              </a:ext>
            </a:extLst>
          </p:cNvPr>
          <p:cNvSpPr>
            <a:spLocks xmlns:a="http://schemas.openxmlformats.org/drawingml/2006/main" noGrp="1"/>
          </p:cNvSpPr>
          <p:nvPr/>
        </p:nvSpPr>
        <p:spPr>
          <a:xfrm xmlns:a="http://schemas.openxmlformats.org/drawingml/2006/main">
            <a:off x="10696575" y="781050"/>
            <a:ext cx="8763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الإدارة</a:t>
            </a:r>
          </a:p>
        </p:txBody>
      </p:sp>
      <p:sp>
        <p:nvSpPr>
          <p:cNvPr id="4" name="">
            <a:extLst xmlns:a="http://schemas.openxmlformats.org/drawingml/2006/main">
              <a:ext uri="{FF2B5EF4-FFF2-40B4-BE49-F238E27FC236}">
                <a16:creationId xmlns:a16="http://schemas.microsoft.com/office/drawing/2014/main" id="{2D4F1FB1-DB92-4FDB-803E-905A08CBF7AE}"/>
              </a:ext>
            </a:extLst>
          </p:cNvPr>
          <p:cNvSpPr>
            <a:spLocks xmlns:a="http://schemas.openxmlformats.org/drawingml/2006/main" noGrp="1"/>
          </p:cNvSpPr>
          <p:nvPr/>
        </p:nvSpPr>
        <p:spPr>
          <a:xfrm xmlns:a="http://schemas.openxmlformats.org/drawingml/2006/main">
            <a:off x="9662160" y="781050"/>
            <a:ext cx="9144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وتهيئة</a:t>
            </a:r>
          </a:p>
        </p:txBody>
      </p:sp>
      <p:sp>
        <p:nvSpPr>
          <p:cNvPr id="5" name="">
            <a:extLst xmlns:a="http://schemas.openxmlformats.org/drawingml/2006/main">
              <a:ext uri="{FF2B5EF4-FFF2-40B4-BE49-F238E27FC236}">
                <a16:creationId xmlns:a16="http://schemas.microsoft.com/office/drawing/2014/main" id="{0B759E0E-EE1F-4C5A-8926-76244E3DB211}"/>
              </a:ext>
            </a:extLst>
          </p:cNvPr>
          <p:cNvSpPr>
            <a:spLocks xmlns:a="http://schemas.openxmlformats.org/drawingml/2006/main" noGrp="1"/>
          </p:cNvSpPr>
          <p:nvPr/>
        </p:nvSpPr>
        <p:spPr>
          <a:xfrm xmlns:a="http://schemas.openxmlformats.org/drawingml/2006/main">
            <a:off x="8827770" y="781050"/>
            <a:ext cx="7143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نطاق</a:t>
            </a:r>
          </a:p>
        </p:txBody>
      </p:sp>
      <p:sp>
        <p:nvSpPr>
          <p:cNvPr id="6" name="">
            <a:extLst xmlns:a="http://schemas.openxmlformats.org/drawingml/2006/main">
              <a:ext uri="{FF2B5EF4-FFF2-40B4-BE49-F238E27FC236}">
                <a16:creationId xmlns:a16="http://schemas.microsoft.com/office/drawing/2014/main" id="{786F7A82-B293-4DBC-916B-06B077285551}"/>
              </a:ext>
            </a:extLst>
          </p:cNvPr>
          <p:cNvSpPr>
            <a:spLocks xmlns:a="http://schemas.openxmlformats.org/drawingml/2006/main" noGrp="1"/>
          </p:cNvSpPr>
          <p:nvPr/>
        </p:nvSpPr>
        <p:spPr>
          <a:xfrm xmlns:a="http://schemas.openxmlformats.org/drawingml/2006/main">
            <a:off x="7974330" y="781050"/>
            <a:ext cx="73342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العمل</a:t>
            </a:r>
          </a:p>
        </p:txBody>
      </p:sp>
      <p:sp>
        <p:nvSpPr>
          <p:cNvPr id="7" name="">
            <a:extLst xmlns:a="http://schemas.openxmlformats.org/drawingml/2006/main">
              <a:ext uri="{FF2B5EF4-FFF2-40B4-BE49-F238E27FC236}">
                <a16:creationId xmlns:a16="http://schemas.microsoft.com/office/drawing/2014/main" id="{C9741A1E-1554-45F2-B441-1B2105A94405}"/>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32</a:t>
            </a:r>
          </a:p>
        </p:txBody>
      </p:sp>
      <p:sp>
        <p:nvSpPr>
          <p:cNvPr id="8" name="">
            <a:extLst xmlns:a="http://schemas.openxmlformats.org/drawingml/2006/main">
              <a:ext uri="{FF2B5EF4-FFF2-40B4-BE49-F238E27FC236}">
                <a16:creationId xmlns:a16="http://schemas.microsoft.com/office/drawing/2014/main" id="{9C9A169A-FCB0-4409-89A4-CFF64C568ACB}"/>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6A9110D-C472-4D2B-8E18-75B8D1D063AE}"/>
              </a:ext>
            </a:extLst>
          </p:cNvPr>
          <p:cNvSpPr>
            <a:spLocks xmlns:a="http://schemas.openxmlformats.org/drawingml/2006/main" noGrp="1"/>
          </p:cNvSpPr>
          <p:nvPr/>
        </p:nvSpPr>
        <p:spPr>
          <a:xfrm xmlns:a="http://schemas.openxmlformats.org/drawingml/2006/main">
            <a:off x="10172700" y="180975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10" name="">
            <a:extLst xmlns:a="http://schemas.openxmlformats.org/drawingml/2006/main">
              <a:ext uri="{FF2B5EF4-FFF2-40B4-BE49-F238E27FC236}">
                <a16:creationId xmlns:a16="http://schemas.microsoft.com/office/drawing/2014/main" id="{25BEDB70-871B-423F-BA12-356C1071A613}"/>
              </a:ext>
            </a:extLst>
          </p:cNvPr>
          <p:cNvSpPr>
            <a:spLocks xmlns:a="http://schemas.openxmlformats.org/drawingml/2006/main" noGrp="1"/>
          </p:cNvSpPr>
          <p:nvPr/>
        </p:nvSpPr>
        <p:spPr>
          <a:xfrm xmlns:a="http://schemas.openxmlformats.org/drawingml/2006/main">
            <a:off x="9476423" y="180975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تعريف</a:t>
            </a:r>
          </a:p>
        </p:txBody>
      </p:sp>
      <p:sp>
        <p:nvSpPr>
          <p:cNvPr id="11" name="">
            <a:extLst xmlns:a="http://schemas.openxmlformats.org/drawingml/2006/main">
              <a:ext uri="{FF2B5EF4-FFF2-40B4-BE49-F238E27FC236}">
                <a16:creationId xmlns:a16="http://schemas.microsoft.com/office/drawing/2014/main" id="{DDA23D9F-3DFF-45BE-A409-E97F7845D887}"/>
              </a:ext>
            </a:extLst>
          </p:cNvPr>
          <p:cNvSpPr>
            <a:spLocks xmlns:a="http://schemas.openxmlformats.org/drawingml/2006/main" noGrp="1"/>
          </p:cNvSpPr>
          <p:nvPr/>
        </p:nvSpPr>
        <p:spPr>
          <a:xfrm xmlns:a="http://schemas.openxmlformats.org/drawingml/2006/main">
            <a:off x="8618220" y="180975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12" name="">
            <a:extLst xmlns:a="http://schemas.openxmlformats.org/drawingml/2006/main">
              <a:ext uri="{FF2B5EF4-FFF2-40B4-BE49-F238E27FC236}">
                <a16:creationId xmlns:a16="http://schemas.microsoft.com/office/drawing/2014/main" id="{E21ACE01-7158-4965-9A34-79A799E1B057}"/>
              </a:ext>
            </a:extLst>
          </p:cNvPr>
          <p:cNvSpPr>
            <a:spLocks xmlns:a="http://schemas.openxmlformats.org/drawingml/2006/main" noGrp="1"/>
          </p:cNvSpPr>
          <p:nvPr/>
        </p:nvSpPr>
        <p:spPr>
          <a:xfrm xmlns:a="http://schemas.openxmlformats.org/drawingml/2006/main">
            <a:off x="7779068" y="1809750"/>
            <a:ext cx="762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والجهات</a:t>
            </a:r>
          </a:p>
        </p:txBody>
      </p:sp>
      <p:sp>
        <p:nvSpPr>
          <p:cNvPr id="13" name="">
            <a:extLst xmlns:a="http://schemas.openxmlformats.org/drawingml/2006/main">
              <a:ext uri="{FF2B5EF4-FFF2-40B4-BE49-F238E27FC236}">
                <a16:creationId xmlns:a16="http://schemas.microsoft.com/office/drawing/2014/main" id="{8C2CDA62-2B12-4EA5-812D-1AD0A7917591}"/>
              </a:ext>
            </a:extLst>
          </p:cNvPr>
          <p:cNvSpPr>
            <a:spLocks xmlns:a="http://schemas.openxmlformats.org/drawingml/2006/main" noGrp="1"/>
          </p:cNvSpPr>
          <p:nvPr/>
        </p:nvSpPr>
        <p:spPr>
          <a:xfrm xmlns:a="http://schemas.openxmlformats.org/drawingml/2006/main">
            <a:off x="6835140" y="1809750"/>
            <a:ext cx="8667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والمقاولين</a:t>
            </a:r>
          </a:p>
        </p:txBody>
      </p:sp>
      <p:sp>
        <p:nvSpPr>
          <p:cNvPr id="14" name="">
            <a:extLst xmlns:a="http://schemas.openxmlformats.org/drawingml/2006/main">
              <a:ext uri="{FF2B5EF4-FFF2-40B4-BE49-F238E27FC236}">
                <a16:creationId xmlns:a16="http://schemas.microsoft.com/office/drawing/2014/main" id="{27F98BEC-D236-4A67-9EFE-6FC8584CDCA2}"/>
              </a:ext>
            </a:extLst>
          </p:cNvPr>
          <p:cNvSpPr>
            <a:spLocks xmlns:a="http://schemas.openxmlformats.org/drawingml/2006/main" noGrp="1"/>
          </p:cNvSpPr>
          <p:nvPr/>
        </p:nvSpPr>
        <p:spPr>
          <a:xfrm xmlns:a="http://schemas.openxmlformats.org/drawingml/2006/main">
            <a:off x="6434138" y="1809750"/>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15" name="">
            <a:extLst xmlns:a="http://schemas.openxmlformats.org/drawingml/2006/main">
              <a:ext uri="{FF2B5EF4-FFF2-40B4-BE49-F238E27FC236}">
                <a16:creationId xmlns:a16="http://schemas.microsoft.com/office/drawing/2014/main" id="{2B60DDD9-9F1E-4F23-963B-1AA2A434F1C9}"/>
              </a:ext>
            </a:extLst>
          </p:cNvPr>
          <p:cNvSpPr>
            <a:spLocks xmlns:a="http://schemas.openxmlformats.org/drawingml/2006/main" noGrp="1"/>
          </p:cNvSpPr>
          <p:nvPr/>
        </p:nvSpPr>
        <p:spPr>
          <a:xfrm xmlns:a="http://schemas.openxmlformats.org/drawingml/2006/main">
            <a:off x="9744075" y="2182654"/>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المستندات.</a:t>
            </a:r>
          </a:p>
        </p:txBody>
      </p:sp>
      <p:sp>
        <p:nvSpPr>
          <p:cNvPr id="16" name="">
            <a:extLst xmlns:a="http://schemas.openxmlformats.org/drawingml/2006/main">
              <a:ext uri="{FF2B5EF4-FFF2-40B4-BE49-F238E27FC236}">
                <a16:creationId xmlns:a16="http://schemas.microsoft.com/office/drawing/2014/main" id="{24767778-05FD-4D23-99DF-F798EF076375}"/>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38531574-D45A-4BF8-9173-5EAC648A2621}"/>
              </a:ext>
            </a:extLst>
          </p:cNvPr>
          <p:cNvSpPr>
            <a:spLocks xmlns:a="http://schemas.openxmlformats.org/drawingml/2006/main" noGrp="1"/>
          </p:cNvSpPr>
          <p:nvPr/>
        </p:nvSpPr>
        <p:spPr>
          <a:xfrm xmlns:a="http://schemas.openxmlformats.org/drawingml/2006/main">
            <a:off x="10172700" y="2733675"/>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18" name="">
            <a:extLst xmlns:a="http://schemas.openxmlformats.org/drawingml/2006/main">
              <a:ext uri="{FF2B5EF4-FFF2-40B4-BE49-F238E27FC236}">
                <a16:creationId xmlns:a16="http://schemas.microsoft.com/office/drawing/2014/main" id="{8B529CE2-3EDC-4B6C-8BB1-0EB4AE0970ED}"/>
              </a:ext>
            </a:extLst>
          </p:cNvPr>
          <p:cNvSpPr>
            <a:spLocks xmlns:a="http://schemas.openxmlformats.org/drawingml/2006/main" noGrp="1"/>
          </p:cNvSpPr>
          <p:nvPr/>
        </p:nvSpPr>
        <p:spPr>
          <a:xfrm xmlns:a="http://schemas.openxmlformats.org/drawingml/2006/main">
            <a:off x="9695498" y="2733675"/>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ربط</a:t>
            </a:r>
          </a:p>
        </p:txBody>
      </p:sp>
      <p:sp>
        <p:nvSpPr>
          <p:cNvPr id="19" name="">
            <a:extLst xmlns:a="http://schemas.openxmlformats.org/drawingml/2006/main">
              <a:ext uri="{FF2B5EF4-FFF2-40B4-BE49-F238E27FC236}">
                <a16:creationId xmlns:a16="http://schemas.microsoft.com/office/drawing/2014/main" id="{B061B05F-B786-40A2-AAA1-E1614BB040CE}"/>
              </a:ext>
            </a:extLst>
          </p:cNvPr>
          <p:cNvSpPr>
            <a:spLocks xmlns:a="http://schemas.openxmlformats.org/drawingml/2006/main" noGrp="1"/>
          </p:cNvSpPr>
          <p:nvPr/>
        </p:nvSpPr>
        <p:spPr>
          <a:xfrm xmlns:a="http://schemas.openxmlformats.org/drawingml/2006/main">
            <a:off x="8818245" y="2733675"/>
            <a:ext cx="8001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الموظفين</a:t>
            </a:r>
          </a:p>
        </p:txBody>
      </p:sp>
      <p:sp>
        <p:nvSpPr>
          <p:cNvPr id="20" name="">
            <a:extLst xmlns:a="http://schemas.openxmlformats.org/drawingml/2006/main">
              <a:ext uri="{FF2B5EF4-FFF2-40B4-BE49-F238E27FC236}">
                <a16:creationId xmlns:a16="http://schemas.microsoft.com/office/drawing/2014/main" id="{96E16E2A-533F-4EAD-B0EA-FABB9B9AA471}"/>
              </a:ext>
            </a:extLst>
          </p:cNvPr>
          <p:cNvSpPr>
            <a:spLocks xmlns:a="http://schemas.openxmlformats.org/drawingml/2006/main" noGrp="1"/>
          </p:cNvSpPr>
          <p:nvPr/>
        </p:nvSpPr>
        <p:spPr>
          <a:xfrm xmlns:a="http://schemas.openxmlformats.org/drawingml/2006/main">
            <a:off x="7636193" y="2733675"/>
            <a:ext cx="11049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والمستخدمين</a:t>
            </a:r>
          </a:p>
        </p:txBody>
      </p:sp>
      <p:sp>
        <p:nvSpPr>
          <p:cNvPr id="21" name="">
            <a:extLst xmlns:a="http://schemas.openxmlformats.org/drawingml/2006/main">
              <a:ext uri="{FF2B5EF4-FFF2-40B4-BE49-F238E27FC236}">
                <a16:creationId xmlns:a16="http://schemas.microsoft.com/office/drawing/2014/main" id="{08129C6C-AF21-4377-8652-A6363697E1F7}"/>
              </a:ext>
            </a:extLst>
          </p:cNvPr>
          <p:cNvSpPr>
            <a:spLocks xmlns:a="http://schemas.openxmlformats.org/drawingml/2006/main" noGrp="1"/>
          </p:cNvSpPr>
          <p:nvPr/>
        </p:nvSpPr>
        <p:spPr>
          <a:xfrm xmlns:a="http://schemas.openxmlformats.org/drawingml/2006/main">
            <a:off x="6358890" y="2733675"/>
            <a:ext cx="12001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والمشروعات.</a:t>
            </a:r>
          </a:p>
        </p:txBody>
      </p:sp>
      <p:sp>
        <p:nvSpPr>
          <p:cNvPr id="22" name="">
            <a:extLst xmlns:a="http://schemas.openxmlformats.org/drawingml/2006/main">
              <a:ext uri="{FF2B5EF4-FFF2-40B4-BE49-F238E27FC236}">
                <a16:creationId xmlns:a16="http://schemas.microsoft.com/office/drawing/2014/main" id="{A3E76B37-369C-4A74-8006-E34C729DAABA}"/>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85FB395A-0B8F-4FCC-83E7-AADB1C7368B1}"/>
              </a:ext>
            </a:extLst>
          </p:cNvPr>
          <p:cNvSpPr>
            <a:spLocks xmlns:a="http://schemas.openxmlformats.org/drawingml/2006/main" noGrp="1"/>
          </p:cNvSpPr>
          <p:nvPr/>
        </p:nvSpPr>
        <p:spPr>
          <a:xfrm xmlns:a="http://schemas.openxmlformats.org/drawingml/2006/main">
            <a:off x="10163175" y="36576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اختبر</a:t>
            </a:r>
          </a:p>
        </p:txBody>
      </p:sp>
      <p:sp>
        <p:nvSpPr>
          <p:cNvPr id="24" name="">
            <a:extLst xmlns:a="http://schemas.openxmlformats.org/drawingml/2006/main">
              <a:ext uri="{FF2B5EF4-FFF2-40B4-BE49-F238E27FC236}">
                <a16:creationId xmlns:a16="http://schemas.microsoft.com/office/drawing/2014/main" id="{FFC8A437-EE6C-4BD8-9F37-8973F339B933}"/>
              </a:ext>
            </a:extLst>
          </p:cNvPr>
          <p:cNvSpPr>
            <a:spLocks xmlns:a="http://schemas.openxmlformats.org/drawingml/2006/main" noGrp="1"/>
          </p:cNvSpPr>
          <p:nvPr/>
        </p:nvSpPr>
        <p:spPr>
          <a:xfrm xmlns:a="http://schemas.openxmlformats.org/drawingml/2006/main">
            <a:off x="9504998" y="365760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حساب</a:t>
            </a:r>
          </a:p>
        </p:txBody>
      </p:sp>
      <p:sp>
        <p:nvSpPr>
          <p:cNvPr id="25" name="">
            <a:extLst xmlns:a="http://schemas.openxmlformats.org/drawingml/2006/main">
              <a:ext uri="{FF2B5EF4-FFF2-40B4-BE49-F238E27FC236}">
                <a16:creationId xmlns:a16="http://schemas.microsoft.com/office/drawing/2014/main" id="{FDE3C947-0700-4B2A-913C-762311BEA38E}"/>
              </a:ext>
            </a:extLst>
          </p:cNvPr>
          <p:cNvSpPr>
            <a:spLocks xmlns:a="http://schemas.openxmlformats.org/drawingml/2006/main" noGrp="1"/>
          </p:cNvSpPr>
          <p:nvPr/>
        </p:nvSpPr>
        <p:spPr>
          <a:xfrm xmlns:a="http://schemas.openxmlformats.org/drawingml/2006/main">
            <a:off x="9132570" y="365760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كل</a:t>
            </a:r>
          </a:p>
        </p:txBody>
      </p:sp>
      <p:sp>
        <p:nvSpPr>
          <p:cNvPr id="26" name="">
            <a:extLst xmlns:a="http://schemas.openxmlformats.org/drawingml/2006/main">
              <a:ext uri="{FF2B5EF4-FFF2-40B4-BE49-F238E27FC236}">
                <a16:creationId xmlns:a16="http://schemas.microsoft.com/office/drawing/2014/main" id="{16FF3883-ED57-40CE-B0A7-FCAD7928289B}"/>
              </a:ext>
            </a:extLst>
          </p:cNvPr>
          <p:cNvSpPr>
            <a:spLocks xmlns:a="http://schemas.openxmlformats.org/drawingml/2006/main" noGrp="1"/>
          </p:cNvSpPr>
          <p:nvPr/>
        </p:nvSpPr>
        <p:spPr>
          <a:xfrm xmlns:a="http://schemas.openxmlformats.org/drawingml/2006/main">
            <a:off x="8674418" y="36576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دور</a:t>
            </a:r>
          </a:p>
        </p:txBody>
      </p:sp>
      <p:sp>
        <p:nvSpPr>
          <p:cNvPr id="27" name="">
            <a:extLst xmlns:a="http://schemas.openxmlformats.org/drawingml/2006/main">
              <a:ext uri="{FF2B5EF4-FFF2-40B4-BE49-F238E27FC236}">
                <a16:creationId xmlns:a16="http://schemas.microsoft.com/office/drawing/2014/main" id="{EEB760C2-73A6-4DA7-8E5B-699075131471}"/>
              </a:ext>
            </a:extLst>
          </p:cNvPr>
          <p:cNvSpPr>
            <a:spLocks xmlns:a="http://schemas.openxmlformats.org/drawingml/2006/main" noGrp="1"/>
          </p:cNvSpPr>
          <p:nvPr/>
        </p:nvSpPr>
        <p:spPr>
          <a:xfrm xmlns:a="http://schemas.openxmlformats.org/drawingml/2006/main">
            <a:off x="8197215" y="3657600"/>
            <a:ext cx="400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على</a:t>
            </a:r>
          </a:p>
        </p:txBody>
      </p:sp>
      <p:sp>
        <p:nvSpPr>
          <p:cNvPr id="28" name="">
            <a:extLst xmlns:a="http://schemas.openxmlformats.org/drawingml/2006/main">
              <a:ext uri="{FF2B5EF4-FFF2-40B4-BE49-F238E27FC236}">
                <a16:creationId xmlns:a16="http://schemas.microsoft.com/office/drawing/2014/main" id="{ABA816CD-510F-409C-A26B-2066D78E0DB5}"/>
              </a:ext>
            </a:extLst>
          </p:cNvPr>
          <p:cNvSpPr>
            <a:spLocks xmlns:a="http://schemas.openxmlformats.org/drawingml/2006/main" noGrp="1"/>
          </p:cNvSpPr>
          <p:nvPr/>
        </p:nvSpPr>
        <p:spPr>
          <a:xfrm xmlns:a="http://schemas.openxmlformats.org/drawingml/2006/main">
            <a:off x="7339013" y="365760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السجلات</a:t>
            </a:r>
          </a:p>
        </p:txBody>
      </p:sp>
      <p:sp>
        <p:nvSpPr>
          <p:cNvPr id="29" name="">
            <a:extLst xmlns:a="http://schemas.openxmlformats.org/drawingml/2006/main">
              <a:ext uri="{FF2B5EF4-FFF2-40B4-BE49-F238E27FC236}">
                <a16:creationId xmlns:a16="http://schemas.microsoft.com/office/drawing/2014/main" id="{B1D84CB0-8110-478D-98E0-86C637C45271}"/>
              </a:ext>
            </a:extLst>
          </p:cNvPr>
          <p:cNvSpPr>
            <a:spLocks xmlns:a="http://schemas.openxmlformats.org/drawingml/2006/main" noGrp="1"/>
          </p:cNvSpPr>
          <p:nvPr/>
        </p:nvSpPr>
        <p:spPr>
          <a:xfrm xmlns:a="http://schemas.openxmlformats.org/drawingml/2006/main">
            <a:off x="6880860" y="3657600"/>
            <a:ext cx="3810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التي</a:t>
            </a:r>
          </a:p>
        </p:txBody>
      </p:sp>
      <p:sp>
        <p:nvSpPr>
          <p:cNvPr id="30" name="">
            <a:extLst xmlns:a="http://schemas.openxmlformats.org/drawingml/2006/main">
              <a:ext uri="{FF2B5EF4-FFF2-40B4-BE49-F238E27FC236}">
                <a16:creationId xmlns:a16="http://schemas.microsoft.com/office/drawing/2014/main" id="{814047C2-BAA1-4D7A-A48D-D7FA1ED7836D}"/>
              </a:ext>
            </a:extLst>
          </p:cNvPr>
          <p:cNvSpPr>
            <a:spLocks xmlns:a="http://schemas.openxmlformats.org/drawingml/2006/main" noGrp="1"/>
          </p:cNvSpPr>
          <p:nvPr/>
        </p:nvSpPr>
        <p:spPr>
          <a:xfrm xmlns:a="http://schemas.openxmlformats.org/drawingml/2006/main">
            <a:off x="6156008" y="3657600"/>
            <a:ext cx="6477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تخصه.</a:t>
            </a:r>
          </a:p>
        </p:txBody>
      </p:sp>
      <p:sp>
        <p:nvSpPr>
          <p:cNvPr id="31" name="">
            <a:extLst xmlns:a="http://schemas.openxmlformats.org/drawingml/2006/main">
              <a:ext uri="{FF2B5EF4-FFF2-40B4-BE49-F238E27FC236}">
                <a16:creationId xmlns:a16="http://schemas.microsoft.com/office/drawing/2014/main" id="{DBA14489-0BA8-447C-B07F-14F72893BCD2}"/>
              </a:ext>
            </a:extLst>
          </p:cNvPr>
          <p:cNvSpPr>
            <a:spLocks xmlns:a="http://schemas.openxmlformats.org/drawingml/2006/main" noGrp="1"/>
          </p:cNvSpPr>
          <p:nvPr/>
        </p:nvSpPr>
        <p:spPr>
          <a:xfrm xmlns:a="http://schemas.openxmlformats.org/drawingml/2006/main">
            <a:off x="4572000" y="1924050"/>
            <a:ext cx="3333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ليه</a:t>
            </a:r>
          </a:p>
        </p:txBody>
      </p:sp>
      <p:sp>
        <p:nvSpPr>
          <p:cNvPr id="32" name="">
            <a:extLst xmlns:a="http://schemas.openxmlformats.org/drawingml/2006/main">
              <a:ext uri="{FF2B5EF4-FFF2-40B4-BE49-F238E27FC236}">
                <a16:creationId xmlns:a16="http://schemas.microsoft.com/office/drawing/2014/main" id="{E973D52F-11E4-4DB5-BD8B-EF0268B06DFB}"/>
              </a:ext>
            </a:extLst>
          </p:cNvPr>
          <p:cNvSpPr>
            <a:spLocks xmlns:a="http://schemas.openxmlformats.org/drawingml/2006/main" noGrp="1"/>
          </p:cNvSpPr>
          <p:nvPr/>
        </p:nvSpPr>
        <p:spPr>
          <a:xfrm xmlns:a="http://schemas.openxmlformats.org/drawingml/2006/main">
            <a:off x="3892868" y="1924050"/>
            <a:ext cx="5905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عندي</a:t>
            </a:r>
          </a:p>
        </p:txBody>
      </p:sp>
      <p:sp>
        <p:nvSpPr>
          <p:cNvPr id="33" name="">
            <a:extLst xmlns:a="http://schemas.openxmlformats.org/drawingml/2006/main">
              <a:ext uri="{FF2B5EF4-FFF2-40B4-BE49-F238E27FC236}">
                <a16:creationId xmlns:a16="http://schemas.microsoft.com/office/drawing/2014/main" id="{41978892-384D-4609-A3AE-EB044D5492E0}"/>
              </a:ext>
            </a:extLst>
          </p:cNvPr>
          <p:cNvSpPr>
            <a:spLocks xmlns:a="http://schemas.openxmlformats.org/drawingml/2006/main" noGrp="1"/>
          </p:cNvSpPr>
          <p:nvPr/>
        </p:nvSpPr>
        <p:spPr>
          <a:xfrm xmlns:a="http://schemas.openxmlformats.org/drawingml/2006/main">
            <a:off x="3023235" y="1924050"/>
            <a:ext cx="7810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مشروع</a:t>
            </a:r>
          </a:p>
        </p:txBody>
      </p:sp>
      <p:sp>
        <p:nvSpPr>
          <p:cNvPr id="34" name="">
            <a:extLst xmlns:a="http://schemas.openxmlformats.org/drawingml/2006/main">
              <a:ext uri="{FF2B5EF4-FFF2-40B4-BE49-F238E27FC236}">
                <a16:creationId xmlns:a16="http://schemas.microsoft.com/office/drawing/2014/main" id="{53BD568B-6EDB-4D28-8653-BEB6159944DA}"/>
              </a:ext>
            </a:extLst>
          </p:cNvPr>
          <p:cNvSpPr>
            <a:spLocks xmlns:a="http://schemas.openxmlformats.org/drawingml/2006/main" noGrp="1"/>
          </p:cNvSpPr>
          <p:nvPr/>
        </p:nvSpPr>
        <p:spPr>
          <a:xfrm xmlns:a="http://schemas.openxmlformats.org/drawingml/2006/main">
            <a:off x="2210752" y="1924050"/>
            <a:ext cx="7239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ناقص؟</a:t>
            </a:r>
          </a:p>
        </p:txBody>
      </p:sp>
      <p:sp>
        <p:nvSpPr>
          <p:cNvPr id="35" name="">
            <a:extLst xmlns:a="http://schemas.openxmlformats.org/drawingml/2006/main">
              <a:ext uri="{FF2B5EF4-FFF2-40B4-BE49-F238E27FC236}">
                <a16:creationId xmlns:a16="http://schemas.microsoft.com/office/drawing/2014/main" id="{FB9106FA-915B-45E5-A3AD-E3B209402A4A}"/>
              </a:ext>
            </a:extLst>
          </p:cNvPr>
          <p:cNvSpPr>
            <a:spLocks xmlns:a="http://schemas.openxmlformats.org/drawingml/2006/main" noGrp="1"/>
          </p:cNvSpPr>
          <p:nvPr/>
        </p:nvSpPr>
        <p:spPr>
          <a:xfrm xmlns:a="http://schemas.openxmlformats.org/drawingml/2006/main">
            <a:off x="4410075" y="3009900"/>
            <a:ext cx="495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راجع</a:t>
            </a:r>
          </a:p>
        </p:txBody>
      </p:sp>
      <p:sp>
        <p:nvSpPr>
          <p:cNvPr id="36" name="">
            <a:extLst xmlns:a="http://schemas.openxmlformats.org/drawingml/2006/main">
              <a:ext uri="{FF2B5EF4-FFF2-40B4-BE49-F238E27FC236}">
                <a16:creationId xmlns:a16="http://schemas.microsoft.com/office/drawing/2014/main" id="{28915894-6FE7-4B14-AD66-D1CA081D3A7C}"/>
              </a:ext>
            </a:extLst>
          </p:cNvPr>
          <p:cNvSpPr>
            <a:spLocks xmlns:a="http://schemas.openxmlformats.org/drawingml/2006/main" noGrp="1"/>
          </p:cNvSpPr>
          <p:nvPr/>
        </p:nvSpPr>
        <p:spPr>
          <a:xfrm xmlns:a="http://schemas.openxmlformats.org/drawingml/2006/main">
            <a:off x="3713798" y="300990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تعريف</a:t>
            </a:r>
          </a:p>
        </p:txBody>
      </p:sp>
      <p:sp>
        <p:nvSpPr>
          <p:cNvPr id="37" name="">
            <a:extLst xmlns:a="http://schemas.openxmlformats.org/drawingml/2006/main">
              <a:ext uri="{FF2B5EF4-FFF2-40B4-BE49-F238E27FC236}">
                <a16:creationId xmlns:a16="http://schemas.microsoft.com/office/drawing/2014/main" id="{8211EFE4-7AA3-4D21-ACA6-80A55E8F6D9E}"/>
              </a:ext>
            </a:extLst>
          </p:cNvPr>
          <p:cNvSpPr>
            <a:spLocks xmlns:a="http://schemas.openxmlformats.org/drawingml/2006/main" noGrp="1"/>
          </p:cNvSpPr>
          <p:nvPr/>
        </p:nvSpPr>
        <p:spPr>
          <a:xfrm xmlns:a="http://schemas.openxmlformats.org/drawingml/2006/main">
            <a:off x="2855595" y="300990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المشروع</a:t>
            </a:r>
          </a:p>
        </p:txBody>
      </p:sp>
      <p:sp>
        <p:nvSpPr>
          <p:cNvPr id="38" name="">
            <a:extLst xmlns:a="http://schemas.openxmlformats.org/drawingml/2006/main">
              <a:ext uri="{FF2B5EF4-FFF2-40B4-BE49-F238E27FC236}">
                <a16:creationId xmlns:a16="http://schemas.microsoft.com/office/drawing/2014/main" id="{7614C9E2-1D1B-44ED-B453-AC9E8FE05A66}"/>
              </a:ext>
            </a:extLst>
          </p:cNvPr>
          <p:cNvSpPr>
            <a:spLocks xmlns:a="http://schemas.openxmlformats.org/drawingml/2006/main" noGrp="1"/>
          </p:cNvSpPr>
          <p:nvPr/>
        </p:nvSpPr>
        <p:spPr>
          <a:xfrm xmlns:a="http://schemas.openxmlformats.org/drawingml/2006/main">
            <a:off x="2197417" y="3009900"/>
            <a:ext cx="5810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وحالته</a:t>
            </a:r>
          </a:p>
        </p:txBody>
      </p:sp>
      <p:sp>
        <p:nvSpPr>
          <p:cNvPr id="39" name="">
            <a:extLst xmlns:a="http://schemas.openxmlformats.org/drawingml/2006/main">
              <a:ext uri="{FF2B5EF4-FFF2-40B4-BE49-F238E27FC236}">
                <a16:creationId xmlns:a16="http://schemas.microsoft.com/office/drawing/2014/main" id="{D24ADF93-A475-4879-8162-F43D548FF699}"/>
              </a:ext>
            </a:extLst>
          </p:cNvPr>
          <p:cNvSpPr>
            <a:spLocks xmlns:a="http://schemas.openxmlformats.org/drawingml/2006/main" noGrp="1"/>
          </p:cNvSpPr>
          <p:nvPr/>
        </p:nvSpPr>
        <p:spPr>
          <a:xfrm xmlns:a="http://schemas.openxmlformats.org/drawingml/2006/main">
            <a:off x="1529715" y="30099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ونطاق</a:t>
            </a:r>
          </a:p>
        </p:txBody>
      </p:sp>
      <p:sp>
        <p:nvSpPr>
          <p:cNvPr id="40" name="">
            <a:extLst xmlns:a="http://schemas.openxmlformats.org/drawingml/2006/main">
              <a:ext uri="{FF2B5EF4-FFF2-40B4-BE49-F238E27FC236}">
                <a16:creationId xmlns:a16="http://schemas.microsoft.com/office/drawing/2014/main" id="{6CA74112-80E3-4849-849E-B3C28BC912F8}"/>
              </a:ext>
            </a:extLst>
          </p:cNvPr>
          <p:cNvSpPr>
            <a:spLocks xmlns:a="http://schemas.openxmlformats.org/drawingml/2006/main" noGrp="1"/>
          </p:cNvSpPr>
          <p:nvPr/>
        </p:nvSpPr>
        <p:spPr>
          <a:xfrm xmlns:a="http://schemas.openxmlformats.org/drawingml/2006/main">
            <a:off x="4029075" y="3382804"/>
            <a:ext cx="8763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صلاحيات</a:t>
            </a:r>
          </a:p>
        </p:txBody>
      </p:sp>
      <p:sp>
        <p:nvSpPr>
          <p:cNvPr id="41" name="">
            <a:extLst xmlns:a="http://schemas.openxmlformats.org/drawingml/2006/main">
              <a:ext uri="{FF2B5EF4-FFF2-40B4-BE49-F238E27FC236}">
                <a16:creationId xmlns:a16="http://schemas.microsoft.com/office/drawing/2014/main" id="{C0E98381-8A3D-4445-837E-3E356EA7DF8F}"/>
              </a:ext>
            </a:extLst>
          </p:cNvPr>
          <p:cNvSpPr>
            <a:spLocks xmlns:a="http://schemas.openxmlformats.org/drawingml/2006/main" noGrp="1"/>
          </p:cNvSpPr>
          <p:nvPr/>
        </p:nvSpPr>
        <p:spPr>
          <a:xfrm xmlns:a="http://schemas.openxmlformats.org/drawingml/2006/main">
            <a:off x="3266123" y="3382804"/>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الحساب</a:t>
            </a:r>
          </a:p>
        </p:txBody>
      </p:sp>
      <p:sp>
        <p:nvSpPr>
          <p:cNvPr id="42" name="">
            <a:extLst xmlns:a="http://schemas.openxmlformats.org/drawingml/2006/main">
              <a:ext uri="{FF2B5EF4-FFF2-40B4-BE49-F238E27FC236}">
                <a16:creationId xmlns:a16="http://schemas.microsoft.com/office/drawing/2014/main" id="{8061D60D-7417-44A9-AF2C-C0C73733EF84}"/>
              </a:ext>
            </a:extLst>
          </p:cNvPr>
          <p:cNvSpPr>
            <a:spLocks xmlns:a="http://schemas.openxmlformats.org/drawingml/2006/main" noGrp="1"/>
          </p:cNvSpPr>
          <p:nvPr/>
        </p:nvSpPr>
        <p:spPr>
          <a:xfrm xmlns:a="http://schemas.openxmlformats.org/drawingml/2006/main">
            <a:off x="2865120" y="3382804"/>
            <a:ext cx="323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قبل</a:t>
            </a:r>
          </a:p>
        </p:txBody>
      </p:sp>
      <p:sp>
        <p:nvSpPr>
          <p:cNvPr id="43" name="">
            <a:extLst xmlns:a="http://schemas.openxmlformats.org/drawingml/2006/main">
              <a:ext uri="{FF2B5EF4-FFF2-40B4-BE49-F238E27FC236}">
                <a16:creationId xmlns:a16="http://schemas.microsoft.com/office/drawing/2014/main" id="{971FA7C3-6FDC-4FB8-81F3-0B115CCEDC11}"/>
              </a:ext>
            </a:extLst>
          </p:cNvPr>
          <p:cNvSpPr>
            <a:spLocks xmlns:a="http://schemas.openxmlformats.org/drawingml/2006/main" noGrp="1"/>
          </p:cNvSpPr>
          <p:nvPr/>
        </p:nvSpPr>
        <p:spPr>
          <a:xfrm xmlns:a="http://schemas.openxmlformats.org/drawingml/2006/main">
            <a:off x="2311717" y="3382804"/>
            <a:ext cx="476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إنشاء</a:t>
            </a:r>
          </a:p>
        </p:txBody>
      </p:sp>
      <p:sp>
        <p:nvSpPr>
          <p:cNvPr id="44" name="">
            <a:extLst xmlns:a="http://schemas.openxmlformats.org/drawingml/2006/main">
              <a:ext uri="{FF2B5EF4-FFF2-40B4-BE49-F238E27FC236}">
                <a16:creationId xmlns:a16="http://schemas.microsoft.com/office/drawing/2014/main" id="{704BD7CB-344F-40A5-B391-1F8D2C34DD0A}"/>
              </a:ext>
            </a:extLst>
          </p:cNvPr>
          <p:cNvSpPr>
            <a:spLocks xmlns:a="http://schemas.openxmlformats.org/drawingml/2006/main" noGrp="1"/>
          </p:cNvSpPr>
          <p:nvPr/>
        </p:nvSpPr>
        <p:spPr>
          <a:xfrm xmlns:a="http://schemas.openxmlformats.org/drawingml/2006/main">
            <a:off x="1558290"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مشروع</a:t>
            </a:r>
          </a:p>
        </p:txBody>
      </p:sp>
      <p:sp>
        <p:nvSpPr>
          <p:cNvPr id="45" name="">
            <a:extLst xmlns:a="http://schemas.openxmlformats.org/drawingml/2006/main">
              <a:ext uri="{FF2B5EF4-FFF2-40B4-BE49-F238E27FC236}">
                <a16:creationId xmlns:a16="http://schemas.microsoft.com/office/drawing/2014/main" id="{827909C2-6846-4E38-A85E-A07FC688F554}"/>
              </a:ext>
            </a:extLst>
          </p:cNvPr>
          <p:cNvSpPr>
            <a:spLocks xmlns:a="http://schemas.openxmlformats.org/drawingml/2006/main" noGrp="1"/>
          </p:cNvSpPr>
          <p:nvPr/>
        </p:nvSpPr>
        <p:spPr>
          <a:xfrm xmlns:a="http://schemas.openxmlformats.org/drawingml/2006/main">
            <a:off x="890587" y="3382804"/>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مكرر.</a:t>
            </a:r>
          </a:p>
        </p:txBody>
      </p:sp>
    </p:spTree>
    <p:extLst>
      <p:ext uri="{BB962C8B-B14F-4D97-AF65-F5344CB8AC3E}">
        <p14:creationId xmlns:p14="http://schemas.microsoft.com/office/powerpoint/2010/main" val="1686677998"/>
      </p:ext>
    </p:extLst>
  </p:cSld>
</p:sld>
</file>

<file path=ppt/slides/slide33.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ECFB047-9CDF-47BE-9408-EEFF8EA44B6F}"/>
              </a:ext>
            </a:extLst>
          </p:cNvPr>
          <p:cNvSpPr>
            <a:spLocks xmlns:a="http://schemas.openxmlformats.org/drawingml/2006/main" noGrp="1"/>
          </p:cNvSpPr>
          <p:nvPr/>
        </p:nvSpPr>
        <p:spPr>
          <a:xfrm xmlns:a="http://schemas.openxmlformats.org/drawingml/2006/main">
            <a:off x="11172825" y="333375"/>
            <a:ext cx="4000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تطبيق</a:t>
            </a:r>
          </a:p>
        </p:txBody>
      </p:sp>
      <p:sp>
        <p:nvSpPr>
          <p:cNvPr id="2" name="">
            <a:extLst xmlns:a="http://schemas.openxmlformats.org/drawingml/2006/main">
              <a:ext uri="{FF2B5EF4-FFF2-40B4-BE49-F238E27FC236}">
                <a16:creationId xmlns:a16="http://schemas.microsoft.com/office/drawing/2014/main" id="{D167630E-E2FE-4EA5-A780-E3BE91D1EA04}"/>
              </a:ext>
            </a:extLst>
          </p:cNvPr>
          <p:cNvSpPr>
            <a:spLocks xmlns:a="http://schemas.openxmlformats.org/drawingml/2006/main" noGrp="1"/>
          </p:cNvSpPr>
          <p:nvPr/>
        </p:nvSpPr>
        <p:spPr>
          <a:xfrm xmlns:a="http://schemas.openxmlformats.org/drawingml/2006/main">
            <a:off x="10759440" y="333375"/>
            <a:ext cx="361950"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2563EB"/>
                </a:solidFill>
                <a:latin typeface="Arial"/>
                <a:ea typeface="Arial"/>
                <a:cs typeface="Arial"/>
              </a:defRPr>
            </a:pPr>
            <a:r>
              <a:rPr sz="1350" b="1">
                <a:solidFill>
                  <a:srgbClr val="2563EB"/>
                </a:solidFill>
                <a:latin typeface="Arial"/>
                <a:ea typeface="Arial"/>
                <a:cs typeface="Arial"/>
              </a:rPr>
              <a:t>عملي</a:t>
            </a:r>
          </a:p>
        </p:txBody>
      </p:sp>
      <p:sp>
        <p:nvSpPr>
          <p:cNvPr id="3" name="">
            <a:extLst xmlns:a="http://schemas.openxmlformats.org/drawingml/2006/main">
              <a:ext uri="{FF2B5EF4-FFF2-40B4-BE49-F238E27FC236}">
                <a16:creationId xmlns:a16="http://schemas.microsoft.com/office/drawing/2014/main" id="{9762C1F8-EBEA-43A2-A12D-4314AC9E7FC8}"/>
              </a:ext>
            </a:extLst>
          </p:cNvPr>
          <p:cNvSpPr>
            <a:spLocks xmlns:a="http://schemas.openxmlformats.org/drawingml/2006/main" noGrp="1"/>
          </p:cNvSpPr>
          <p:nvPr/>
        </p:nvSpPr>
        <p:spPr>
          <a:xfrm xmlns:a="http://schemas.openxmlformats.org/drawingml/2006/main">
            <a:off x="10734675" y="781050"/>
            <a:ext cx="838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تمرين</a:t>
            </a:r>
          </a:p>
        </p:txBody>
      </p:sp>
      <p:sp>
        <p:nvSpPr>
          <p:cNvPr id="4" name="">
            <a:extLst xmlns:a="http://schemas.openxmlformats.org/drawingml/2006/main">
              <a:ext uri="{FF2B5EF4-FFF2-40B4-BE49-F238E27FC236}">
                <a16:creationId xmlns:a16="http://schemas.microsoft.com/office/drawing/2014/main" id="{5B170572-2398-4A26-9112-98A1CD797D41}"/>
              </a:ext>
            </a:extLst>
          </p:cNvPr>
          <p:cNvSpPr>
            <a:spLocks xmlns:a="http://schemas.openxmlformats.org/drawingml/2006/main" noGrp="1"/>
          </p:cNvSpPr>
          <p:nvPr/>
        </p:nvSpPr>
        <p:spPr>
          <a:xfrm xmlns:a="http://schemas.openxmlformats.org/drawingml/2006/main">
            <a:off x="9747885" y="781050"/>
            <a:ext cx="866775"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ختامي</a:t>
            </a:r>
          </a:p>
        </p:txBody>
      </p:sp>
      <p:sp>
        <p:nvSpPr>
          <p:cNvPr id="5" name="">
            <a:extLst xmlns:a="http://schemas.openxmlformats.org/drawingml/2006/main">
              <a:ext uri="{FF2B5EF4-FFF2-40B4-BE49-F238E27FC236}">
                <a16:creationId xmlns:a16="http://schemas.microsoft.com/office/drawing/2014/main" id="{E6266F79-C7FF-43D3-8229-792E8A75B972}"/>
              </a:ext>
            </a:extLst>
          </p:cNvPr>
          <p:cNvSpPr>
            <a:spLocks xmlns:a="http://schemas.openxmlformats.org/drawingml/2006/main" noGrp="1"/>
          </p:cNvSpPr>
          <p:nvPr/>
        </p:nvSpPr>
        <p:spPr>
          <a:xfrm xmlns:a="http://schemas.openxmlformats.org/drawingml/2006/main">
            <a:off x="9208770" y="781050"/>
            <a:ext cx="4191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مع</a:t>
            </a:r>
          </a:p>
        </p:txBody>
      </p:sp>
      <p:sp>
        <p:nvSpPr>
          <p:cNvPr id="6" name="">
            <a:extLst xmlns:a="http://schemas.openxmlformats.org/drawingml/2006/main">
              <a:ext uri="{FF2B5EF4-FFF2-40B4-BE49-F238E27FC236}">
                <a16:creationId xmlns:a16="http://schemas.microsoft.com/office/drawing/2014/main" id="{6CD1E7AE-AC77-4E12-824F-709905200C71}"/>
              </a:ext>
            </a:extLst>
          </p:cNvPr>
          <p:cNvSpPr>
            <a:spLocks xmlns:a="http://schemas.openxmlformats.org/drawingml/2006/main" noGrp="1"/>
          </p:cNvSpPr>
          <p:nvPr/>
        </p:nvSpPr>
        <p:spPr>
          <a:xfrm xmlns:a="http://schemas.openxmlformats.org/drawingml/2006/main">
            <a:off x="8250555" y="781050"/>
            <a:ext cx="838200" cy="5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3150" b="1">
                <a:solidFill>
                  <a:srgbClr val="10203E"/>
                </a:solidFill>
                <a:latin typeface="Arial"/>
                <a:ea typeface="Arial"/>
                <a:cs typeface="Arial"/>
              </a:defRPr>
            </a:pPr>
            <a:r>
              <a:rPr sz="3150" b="1">
                <a:solidFill>
                  <a:srgbClr val="10203E"/>
                </a:solidFill>
                <a:latin typeface="Arial"/>
                <a:ea typeface="Arial"/>
                <a:cs typeface="Arial"/>
              </a:rPr>
              <a:t>العميل</a:t>
            </a:r>
          </a:p>
        </p:txBody>
      </p:sp>
      <p:sp>
        <p:nvSpPr>
          <p:cNvPr id="7" name="">
            <a:extLst xmlns:a="http://schemas.openxmlformats.org/drawingml/2006/main">
              <a:ext uri="{FF2B5EF4-FFF2-40B4-BE49-F238E27FC236}">
                <a16:creationId xmlns:a16="http://schemas.microsoft.com/office/drawing/2014/main" id="{783BFAE2-6F97-44B7-8919-9ACDE39DAE08}"/>
              </a:ext>
            </a:extLst>
          </p:cNvPr>
          <p:cNvSpPr>
            <a:spLocks xmlns:a="http://schemas.openxmlformats.org/drawingml/2006/main" noGrp="1"/>
          </p:cNvSpPr>
          <p:nvPr/>
        </p:nvSpPr>
        <p:spPr>
          <a:xfrm xmlns:a="http://schemas.openxmlformats.org/drawingml/2006/main">
            <a:off x="962025" y="6429375"/>
            <a:ext cx="2286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4748B"/>
                </a:solidFill>
                <a:latin typeface="Arial"/>
                <a:ea typeface="Arial"/>
                <a:cs typeface="Arial"/>
              </a:defRPr>
            </a:pPr>
            <a:r>
              <a:rPr sz="1200" b="0">
                <a:solidFill>
                  <a:srgbClr val="64748B"/>
                </a:solidFill>
                <a:latin typeface="Arial"/>
                <a:ea typeface="Arial"/>
                <a:cs typeface="Arial"/>
              </a:rPr>
              <a:t>33</a:t>
            </a:r>
          </a:p>
        </p:txBody>
      </p:sp>
      <p:sp>
        <p:nvSpPr>
          <p:cNvPr id="8" name="">
            <a:extLst xmlns:a="http://schemas.openxmlformats.org/drawingml/2006/main">
              <a:ext uri="{FF2B5EF4-FFF2-40B4-BE49-F238E27FC236}">
                <a16:creationId xmlns:a16="http://schemas.microsoft.com/office/drawing/2014/main" id="{EF87C5D9-D205-4AE2-9B71-7DF832909D34}"/>
              </a:ext>
            </a:extLst>
          </p:cNvPr>
          <p:cNvSpPr>
            <a:spLocks xmlns:a="http://schemas.openxmlformats.org/drawingml/2006/main" noGrp="1"/>
          </p:cNvSpPr>
          <p:nvPr/>
        </p:nvSpPr>
        <p:spPr>
          <a:xfrm xmlns:a="http://schemas.openxmlformats.org/drawingml/2006/main">
            <a:off x="11182350" y="180975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0FCA0DB6-4C36-476C-B5E0-90F8D86197CF}"/>
              </a:ext>
            </a:extLst>
          </p:cNvPr>
          <p:cNvSpPr>
            <a:spLocks xmlns:a="http://schemas.openxmlformats.org/drawingml/2006/main" noGrp="1"/>
          </p:cNvSpPr>
          <p:nvPr/>
        </p:nvSpPr>
        <p:spPr>
          <a:xfrm xmlns:a="http://schemas.openxmlformats.org/drawingml/2006/main">
            <a:off x="10106025" y="1809750"/>
            <a:ext cx="5619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فاتورة</a:t>
            </a:r>
          </a:p>
        </p:txBody>
      </p:sp>
      <p:sp>
        <p:nvSpPr>
          <p:cNvPr id="10" name="">
            <a:extLst xmlns:a="http://schemas.openxmlformats.org/drawingml/2006/main">
              <a:ext uri="{FF2B5EF4-FFF2-40B4-BE49-F238E27FC236}">
                <a16:creationId xmlns:a16="http://schemas.microsoft.com/office/drawing/2014/main" id="{450B574B-9FDA-48F3-B886-83AAE8F0B97F}"/>
              </a:ext>
            </a:extLst>
          </p:cNvPr>
          <p:cNvSpPr>
            <a:spLocks xmlns:a="http://schemas.openxmlformats.org/drawingml/2006/main" noGrp="1"/>
          </p:cNvSpPr>
          <p:nvPr/>
        </p:nvSpPr>
        <p:spPr>
          <a:xfrm xmlns:a="http://schemas.openxmlformats.org/drawingml/2006/main">
            <a:off x="9181148" y="1809750"/>
            <a:ext cx="847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10,000</a:t>
            </a:r>
          </a:p>
        </p:txBody>
      </p:sp>
      <p:sp>
        <p:nvSpPr>
          <p:cNvPr id="11" name="">
            <a:extLst xmlns:a="http://schemas.openxmlformats.org/drawingml/2006/main">
              <a:ext uri="{FF2B5EF4-FFF2-40B4-BE49-F238E27FC236}">
                <a16:creationId xmlns:a16="http://schemas.microsoft.com/office/drawing/2014/main" id="{A0D7FA9D-8481-43CA-A1B1-BEA2D2BD415C}"/>
              </a:ext>
            </a:extLst>
          </p:cNvPr>
          <p:cNvSpPr>
            <a:spLocks xmlns:a="http://schemas.openxmlformats.org/drawingml/2006/main" noGrp="1"/>
          </p:cNvSpPr>
          <p:nvPr/>
        </p:nvSpPr>
        <p:spPr>
          <a:xfrm xmlns:a="http://schemas.openxmlformats.org/drawingml/2006/main">
            <a:off x="8770620" y="1809750"/>
            <a:ext cx="3333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دُفع</a:t>
            </a:r>
          </a:p>
        </p:txBody>
      </p:sp>
      <p:sp>
        <p:nvSpPr>
          <p:cNvPr id="12" name="">
            <a:extLst xmlns:a="http://schemas.openxmlformats.org/drawingml/2006/main">
              <a:ext uri="{FF2B5EF4-FFF2-40B4-BE49-F238E27FC236}">
                <a16:creationId xmlns:a16="http://schemas.microsoft.com/office/drawing/2014/main" id="{CF56EB5E-C366-4542-AF05-F9DEEE7BE989}"/>
              </a:ext>
            </a:extLst>
          </p:cNvPr>
          <p:cNvSpPr>
            <a:spLocks xmlns:a="http://schemas.openxmlformats.org/drawingml/2006/main" noGrp="1"/>
          </p:cNvSpPr>
          <p:nvPr/>
        </p:nvSpPr>
        <p:spPr>
          <a:xfrm xmlns:a="http://schemas.openxmlformats.org/drawingml/2006/main">
            <a:off x="8302943" y="1809750"/>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منها</a:t>
            </a:r>
          </a:p>
        </p:txBody>
      </p:sp>
      <p:sp>
        <p:nvSpPr>
          <p:cNvPr id="13" name="">
            <a:extLst xmlns:a="http://schemas.openxmlformats.org/drawingml/2006/main">
              <a:ext uri="{FF2B5EF4-FFF2-40B4-BE49-F238E27FC236}">
                <a16:creationId xmlns:a16="http://schemas.microsoft.com/office/drawing/2014/main" id="{5947E848-F034-4A9A-A889-AB39D4683929}"/>
              </a:ext>
            </a:extLst>
          </p:cNvPr>
          <p:cNvSpPr>
            <a:spLocks xmlns:a="http://schemas.openxmlformats.org/drawingml/2006/main" noGrp="1"/>
          </p:cNvSpPr>
          <p:nvPr/>
        </p:nvSpPr>
        <p:spPr>
          <a:xfrm xmlns:a="http://schemas.openxmlformats.org/drawingml/2006/main">
            <a:off x="7520940" y="180975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4,000</a:t>
            </a:r>
          </a:p>
        </p:txBody>
      </p:sp>
      <p:sp>
        <p:nvSpPr>
          <p:cNvPr id="14" name="">
            <a:extLst xmlns:a="http://schemas.openxmlformats.org/drawingml/2006/main">
              <a:ext uri="{FF2B5EF4-FFF2-40B4-BE49-F238E27FC236}">
                <a16:creationId xmlns:a16="http://schemas.microsoft.com/office/drawing/2014/main" id="{2734E479-D0FE-47AF-A906-D61CCA76C0DD}"/>
              </a:ext>
            </a:extLst>
          </p:cNvPr>
          <p:cNvSpPr>
            <a:spLocks xmlns:a="http://schemas.openxmlformats.org/drawingml/2006/main" noGrp="1"/>
          </p:cNvSpPr>
          <p:nvPr/>
        </p:nvSpPr>
        <p:spPr>
          <a:xfrm xmlns:a="http://schemas.openxmlformats.org/drawingml/2006/main">
            <a:off x="7148513" y="1809750"/>
            <a:ext cx="295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a:t>
            </a:r>
          </a:p>
        </p:txBody>
      </p:sp>
      <p:sp>
        <p:nvSpPr>
          <p:cNvPr id="15" name="">
            <a:extLst xmlns:a="http://schemas.openxmlformats.org/drawingml/2006/main">
              <a:ext uri="{FF2B5EF4-FFF2-40B4-BE49-F238E27FC236}">
                <a16:creationId xmlns:a16="http://schemas.microsoft.com/office/drawing/2014/main" id="{9946BF33-3AEF-4268-A238-F15453164477}"/>
              </a:ext>
            </a:extLst>
          </p:cNvPr>
          <p:cNvSpPr>
            <a:spLocks xmlns:a="http://schemas.openxmlformats.org/drawingml/2006/main" noGrp="1"/>
          </p:cNvSpPr>
          <p:nvPr/>
        </p:nvSpPr>
        <p:spPr>
          <a:xfrm xmlns:a="http://schemas.openxmlformats.org/drawingml/2006/main">
            <a:off x="6414135" y="180975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الخزنة.</a:t>
            </a:r>
          </a:p>
        </p:txBody>
      </p:sp>
      <p:sp>
        <p:nvSpPr>
          <p:cNvPr id="16" name="">
            <a:extLst xmlns:a="http://schemas.openxmlformats.org/drawingml/2006/main">
              <a:ext uri="{FF2B5EF4-FFF2-40B4-BE49-F238E27FC236}">
                <a16:creationId xmlns:a16="http://schemas.microsoft.com/office/drawing/2014/main" id="{B5B128E7-5E38-41D0-A11D-228C571A906E}"/>
              </a:ext>
            </a:extLst>
          </p:cNvPr>
          <p:cNvSpPr>
            <a:spLocks xmlns:a="http://schemas.openxmlformats.org/drawingml/2006/main" noGrp="1"/>
          </p:cNvSpPr>
          <p:nvPr/>
        </p:nvSpPr>
        <p:spPr>
          <a:xfrm xmlns:a="http://schemas.openxmlformats.org/drawingml/2006/main">
            <a:off x="11182350" y="2733675"/>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EE425A7F-7398-4A45-9DFA-1BE05E2EFFFD}"/>
              </a:ext>
            </a:extLst>
          </p:cNvPr>
          <p:cNvSpPr>
            <a:spLocks xmlns:a="http://schemas.openxmlformats.org/drawingml/2006/main" noGrp="1"/>
          </p:cNvSpPr>
          <p:nvPr/>
        </p:nvSpPr>
        <p:spPr>
          <a:xfrm xmlns:a="http://schemas.openxmlformats.org/drawingml/2006/main">
            <a:off x="10210800" y="2733675"/>
            <a:ext cx="457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عهدة</a:t>
            </a:r>
          </a:p>
        </p:txBody>
      </p:sp>
      <p:sp>
        <p:nvSpPr>
          <p:cNvPr id="18" name="">
            <a:extLst xmlns:a="http://schemas.openxmlformats.org/drawingml/2006/main">
              <a:ext uri="{FF2B5EF4-FFF2-40B4-BE49-F238E27FC236}">
                <a16:creationId xmlns:a16="http://schemas.microsoft.com/office/drawing/2014/main" id="{CC6D11DC-48FB-450D-B5AC-B61B2DA82FFD}"/>
              </a:ext>
            </a:extLst>
          </p:cNvPr>
          <p:cNvSpPr>
            <a:spLocks xmlns:a="http://schemas.openxmlformats.org/drawingml/2006/main" noGrp="1"/>
          </p:cNvSpPr>
          <p:nvPr/>
        </p:nvSpPr>
        <p:spPr>
          <a:xfrm xmlns:a="http://schemas.openxmlformats.org/drawingml/2006/main">
            <a:off x="9428798" y="2733675"/>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3,000</a:t>
            </a:r>
          </a:p>
        </p:txBody>
      </p:sp>
      <p:sp>
        <p:nvSpPr>
          <p:cNvPr id="19" name="">
            <a:extLst xmlns:a="http://schemas.openxmlformats.org/drawingml/2006/main">
              <a:ext uri="{FF2B5EF4-FFF2-40B4-BE49-F238E27FC236}">
                <a16:creationId xmlns:a16="http://schemas.microsoft.com/office/drawing/2014/main" id="{05EA9AC6-F829-4456-B011-00C1E0370414}"/>
              </a:ext>
            </a:extLst>
          </p:cNvPr>
          <p:cNvSpPr>
            <a:spLocks xmlns:a="http://schemas.openxmlformats.org/drawingml/2006/main" noGrp="1"/>
          </p:cNvSpPr>
          <p:nvPr/>
        </p:nvSpPr>
        <p:spPr>
          <a:xfrm xmlns:a="http://schemas.openxmlformats.org/drawingml/2006/main">
            <a:off x="8742045" y="2733675"/>
            <a:ext cx="609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صُرف</a:t>
            </a:r>
          </a:p>
        </p:txBody>
      </p:sp>
      <p:sp>
        <p:nvSpPr>
          <p:cNvPr id="20" name="">
            <a:extLst xmlns:a="http://schemas.openxmlformats.org/drawingml/2006/main">
              <a:ext uri="{FF2B5EF4-FFF2-40B4-BE49-F238E27FC236}">
                <a16:creationId xmlns:a16="http://schemas.microsoft.com/office/drawing/2014/main" id="{86450C8D-6C52-4BDB-B0D6-262B68925B6E}"/>
              </a:ext>
            </a:extLst>
          </p:cNvPr>
          <p:cNvSpPr>
            <a:spLocks xmlns:a="http://schemas.openxmlformats.org/drawingml/2006/main" noGrp="1"/>
          </p:cNvSpPr>
          <p:nvPr/>
        </p:nvSpPr>
        <p:spPr>
          <a:xfrm xmlns:a="http://schemas.openxmlformats.org/drawingml/2006/main">
            <a:off x="8274368" y="2733675"/>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منها</a:t>
            </a:r>
          </a:p>
        </p:txBody>
      </p:sp>
      <p:sp>
        <p:nvSpPr>
          <p:cNvPr id="21" name="">
            <a:extLst xmlns:a="http://schemas.openxmlformats.org/drawingml/2006/main">
              <a:ext uri="{FF2B5EF4-FFF2-40B4-BE49-F238E27FC236}">
                <a16:creationId xmlns:a16="http://schemas.microsoft.com/office/drawing/2014/main" id="{930166ED-EB3A-411E-9658-3C501E4DC760}"/>
              </a:ext>
            </a:extLst>
          </p:cNvPr>
          <p:cNvSpPr>
            <a:spLocks xmlns:a="http://schemas.openxmlformats.org/drawingml/2006/main" noGrp="1"/>
          </p:cNvSpPr>
          <p:nvPr/>
        </p:nvSpPr>
        <p:spPr>
          <a:xfrm xmlns:a="http://schemas.openxmlformats.org/drawingml/2006/main">
            <a:off x="7492365" y="2733675"/>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1,800</a:t>
            </a:r>
          </a:p>
        </p:txBody>
      </p:sp>
      <p:sp>
        <p:nvSpPr>
          <p:cNvPr id="22" name="">
            <a:extLst xmlns:a="http://schemas.openxmlformats.org/drawingml/2006/main">
              <a:ext uri="{FF2B5EF4-FFF2-40B4-BE49-F238E27FC236}">
                <a16:creationId xmlns:a16="http://schemas.microsoft.com/office/drawing/2014/main" id="{EAB6D76C-F29A-4795-AEA6-F96EFEF002AA}"/>
              </a:ext>
            </a:extLst>
          </p:cNvPr>
          <p:cNvSpPr>
            <a:spLocks xmlns:a="http://schemas.openxmlformats.org/drawingml/2006/main" noGrp="1"/>
          </p:cNvSpPr>
          <p:nvPr/>
        </p:nvSpPr>
        <p:spPr>
          <a:xfrm xmlns:a="http://schemas.openxmlformats.org/drawingml/2006/main">
            <a:off x="7205663" y="2733675"/>
            <a:ext cx="209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ثم</a:t>
            </a:r>
          </a:p>
        </p:txBody>
      </p:sp>
      <p:sp>
        <p:nvSpPr>
          <p:cNvPr id="23" name="">
            <a:extLst xmlns:a="http://schemas.openxmlformats.org/drawingml/2006/main">
              <a:ext uri="{FF2B5EF4-FFF2-40B4-BE49-F238E27FC236}">
                <a16:creationId xmlns:a16="http://schemas.microsoft.com/office/drawing/2014/main" id="{7129BF33-D12B-4A2A-81A4-6BB032506B02}"/>
              </a:ext>
            </a:extLst>
          </p:cNvPr>
          <p:cNvSpPr>
            <a:spLocks xmlns:a="http://schemas.openxmlformats.org/drawingml/2006/main" noGrp="1"/>
          </p:cNvSpPr>
          <p:nvPr/>
        </p:nvSpPr>
        <p:spPr>
          <a:xfrm xmlns:a="http://schemas.openxmlformats.org/drawingml/2006/main">
            <a:off x="6852285" y="2733675"/>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رد</a:t>
            </a:r>
          </a:p>
        </p:txBody>
      </p:sp>
      <p:sp>
        <p:nvSpPr>
          <p:cNvPr id="24" name="">
            <a:extLst xmlns:a="http://schemas.openxmlformats.org/drawingml/2006/main">
              <a:ext uri="{FF2B5EF4-FFF2-40B4-BE49-F238E27FC236}">
                <a16:creationId xmlns:a16="http://schemas.microsoft.com/office/drawing/2014/main" id="{972B1FD1-DE1F-4F8C-8D47-5DDF074E692B}"/>
              </a:ext>
            </a:extLst>
          </p:cNvPr>
          <p:cNvSpPr>
            <a:spLocks xmlns:a="http://schemas.openxmlformats.org/drawingml/2006/main" noGrp="1"/>
          </p:cNvSpPr>
          <p:nvPr/>
        </p:nvSpPr>
        <p:spPr>
          <a:xfrm xmlns:a="http://schemas.openxmlformats.org/drawingml/2006/main">
            <a:off x="6089333" y="2733675"/>
            <a:ext cx="6858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المتبقي.</a:t>
            </a:r>
          </a:p>
        </p:txBody>
      </p:sp>
      <p:sp>
        <p:nvSpPr>
          <p:cNvPr id="25" name="">
            <a:extLst xmlns:a="http://schemas.openxmlformats.org/drawingml/2006/main">
              <a:ext uri="{FF2B5EF4-FFF2-40B4-BE49-F238E27FC236}">
                <a16:creationId xmlns:a16="http://schemas.microsoft.com/office/drawing/2014/main" id="{90A48AA9-C68A-4B87-AB03-4A78E4EF7B7B}"/>
              </a:ext>
            </a:extLst>
          </p:cNvPr>
          <p:cNvSpPr>
            <a:spLocks xmlns:a="http://schemas.openxmlformats.org/drawingml/2006/main" noGrp="1"/>
          </p:cNvSpPr>
          <p:nvPr/>
        </p:nvSpPr>
        <p:spPr>
          <a:xfrm xmlns:a="http://schemas.openxmlformats.org/drawingml/2006/main">
            <a:off x="11182350" y="3657600"/>
            <a:ext cx="3333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1">
                <a:solidFill>
                  <a:srgbClr val="2563EB"/>
                </a:solidFill>
                <a:latin typeface="Arial"/>
                <a:ea typeface="Arial"/>
                <a:cs typeface="Arial"/>
              </a:defRPr>
            </a:pPr>
            <a:r>
              <a:rPr sz="1950" b="1">
                <a:solidFill>
                  <a:srgbClr val="2563EB"/>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86E29E18-45BE-417F-8B61-94DABFA42988}"/>
              </a:ext>
            </a:extLst>
          </p:cNvPr>
          <p:cNvSpPr>
            <a:spLocks xmlns:a="http://schemas.openxmlformats.org/drawingml/2006/main" noGrp="1"/>
          </p:cNvSpPr>
          <p:nvPr/>
        </p:nvSpPr>
        <p:spPr>
          <a:xfrm xmlns:a="http://schemas.openxmlformats.org/drawingml/2006/main">
            <a:off x="10315575" y="3657600"/>
            <a:ext cx="3524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عقد</a:t>
            </a:r>
          </a:p>
        </p:txBody>
      </p:sp>
      <p:sp>
        <p:nvSpPr>
          <p:cNvPr id="27" name="">
            <a:extLst xmlns:a="http://schemas.openxmlformats.org/drawingml/2006/main">
              <a:ext uri="{FF2B5EF4-FFF2-40B4-BE49-F238E27FC236}">
                <a16:creationId xmlns:a16="http://schemas.microsoft.com/office/drawing/2014/main" id="{E1CF4F60-C658-4420-B98E-B4DE946620FC}"/>
              </a:ext>
            </a:extLst>
          </p:cNvPr>
          <p:cNvSpPr>
            <a:spLocks xmlns:a="http://schemas.openxmlformats.org/drawingml/2006/main" noGrp="1"/>
          </p:cNvSpPr>
          <p:nvPr/>
        </p:nvSpPr>
        <p:spPr>
          <a:xfrm xmlns:a="http://schemas.openxmlformats.org/drawingml/2006/main">
            <a:off x="9247823" y="3657600"/>
            <a:ext cx="9906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100,000</a:t>
            </a:r>
          </a:p>
        </p:txBody>
      </p:sp>
      <p:sp>
        <p:nvSpPr>
          <p:cNvPr id="28" name="">
            <a:extLst xmlns:a="http://schemas.openxmlformats.org/drawingml/2006/main">
              <a:ext uri="{FF2B5EF4-FFF2-40B4-BE49-F238E27FC236}">
                <a16:creationId xmlns:a16="http://schemas.microsoft.com/office/drawing/2014/main" id="{3EF4D928-A754-43D2-A710-6B986C858468}"/>
              </a:ext>
            </a:extLst>
          </p:cNvPr>
          <p:cNvSpPr>
            <a:spLocks xmlns:a="http://schemas.openxmlformats.org/drawingml/2006/main" noGrp="1"/>
          </p:cNvSpPr>
          <p:nvPr/>
        </p:nvSpPr>
        <p:spPr>
          <a:xfrm xmlns:a="http://schemas.openxmlformats.org/drawingml/2006/main">
            <a:off x="8513445" y="3657600"/>
            <a:ext cx="657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ومذكرة</a:t>
            </a:r>
          </a:p>
        </p:txBody>
      </p:sp>
      <p:sp>
        <p:nvSpPr>
          <p:cNvPr id="29" name="">
            <a:extLst xmlns:a="http://schemas.openxmlformats.org/drawingml/2006/main">
              <a:ext uri="{FF2B5EF4-FFF2-40B4-BE49-F238E27FC236}">
                <a16:creationId xmlns:a16="http://schemas.microsoft.com/office/drawing/2014/main" id="{5812F666-F0EC-4ECB-9C11-63EF7FB566D5}"/>
              </a:ext>
            </a:extLst>
          </p:cNvPr>
          <p:cNvSpPr>
            <a:spLocks xmlns:a="http://schemas.openxmlformats.org/drawingml/2006/main" noGrp="1"/>
          </p:cNvSpPr>
          <p:nvPr/>
        </p:nvSpPr>
        <p:spPr>
          <a:xfrm xmlns:a="http://schemas.openxmlformats.org/drawingml/2006/main">
            <a:off x="7817168" y="3657600"/>
            <a:ext cx="6191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بصافي</a:t>
            </a:r>
          </a:p>
        </p:txBody>
      </p:sp>
      <p:sp>
        <p:nvSpPr>
          <p:cNvPr id="30" name="">
            <a:extLst xmlns:a="http://schemas.openxmlformats.org/drawingml/2006/main">
              <a:ext uri="{FF2B5EF4-FFF2-40B4-BE49-F238E27FC236}">
                <a16:creationId xmlns:a16="http://schemas.microsoft.com/office/drawing/2014/main" id="{68AAF78C-A728-4028-8944-2287451F7AA5}"/>
              </a:ext>
            </a:extLst>
          </p:cNvPr>
          <p:cNvSpPr>
            <a:spLocks xmlns:a="http://schemas.openxmlformats.org/drawingml/2006/main" noGrp="1"/>
          </p:cNvSpPr>
          <p:nvPr/>
        </p:nvSpPr>
        <p:spPr>
          <a:xfrm xmlns:a="http://schemas.openxmlformats.org/drawingml/2006/main">
            <a:off x="7273290" y="3657600"/>
            <a:ext cx="4667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زيادة</a:t>
            </a:r>
          </a:p>
        </p:txBody>
      </p:sp>
      <p:sp>
        <p:nvSpPr>
          <p:cNvPr id="31" name="">
            <a:extLst xmlns:a="http://schemas.openxmlformats.org/drawingml/2006/main">
              <a:ext uri="{FF2B5EF4-FFF2-40B4-BE49-F238E27FC236}">
                <a16:creationId xmlns:a16="http://schemas.microsoft.com/office/drawing/2014/main" id="{AA4BBFBA-FE38-447F-9F6D-6B373630C488}"/>
              </a:ext>
            </a:extLst>
          </p:cNvPr>
          <p:cNvSpPr>
            <a:spLocks xmlns:a="http://schemas.openxmlformats.org/drawingml/2006/main" noGrp="1"/>
          </p:cNvSpPr>
          <p:nvPr/>
        </p:nvSpPr>
        <p:spPr>
          <a:xfrm xmlns:a="http://schemas.openxmlformats.org/drawingml/2006/main">
            <a:off x="6272213" y="3657600"/>
            <a:ext cx="923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12,000.</a:t>
            </a:r>
          </a:p>
        </p:txBody>
      </p:sp>
      <p:sp>
        <p:nvSpPr>
          <p:cNvPr id="32" name="">
            <a:extLst xmlns:a="http://schemas.openxmlformats.org/drawingml/2006/main">
              <a:ext uri="{FF2B5EF4-FFF2-40B4-BE49-F238E27FC236}">
                <a16:creationId xmlns:a16="http://schemas.microsoft.com/office/drawing/2014/main" id="{D8B054C7-A3DA-4DA5-9005-BE3719DC569C}"/>
              </a:ext>
            </a:extLst>
          </p:cNvPr>
          <p:cNvSpPr>
            <a:spLocks xmlns:a="http://schemas.openxmlformats.org/drawingml/2006/main" noGrp="1"/>
          </p:cNvSpPr>
          <p:nvPr/>
        </p:nvSpPr>
        <p:spPr>
          <a:xfrm xmlns:a="http://schemas.openxmlformats.org/drawingml/2006/main">
            <a:off x="4581525" y="1924050"/>
            <a:ext cx="3238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إيه</a:t>
            </a:r>
          </a:p>
        </p:txBody>
      </p:sp>
      <p:sp>
        <p:nvSpPr>
          <p:cNvPr id="33" name="">
            <a:extLst xmlns:a="http://schemas.openxmlformats.org/drawingml/2006/main">
              <a:ext uri="{FF2B5EF4-FFF2-40B4-BE49-F238E27FC236}">
                <a16:creationId xmlns:a16="http://schemas.microsoft.com/office/drawing/2014/main" id="{2286FF27-FF31-426A-88E6-E298E6F61500}"/>
              </a:ext>
            </a:extLst>
          </p:cNvPr>
          <p:cNvSpPr>
            <a:spLocks xmlns:a="http://schemas.openxmlformats.org/drawingml/2006/main" noGrp="1"/>
          </p:cNvSpPr>
          <p:nvPr/>
        </p:nvSpPr>
        <p:spPr>
          <a:xfrm xmlns:a="http://schemas.openxmlformats.org/drawingml/2006/main">
            <a:off x="3826193" y="1924050"/>
            <a:ext cx="6667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النتائج</a:t>
            </a:r>
          </a:p>
        </p:txBody>
      </p:sp>
      <p:sp>
        <p:nvSpPr>
          <p:cNvPr id="34" name="">
            <a:extLst xmlns:a="http://schemas.openxmlformats.org/drawingml/2006/main">
              <a:ext uri="{FF2B5EF4-FFF2-40B4-BE49-F238E27FC236}">
                <a16:creationId xmlns:a16="http://schemas.microsoft.com/office/drawing/2014/main" id="{19F42084-B33F-4F2A-BC1B-E1DEEB686F13}"/>
              </a:ext>
            </a:extLst>
          </p:cNvPr>
          <p:cNvSpPr>
            <a:spLocks xmlns:a="http://schemas.openxmlformats.org/drawingml/2006/main" noGrp="1"/>
          </p:cNvSpPr>
          <p:nvPr/>
        </p:nvSpPr>
        <p:spPr>
          <a:xfrm xmlns:a="http://schemas.openxmlformats.org/drawingml/2006/main">
            <a:off x="3299460" y="1924050"/>
            <a:ext cx="4381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اللي</a:t>
            </a:r>
          </a:p>
        </p:txBody>
      </p:sp>
      <p:sp>
        <p:nvSpPr>
          <p:cNvPr id="35" name="">
            <a:extLst xmlns:a="http://schemas.openxmlformats.org/drawingml/2006/main">
              <a:ext uri="{FF2B5EF4-FFF2-40B4-BE49-F238E27FC236}">
                <a16:creationId xmlns:a16="http://schemas.microsoft.com/office/drawing/2014/main" id="{0485870D-0ED0-4DDD-9902-E7012B0BFB54}"/>
              </a:ext>
            </a:extLst>
          </p:cNvPr>
          <p:cNvSpPr>
            <a:spLocks xmlns:a="http://schemas.openxmlformats.org/drawingml/2006/main" noGrp="1"/>
          </p:cNvSpPr>
          <p:nvPr/>
        </p:nvSpPr>
        <p:spPr>
          <a:xfrm xmlns:a="http://schemas.openxmlformats.org/drawingml/2006/main">
            <a:off x="2772727" y="1924050"/>
            <a:ext cx="4381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لازم</a:t>
            </a:r>
          </a:p>
        </p:txBody>
      </p:sp>
      <p:sp>
        <p:nvSpPr>
          <p:cNvPr id="36" name="">
            <a:extLst xmlns:a="http://schemas.openxmlformats.org/drawingml/2006/main">
              <a:ext uri="{FF2B5EF4-FFF2-40B4-BE49-F238E27FC236}">
                <a16:creationId xmlns:a16="http://schemas.microsoft.com/office/drawing/2014/main" id="{DE68D254-A4A1-47F8-AEB8-286FDFAE2914}"/>
              </a:ext>
            </a:extLst>
          </p:cNvPr>
          <p:cNvSpPr>
            <a:spLocks xmlns:a="http://schemas.openxmlformats.org/drawingml/2006/main" noGrp="1"/>
          </p:cNvSpPr>
          <p:nvPr/>
        </p:nvSpPr>
        <p:spPr>
          <a:xfrm xmlns:a="http://schemas.openxmlformats.org/drawingml/2006/main">
            <a:off x="1779270" y="1924050"/>
            <a:ext cx="9048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325" b="1">
                <a:solidFill>
                  <a:srgbClr val="1D4ED8"/>
                </a:solidFill>
                <a:latin typeface="Arial"/>
                <a:ea typeface="Arial"/>
                <a:cs typeface="Arial"/>
              </a:defRPr>
            </a:pPr>
            <a:r>
              <a:rPr sz="2325" b="1">
                <a:solidFill>
                  <a:srgbClr val="1D4ED8"/>
                </a:solidFill>
                <a:latin typeface="Arial"/>
                <a:ea typeface="Arial"/>
                <a:cs typeface="Arial"/>
              </a:rPr>
              <a:t>تراجعها؟</a:t>
            </a:r>
          </a:p>
        </p:txBody>
      </p:sp>
      <p:sp>
        <p:nvSpPr>
          <p:cNvPr id="37" name="">
            <a:extLst xmlns:a="http://schemas.openxmlformats.org/drawingml/2006/main">
              <a:ext uri="{FF2B5EF4-FFF2-40B4-BE49-F238E27FC236}">
                <a16:creationId xmlns:a16="http://schemas.microsoft.com/office/drawing/2014/main" id="{6907E715-8278-4F9F-96F2-60EFA67E57FF}"/>
              </a:ext>
            </a:extLst>
          </p:cNvPr>
          <p:cNvSpPr>
            <a:spLocks xmlns:a="http://schemas.openxmlformats.org/drawingml/2006/main" noGrp="1"/>
          </p:cNvSpPr>
          <p:nvPr/>
        </p:nvSpPr>
        <p:spPr>
          <a:xfrm xmlns:a="http://schemas.openxmlformats.org/drawingml/2006/main">
            <a:off x="4400550" y="3009900"/>
            <a:ext cx="5048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متبقي</a:t>
            </a:r>
          </a:p>
        </p:txBody>
      </p:sp>
      <p:sp>
        <p:nvSpPr>
          <p:cNvPr id="38" name="">
            <a:extLst xmlns:a="http://schemas.openxmlformats.org/drawingml/2006/main">
              <a:ext uri="{FF2B5EF4-FFF2-40B4-BE49-F238E27FC236}">
                <a16:creationId xmlns:a16="http://schemas.microsoft.com/office/drawing/2014/main" id="{EF5E2712-C354-4C91-8579-48D3CBDB8A92}"/>
              </a:ext>
            </a:extLst>
          </p:cNvPr>
          <p:cNvSpPr>
            <a:spLocks xmlns:a="http://schemas.openxmlformats.org/drawingml/2006/main" noGrp="1"/>
          </p:cNvSpPr>
          <p:nvPr/>
        </p:nvSpPr>
        <p:spPr>
          <a:xfrm xmlns:a="http://schemas.openxmlformats.org/drawingml/2006/main">
            <a:off x="3732848" y="3009900"/>
            <a:ext cx="5905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المورد</a:t>
            </a:r>
          </a:p>
        </p:txBody>
      </p:sp>
      <p:sp>
        <p:nvSpPr>
          <p:cNvPr id="39" name="">
            <a:extLst xmlns:a="http://schemas.openxmlformats.org/drawingml/2006/main">
              <a:ext uri="{FF2B5EF4-FFF2-40B4-BE49-F238E27FC236}">
                <a16:creationId xmlns:a16="http://schemas.microsoft.com/office/drawing/2014/main" id="{7E806C04-15B3-4C9F-BB80-2E51CF7BC504}"/>
              </a:ext>
            </a:extLst>
          </p:cNvPr>
          <p:cNvSpPr>
            <a:spLocks xmlns:a="http://schemas.openxmlformats.org/drawingml/2006/main" noGrp="1"/>
          </p:cNvSpPr>
          <p:nvPr/>
        </p:nvSpPr>
        <p:spPr>
          <a:xfrm xmlns:a="http://schemas.openxmlformats.org/drawingml/2006/main">
            <a:off x="2874645" y="3009900"/>
            <a:ext cx="7810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6,000.</a:t>
            </a:r>
          </a:p>
        </p:txBody>
      </p:sp>
      <p:sp>
        <p:nvSpPr>
          <p:cNvPr id="40" name="">
            <a:extLst xmlns:a="http://schemas.openxmlformats.org/drawingml/2006/main">
              <a:ext uri="{FF2B5EF4-FFF2-40B4-BE49-F238E27FC236}">
                <a16:creationId xmlns:a16="http://schemas.microsoft.com/office/drawing/2014/main" id="{9AADC53C-2FCE-44D9-9F0E-C896C49DE8CF}"/>
              </a:ext>
            </a:extLst>
          </p:cNvPr>
          <p:cNvSpPr>
            <a:spLocks xmlns:a="http://schemas.openxmlformats.org/drawingml/2006/main" noGrp="1"/>
          </p:cNvSpPr>
          <p:nvPr/>
        </p:nvSpPr>
        <p:spPr>
          <a:xfrm xmlns:a="http://schemas.openxmlformats.org/drawingml/2006/main">
            <a:off x="2521267" y="3009900"/>
            <a:ext cx="2762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رد</a:t>
            </a:r>
          </a:p>
        </p:txBody>
      </p:sp>
      <p:sp>
        <p:nvSpPr>
          <p:cNvPr id="41" name="">
            <a:extLst xmlns:a="http://schemas.openxmlformats.org/drawingml/2006/main">
              <a:ext uri="{FF2B5EF4-FFF2-40B4-BE49-F238E27FC236}">
                <a16:creationId xmlns:a16="http://schemas.microsoft.com/office/drawing/2014/main" id="{61316D55-D7CB-4434-A20F-8D7355847007}"/>
              </a:ext>
            </a:extLst>
          </p:cNvPr>
          <p:cNvSpPr>
            <a:spLocks xmlns:a="http://schemas.openxmlformats.org/drawingml/2006/main" noGrp="1"/>
          </p:cNvSpPr>
          <p:nvPr/>
        </p:nvSpPr>
        <p:spPr>
          <a:xfrm xmlns:a="http://schemas.openxmlformats.org/drawingml/2006/main">
            <a:off x="1910715" y="3009900"/>
            <a:ext cx="5334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العهدة</a:t>
            </a:r>
          </a:p>
        </p:txBody>
      </p:sp>
      <p:sp>
        <p:nvSpPr>
          <p:cNvPr id="42" name="">
            <a:extLst xmlns:a="http://schemas.openxmlformats.org/drawingml/2006/main">
              <a:ext uri="{FF2B5EF4-FFF2-40B4-BE49-F238E27FC236}">
                <a16:creationId xmlns:a16="http://schemas.microsoft.com/office/drawing/2014/main" id="{D2E4906D-1AC8-422D-BF61-DBC2BC1D7C5B}"/>
              </a:ext>
            </a:extLst>
          </p:cNvPr>
          <p:cNvSpPr>
            <a:spLocks xmlns:a="http://schemas.openxmlformats.org/drawingml/2006/main" noGrp="1"/>
          </p:cNvSpPr>
          <p:nvPr/>
        </p:nvSpPr>
        <p:spPr>
          <a:xfrm xmlns:a="http://schemas.openxmlformats.org/drawingml/2006/main">
            <a:off x="1128712" y="3009900"/>
            <a:ext cx="7048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1,200</a:t>
            </a:r>
          </a:p>
        </p:txBody>
      </p:sp>
      <p:sp>
        <p:nvSpPr>
          <p:cNvPr id="43" name="">
            <a:extLst xmlns:a="http://schemas.openxmlformats.org/drawingml/2006/main">
              <a:ext uri="{FF2B5EF4-FFF2-40B4-BE49-F238E27FC236}">
                <a16:creationId xmlns:a16="http://schemas.microsoft.com/office/drawing/2014/main" id="{EB99CE00-3E4E-45A6-8009-238CA79CDADD}"/>
              </a:ext>
            </a:extLst>
          </p:cNvPr>
          <p:cNvSpPr>
            <a:spLocks xmlns:a="http://schemas.openxmlformats.org/drawingml/2006/main" noGrp="1"/>
          </p:cNvSpPr>
          <p:nvPr/>
        </p:nvSpPr>
        <p:spPr>
          <a:xfrm xmlns:a="http://schemas.openxmlformats.org/drawingml/2006/main">
            <a:off x="4067175" y="3382804"/>
            <a:ext cx="83820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ورصيدها</a:t>
            </a:r>
          </a:p>
        </p:txBody>
      </p:sp>
      <p:sp>
        <p:nvSpPr>
          <p:cNvPr id="44" name="">
            <a:extLst xmlns:a="http://schemas.openxmlformats.org/drawingml/2006/main">
              <a:ext uri="{FF2B5EF4-FFF2-40B4-BE49-F238E27FC236}">
                <a16:creationId xmlns:a16="http://schemas.microsoft.com/office/drawing/2014/main" id="{8BF86887-D7EA-457C-8BC6-D0EBB17D8A6C}"/>
              </a:ext>
            </a:extLst>
          </p:cNvPr>
          <p:cNvSpPr>
            <a:spLocks xmlns:a="http://schemas.openxmlformats.org/drawingml/2006/main" noGrp="1"/>
          </p:cNvSpPr>
          <p:nvPr/>
        </p:nvSpPr>
        <p:spPr>
          <a:xfrm xmlns:a="http://schemas.openxmlformats.org/drawingml/2006/main">
            <a:off x="3447098" y="3382804"/>
            <a:ext cx="5429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صفر.</a:t>
            </a:r>
          </a:p>
        </p:txBody>
      </p:sp>
      <p:sp>
        <p:nvSpPr>
          <p:cNvPr id="45" name="">
            <a:extLst xmlns:a="http://schemas.openxmlformats.org/drawingml/2006/main">
              <a:ext uri="{FF2B5EF4-FFF2-40B4-BE49-F238E27FC236}">
                <a16:creationId xmlns:a16="http://schemas.microsoft.com/office/drawing/2014/main" id="{7075D6DE-45C1-4FC6-838C-8575B7533EEC}"/>
              </a:ext>
            </a:extLst>
          </p:cNvPr>
          <p:cNvSpPr>
            <a:spLocks xmlns:a="http://schemas.openxmlformats.org/drawingml/2006/main" noGrp="1"/>
          </p:cNvSpPr>
          <p:nvPr/>
        </p:nvSpPr>
        <p:spPr>
          <a:xfrm xmlns:a="http://schemas.openxmlformats.org/drawingml/2006/main">
            <a:off x="2979420" y="3382804"/>
            <a:ext cx="39052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قيمة</a:t>
            </a:r>
          </a:p>
        </p:txBody>
      </p:sp>
      <p:sp>
        <p:nvSpPr>
          <p:cNvPr id="46" name="">
            <a:extLst xmlns:a="http://schemas.openxmlformats.org/drawingml/2006/main">
              <a:ext uri="{FF2B5EF4-FFF2-40B4-BE49-F238E27FC236}">
                <a16:creationId xmlns:a16="http://schemas.microsoft.com/office/drawing/2014/main" id="{7A232A5F-A370-4C78-AFFE-A7BCF08D8700}"/>
              </a:ext>
            </a:extLst>
          </p:cNvPr>
          <p:cNvSpPr>
            <a:spLocks xmlns:a="http://schemas.openxmlformats.org/drawingml/2006/main" noGrp="1"/>
          </p:cNvSpPr>
          <p:nvPr/>
        </p:nvSpPr>
        <p:spPr>
          <a:xfrm xmlns:a="http://schemas.openxmlformats.org/drawingml/2006/main">
            <a:off x="2225992" y="3382804"/>
            <a:ext cx="676275"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الختامي</a:t>
            </a:r>
          </a:p>
        </p:txBody>
      </p:sp>
      <p:sp>
        <p:nvSpPr>
          <p:cNvPr id="47" name="">
            <a:extLst xmlns:a="http://schemas.openxmlformats.org/drawingml/2006/main">
              <a:ext uri="{FF2B5EF4-FFF2-40B4-BE49-F238E27FC236}">
                <a16:creationId xmlns:a16="http://schemas.microsoft.com/office/drawing/2014/main" id="{7ECA4292-71F1-49D2-8282-DA92411ED26C}"/>
              </a:ext>
            </a:extLst>
          </p:cNvPr>
          <p:cNvSpPr>
            <a:spLocks xmlns:a="http://schemas.openxmlformats.org/drawingml/2006/main" noGrp="1"/>
          </p:cNvSpPr>
          <p:nvPr/>
        </p:nvSpPr>
        <p:spPr>
          <a:xfrm xmlns:a="http://schemas.openxmlformats.org/drawingml/2006/main">
            <a:off x="1101090" y="3382804"/>
            <a:ext cx="10477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16243E"/>
                </a:solidFill>
                <a:latin typeface="Arial"/>
                <a:ea typeface="Arial"/>
                <a:cs typeface="Arial"/>
              </a:defRPr>
            </a:pPr>
            <a:r>
              <a:rPr sz="2025" b="0">
                <a:solidFill>
                  <a:srgbClr val="16243E"/>
                </a:solidFill>
                <a:latin typeface="Arial"/>
                <a:ea typeface="Arial"/>
                <a:cs typeface="Arial"/>
              </a:rPr>
              <a:t>112,000.</a:t>
            </a:r>
          </a:p>
        </p:txBody>
      </p:sp>
    </p:spTree>
    <p:extLst>
      <p:ext uri="{BB962C8B-B14F-4D97-AF65-F5344CB8AC3E}">
        <p14:creationId xmlns:p14="http://schemas.microsoft.com/office/powerpoint/2010/main" val="1104992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2026-09-26T12:07:48.5480000Z</dcterms:created>
  <dcterms:modified xsi:type="dcterms:W3CDTF">2026-09-26T12:07:48.5480000Z</dcterms:modified>
</coreProperties>
</file>